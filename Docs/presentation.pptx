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9144000" cy="5143500" type="screen16x9"/>
  <p:notesSz cx="6858000" cy="9144000"/>
  <p:embeddedFontLst>
    <p:embeddedFont>
      <p:font typeface="Figtree Black" panose="020B0604020202020204" charset="0"/>
      <p:bold r:id="rId74"/>
      <p:boldItalic r:id="rId75"/>
    </p:embeddedFont>
    <p:embeddedFont>
      <p:font typeface="Hanken Grotesk" panose="020B0604020202020204" charset="0"/>
      <p:regular r:id="rId76"/>
      <p:bold r:id="rId77"/>
      <p:italic r:id="rId78"/>
      <p:boldItalic r:id="rId79"/>
    </p:embeddedFont>
    <p:embeddedFont>
      <p:font typeface="Hanken Grotesk Black" panose="020B0604020202020204" charset="0"/>
      <p:bold r:id="rId80"/>
      <p:boldItalic r:id="rId81"/>
    </p:embeddedFont>
    <p:embeddedFont>
      <p:font typeface="Hanken Grotesk Light" panose="020B0604020202020204" charset="0"/>
      <p:regular r:id="rId82"/>
      <p:bold r:id="rId83"/>
      <p:italic r:id="rId84"/>
      <p:boldItalic r:id="rId85"/>
    </p:embeddedFont>
    <p:embeddedFont>
      <p:font typeface="Inter" panose="020B0604020202020204"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974511-2FCA-1AF9-FEB8-289A45427C7C}" v="9" dt="2026-01-09T12:21:56.112"/>
    <p1510:client id="{DD5F640D-2DED-47C7-B5E3-1DADBAD68172}" v="143" dt="2026-01-10T14:09:28.077"/>
  </p1510:revLst>
</p1510:revInfo>
</file>

<file path=ppt/tableStyles.xml><?xml version="1.0" encoding="utf-8"?>
<a:tblStyleLst xmlns:a="http://schemas.openxmlformats.org/drawingml/2006/main" def="{7D4C668B-C187-479B-87EF-453790EFD174}">
  <a:tblStyle styleId="{7D4C668B-C187-479B-87EF-453790EFD17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1.fntdata"/><Relationship Id="rId89" Type="http://schemas.openxmlformats.org/officeDocument/2006/relationships/font" Target="fonts/font1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4.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7.fntdata"/><Relationship Id="rId85" Type="http://schemas.openxmlformats.org/officeDocument/2006/relationships/font" Target="fonts/font12.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font" Target="fonts/font15.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4.fntdata"/><Relationship Id="rId61" Type="http://schemas.openxmlformats.org/officeDocument/2006/relationships/slide" Target="slides/slide60.xml"/><Relationship Id="rId82"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anti Ghag (Dr.)" userId="S::kranti.ghag@djsce.ac.in::61a414f1-9720-4123-91f8-cb724309aeba" providerId="AD" clId="Web-{4F974511-2FCA-1AF9-FEB8-289A45427C7C}"/>
    <pc:docChg chg="modSld">
      <pc:chgData name="Kranti Ghag (Dr.)" userId="S::kranti.ghag@djsce.ac.in::61a414f1-9720-4123-91f8-cb724309aeba" providerId="AD" clId="Web-{4F974511-2FCA-1AF9-FEB8-289A45427C7C}" dt="2026-01-09T12:21:56.112" v="6" actId="20577"/>
      <pc:docMkLst>
        <pc:docMk/>
      </pc:docMkLst>
      <pc:sldChg chg="addSp modSp">
        <pc:chgData name="Kranti Ghag (Dr.)" userId="S::kranti.ghag@djsce.ac.in::61a414f1-9720-4123-91f8-cb724309aeba" providerId="AD" clId="Web-{4F974511-2FCA-1AF9-FEB8-289A45427C7C}" dt="2026-01-09T12:21:56.112" v="6" actId="20577"/>
        <pc:sldMkLst>
          <pc:docMk/>
          <pc:sldMk cId="0" sldId="256"/>
        </pc:sldMkLst>
        <pc:spChg chg="add mod">
          <ac:chgData name="Kranti Ghag (Dr.)" userId="S::kranti.ghag@djsce.ac.in::61a414f1-9720-4123-91f8-cb724309aeba" providerId="AD" clId="Web-{4F974511-2FCA-1AF9-FEB8-289A45427C7C}" dt="2026-01-09T12:21:56.112" v="6" actId="20577"/>
          <ac:spMkLst>
            <pc:docMk/>
            <pc:sldMk cId="0" sldId="256"/>
            <ac:spMk id="2" creationId="{565B701B-7404-3F99-D9B6-C575B2C33003}"/>
          </ac:spMkLst>
        </pc:spChg>
      </pc:sldChg>
    </pc:docChg>
  </pc:docChgLst>
  <pc:docChgLst>
    <pc:chgData name="Guest User" userId="S::urn:spo:tenantanon#cc608644-4827-441b-a3a0-f4e1fc786caf::" providerId="AD" clId="Web-{DD5F640D-2DED-47C7-B5E3-1DADBAD68172}"/>
    <pc:docChg chg="modSld">
      <pc:chgData name="Guest User" userId="S::urn:spo:tenantanon#cc608644-4827-441b-a3a0-f4e1fc786caf::" providerId="AD" clId="Web-{DD5F640D-2DED-47C7-B5E3-1DADBAD68172}" dt="2026-01-10T14:09:22.077" v="14"/>
      <pc:docMkLst>
        <pc:docMk/>
      </pc:docMkLst>
      <pc:sldChg chg="modSp">
        <pc:chgData name="Guest User" userId="S::urn:spo:tenantanon#cc608644-4827-441b-a3a0-f4e1fc786caf::" providerId="AD" clId="Web-{DD5F640D-2DED-47C7-B5E3-1DADBAD68172}" dt="2026-01-10T14:09:22.077" v="14"/>
        <pc:sldMkLst>
          <pc:docMk/>
          <pc:sldMk cId="0" sldId="263"/>
        </pc:sldMkLst>
        <pc:graphicFrameChg chg="mod modGraphic">
          <ac:chgData name="Guest User" userId="S::urn:spo:tenantanon#cc608644-4827-441b-a3a0-f4e1fc786caf::" providerId="AD" clId="Web-{DD5F640D-2DED-47C7-B5E3-1DADBAD68172}" dt="2026-01-10T14:09:22.077" v="14"/>
          <ac:graphicFrameMkLst>
            <pc:docMk/>
            <pc:sldMk cId="0" sldId="263"/>
            <ac:graphicFrameMk id="405" creationId="{00000000-0000-0000-0000-000000000000}"/>
          </ac:graphicFrameMkLst>
        </pc:graphicFrameChg>
      </pc:sldChg>
      <pc:sldChg chg="modSp">
        <pc:chgData name="Guest User" userId="S::urn:spo:tenantanon#cc608644-4827-441b-a3a0-f4e1fc786caf::" providerId="AD" clId="Web-{DD5F640D-2DED-47C7-B5E3-1DADBAD68172}" dt="2026-01-10T14:09:07.732" v="9"/>
        <pc:sldMkLst>
          <pc:docMk/>
          <pc:sldMk cId="0" sldId="264"/>
        </pc:sldMkLst>
        <pc:graphicFrameChg chg="mod modGraphic">
          <ac:chgData name="Guest User" userId="S::urn:spo:tenantanon#cc608644-4827-441b-a3a0-f4e1fc786caf::" providerId="AD" clId="Web-{DD5F640D-2DED-47C7-B5E3-1DADBAD68172}" dt="2026-01-10T14:09:07.732" v="9"/>
          <ac:graphicFrameMkLst>
            <pc:docMk/>
            <pc:sldMk cId="0" sldId="264"/>
            <ac:graphicFrameMk id="411"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a83e08c537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a83e08c53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9a0a121deb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9a0a121deb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9a0a121deb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9a0a121deb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9a0a121deb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9a0a121deb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9a0a121deb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9a0a121deb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9a0a121deb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9a0a121deb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9a0a121deb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9a0a121deb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b778399857_1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b778399857_1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b778399857_1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b778399857_1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9a0a121deb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9a0a121deb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9a0a121deb_0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9a0a121deb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a90240bd2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a90240bd2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9a0a121deb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9a0a121deb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9a0a121deb_0_2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39a0a121deb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b777b27299_8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b777b27299_8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9a0a121deb_0_3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39a0a121deb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9a0a121deb_0_3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9a0a121deb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2768bdccc6f_2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9a0a121deb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9a0a121deb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161ca7da69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161ca7da6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83e08c537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a83e08c537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9a0a121deb_0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9a0a121deb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9a0a121deb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9a0a121deb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9a0a121deb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39a0a121deb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b778399857_7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3b778399857_7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b778399857_1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3b778399857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b778399857_1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3b778399857_1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b778399857_1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3b778399857_1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3b778399857_1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3b778399857_1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b778399857_1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b778399857_1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3b778399857_1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3b778399857_1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3b778399857_1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3b778399857_1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b778399857_1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3b778399857_1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b778399857_1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3b778399857_1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3b778399857_1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3b778399857_1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b778399857_1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3b778399857_1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3b778399857_1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3b778399857_1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3b778399857_1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3b778399857_1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3b778399857_1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3b778399857_1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3b778399857_1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3b778399857_1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3b778399857_1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3b778399857_1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3b778399857_1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3b778399857_1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161ca7da69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133f6155f6d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ed9256fe6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1dd46dd1d67_2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1dd46dd1d67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1dd46dd1d67_2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1dd46dd1d67_2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1dd46dd1d67_2_6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5" name="Google Shape;785;g1dd46dd1d67_2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1dd46dd1d67_2_5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dd46dd1d67_2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117b871a42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17b871a4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133f6155f6d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6" name="Google Shape;846;g133f6155f6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54dda1946d_6_3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1dd46dd1d67_2_5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1dd46dd1d67_2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54dda1946d_6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117b8719ecc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5" name="Google Shape;985;g117b8719ecc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ed9256fe6f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ed9256fe6f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54dda1946d_4_26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1340135a080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1340135a08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113dfeee943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113dfeee94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54dda1946d_4_26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2" name="Google Shape;1052;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1dd46dd1d67_2_8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1dd46dd1d67_2_8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g117d1415e74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5" name="Google Shape;1145;g117d1415e7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d5260bdd85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5"/>
        <p:cNvGrpSpPr/>
        <p:nvPr/>
      </p:nvGrpSpPr>
      <p:grpSpPr>
        <a:xfrm>
          <a:off x="0" y="0"/>
          <a:ext cx="0" cy="0"/>
          <a:chOff x="0" y="0"/>
          <a:chExt cx="0" cy="0"/>
        </a:xfrm>
      </p:grpSpPr>
      <p:sp>
        <p:nvSpPr>
          <p:cNvPr id="1216" name="Google Shape;1216;g54dda1946d_6_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7" name="Google Shape;1217;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dd46dd1d67_2_10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dd46dd1d67_2_10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g1340135a080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0" name="Google Shape;1240;g1340135a08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2768ca7ef4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8" name="Google Shape;1258;g2768ca7ef4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0"/>
        <p:cNvGrpSpPr/>
        <p:nvPr/>
      </p:nvGrpSpPr>
      <p:grpSpPr>
        <a:xfrm>
          <a:off x="0" y="0"/>
          <a:ext cx="0" cy="0"/>
          <a:chOff x="0" y="0"/>
          <a:chExt cx="0" cy="0"/>
        </a:xfrm>
      </p:grpSpPr>
      <p:sp>
        <p:nvSpPr>
          <p:cNvPr id="1581" name="Google Shape;1581;gd44c0c1fca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2" name="Google Shape;1582;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3"/>
        <p:cNvGrpSpPr/>
        <p:nvPr/>
      </p:nvGrpSpPr>
      <p:grpSpPr>
        <a:xfrm>
          <a:off x="0" y="0"/>
          <a:ext cx="0" cy="0"/>
          <a:chOff x="0" y="0"/>
          <a:chExt cx="0" cy="0"/>
        </a:xfrm>
      </p:grpSpPr>
      <p:sp>
        <p:nvSpPr>
          <p:cNvPr id="1634" name="Google Shape;1634;g51b1a71d38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5" name="Google Shape;1635;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p:nvPr/>
        </p:nvSpPr>
        <p:spPr>
          <a:xfrm>
            <a:off x="643372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3"/>
          <p:cNvGrpSpPr/>
          <p:nvPr/>
        </p:nvGrpSpPr>
        <p:grpSpPr>
          <a:xfrm>
            <a:off x="713225" y="-62550"/>
            <a:ext cx="7717800" cy="5210100"/>
            <a:chOff x="713225" y="-62550"/>
            <a:chExt cx="7717800" cy="5210100"/>
          </a:xfrm>
        </p:grpSpPr>
        <p:sp>
          <p:nvSpPr>
            <p:cNvPr id="19" name="Google Shape;19;p3"/>
            <p:cNvSpPr/>
            <p:nvPr/>
          </p:nvSpPr>
          <p:spPr>
            <a:xfrm>
              <a:off x="713225" y="533550"/>
              <a:ext cx="77178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3"/>
            <p:cNvCxnSpPr/>
            <p:nvPr/>
          </p:nvCxnSpPr>
          <p:spPr>
            <a:xfrm rot="10800000">
              <a:off x="713225" y="-62550"/>
              <a:ext cx="0" cy="596100"/>
            </a:xfrm>
            <a:prstGeom prst="straightConnector1">
              <a:avLst/>
            </a:prstGeom>
            <a:noFill/>
            <a:ln w="19050" cap="flat" cmpd="sng">
              <a:solidFill>
                <a:schemeClr val="dk1"/>
              </a:solidFill>
              <a:prstDash val="solid"/>
              <a:round/>
              <a:headEnd type="none" w="med" len="med"/>
              <a:tailEnd type="none" w="med" len="med"/>
            </a:ln>
          </p:spPr>
        </p:cxnSp>
        <p:cxnSp>
          <p:nvCxnSpPr>
            <p:cNvPr id="21" name="Google Shape;21;p3"/>
            <p:cNvCxnSpPr/>
            <p:nvPr/>
          </p:nvCxnSpPr>
          <p:spPr>
            <a:xfrm>
              <a:off x="8430775" y="4608450"/>
              <a:ext cx="0" cy="539100"/>
            </a:xfrm>
            <a:prstGeom prst="straightConnector1">
              <a:avLst/>
            </a:prstGeom>
            <a:noFill/>
            <a:ln w="19050" cap="flat" cmpd="sng">
              <a:solidFill>
                <a:schemeClr val="dk1"/>
              </a:solidFill>
              <a:prstDash val="solid"/>
              <a:round/>
              <a:headEnd type="none" w="med" len="med"/>
              <a:tailEnd type="none" w="med" len="med"/>
            </a:ln>
          </p:spPr>
        </p:cxnSp>
      </p:grpSp>
      <p:sp>
        <p:nvSpPr>
          <p:cNvPr id="22" name="Google Shape;22;p3"/>
          <p:cNvSpPr txBox="1">
            <a:spLocks noGrp="1"/>
          </p:cNvSpPr>
          <p:nvPr>
            <p:ph type="title"/>
          </p:nvPr>
        </p:nvSpPr>
        <p:spPr>
          <a:xfrm>
            <a:off x="1216475" y="1977150"/>
            <a:ext cx="50676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720000" y="533550"/>
            <a:ext cx="824400" cy="7050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33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 name="Google Shape;24;p3"/>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4"/>
          <p:cNvGrpSpPr/>
          <p:nvPr/>
        </p:nvGrpSpPr>
        <p:grpSpPr>
          <a:xfrm>
            <a:off x="-19050" y="232800"/>
            <a:ext cx="8930250" cy="5027400"/>
            <a:chOff x="-19050" y="232800"/>
            <a:chExt cx="8930250" cy="5027400"/>
          </a:xfrm>
        </p:grpSpPr>
        <p:sp>
          <p:nvSpPr>
            <p:cNvPr id="28" name="Google Shape;28;p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4"/>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30" name="Google Shape;30;p4"/>
            <p:cNvCxnSpPr/>
            <p:nvPr/>
          </p:nvCxnSpPr>
          <p:spPr>
            <a:xfrm>
              <a:off x="8911200" y="4917300"/>
              <a:ext cx="0" cy="342900"/>
            </a:xfrm>
            <a:prstGeom prst="straightConnector1">
              <a:avLst/>
            </a:prstGeom>
            <a:noFill/>
            <a:ln w="19050" cap="flat" cmpd="sng">
              <a:solidFill>
                <a:schemeClr val="dk1"/>
              </a:solidFill>
              <a:prstDash val="solid"/>
              <a:round/>
              <a:headEnd type="none" w="med" len="med"/>
              <a:tailEnd type="none" w="med" len="med"/>
            </a:ln>
          </p:spPr>
        </p:cxnSp>
      </p:grpSp>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5"/>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5"/>
          <p:cNvGrpSpPr/>
          <p:nvPr/>
        </p:nvGrpSpPr>
        <p:grpSpPr>
          <a:xfrm>
            <a:off x="-77100" y="232800"/>
            <a:ext cx="8988300" cy="4964300"/>
            <a:chOff x="-77100" y="232800"/>
            <a:chExt cx="8988300" cy="4964300"/>
          </a:xfrm>
        </p:grpSpPr>
        <p:sp>
          <p:nvSpPr>
            <p:cNvPr id="36" name="Google Shape;36;p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 name="Google Shape;37;p5"/>
            <p:cNvCxnSpPr/>
            <p:nvPr/>
          </p:nvCxnSpPr>
          <p:spPr>
            <a:xfrm rot="10800000">
              <a:off x="-771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38" name="Google Shape;38;p5"/>
            <p:cNvCxnSpPr/>
            <p:nvPr/>
          </p:nvCxnSpPr>
          <p:spPr>
            <a:xfrm rot="10800000">
              <a:off x="8911200" y="4890500"/>
              <a:ext cx="0" cy="306600"/>
            </a:xfrm>
            <a:prstGeom prst="straightConnector1">
              <a:avLst/>
            </a:prstGeom>
            <a:noFill/>
            <a:ln w="19050" cap="flat" cmpd="sng">
              <a:solidFill>
                <a:schemeClr val="dk1"/>
              </a:solidFill>
              <a:prstDash val="solid"/>
              <a:round/>
              <a:headEnd type="none" w="med" len="med"/>
              <a:tailEnd type="none" w="med" len="med"/>
            </a:ln>
          </p:spPr>
        </p:cxnSp>
      </p:grpSp>
      <p:sp>
        <p:nvSpPr>
          <p:cNvPr id="39" name="Google Shape;3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 name="Google Shape;40;p5"/>
          <p:cNvSpPr txBox="1">
            <a:spLocks noGrp="1"/>
          </p:cNvSpPr>
          <p:nvPr>
            <p:ph type="subTitle" idx="1"/>
          </p:nvPr>
        </p:nvSpPr>
        <p:spPr>
          <a:xfrm>
            <a:off x="4651268"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2800"/>
              <a:buChar char="○"/>
              <a:defRPr sz="2800"/>
            </a:lvl2pPr>
            <a:lvl3pPr lvl="2" algn="ctr" rtl="0">
              <a:lnSpc>
                <a:spcPct val="115000"/>
              </a:lnSpc>
              <a:spcBef>
                <a:spcPts val="0"/>
              </a:spcBef>
              <a:spcAft>
                <a:spcPts val="0"/>
              </a:spcAft>
              <a:buSzPts val="2800"/>
              <a:buChar char="■"/>
              <a:defRPr sz="2800"/>
            </a:lvl3pPr>
            <a:lvl4pPr lvl="3" algn="ctr" rtl="0">
              <a:lnSpc>
                <a:spcPct val="115000"/>
              </a:lnSpc>
              <a:spcBef>
                <a:spcPts val="0"/>
              </a:spcBef>
              <a:spcAft>
                <a:spcPts val="0"/>
              </a:spcAft>
              <a:buSzPts val="2800"/>
              <a:buChar char="●"/>
              <a:defRPr sz="2800"/>
            </a:lvl4pPr>
            <a:lvl5pPr lvl="4" algn="ctr" rtl="0">
              <a:lnSpc>
                <a:spcPct val="115000"/>
              </a:lnSpc>
              <a:spcBef>
                <a:spcPts val="0"/>
              </a:spcBef>
              <a:spcAft>
                <a:spcPts val="0"/>
              </a:spcAft>
              <a:buSzPts val="2800"/>
              <a:buChar char="○"/>
              <a:defRPr sz="2800"/>
            </a:lvl5pPr>
            <a:lvl6pPr lvl="5" algn="ctr" rtl="0">
              <a:lnSpc>
                <a:spcPct val="115000"/>
              </a:lnSpc>
              <a:spcBef>
                <a:spcPts val="0"/>
              </a:spcBef>
              <a:spcAft>
                <a:spcPts val="0"/>
              </a:spcAft>
              <a:buSzPts val="2800"/>
              <a:buChar char="■"/>
              <a:defRPr sz="2800"/>
            </a:lvl6pPr>
            <a:lvl7pPr lvl="6" algn="ctr" rtl="0">
              <a:lnSpc>
                <a:spcPct val="115000"/>
              </a:lnSpc>
              <a:spcBef>
                <a:spcPts val="0"/>
              </a:spcBef>
              <a:spcAft>
                <a:spcPts val="0"/>
              </a:spcAft>
              <a:buSzPts val="2800"/>
              <a:buChar char="●"/>
              <a:defRPr sz="2800"/>
            </a:lvl7pPr>
            <a:lvl8pPr lvl="7" algn="ctr" rtl="0">
              <a:lnSpc>
                <a:spcPct val="115000"/>
              </a:lnSpc>
              <a:spcBef>
                <a:spcPts val="0"/>
              </a:spcBef>
              <a:spcAft>
                <a:spcPts val="0"/>
              </a:spcAft>
              <a:buSzPts val="2800"/>
              <a:buChar char="○"/>
              <a:defRPr sz="2800"/>
            </a:lvl8pPr>
            <a:lvl9pPr lvl="8" algn="ctr" rtl="0">
              <a:lnSpc>
                <a:spcPct val="115000"/>
              </a:lnSpc>
              <a:spcBef>
                <a:spcPts val="0"/>
              </a:spcBef>
              <a:spcAft>
                <a:spcPts val="0"/>
              </a:spcAft>
              <a:buSzPts val="2800"/>
              <a:buChar char="■"/>
              <a:defRPr sz="2800"/>
            </a:lvl9pPr>
          </a:lstStyle>
          <a:p>
            <a:endParaRPr/>
          </a:p>
        </p:txBody>
      </p:sp>
      <p:sp>
        <p:nvSpPr>
          <p:cNvPr id="41" name="Google Shape;41;p5"/>
          <p:cNvSpPr txBox="1">
            <a:spLocks noGrp="1"/>
          </p:cNvSpPr>
          <p:nvPr>
            <p:ph type="subTitle" idx="2"/>
          </p:nvPr>
        </p:nvSpPr>
        <p:spPr>
          <a:xfrm>
            <a:off x="720000"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Char char="○"/>
              <a:defRPr sz="2800"/>
            </a:lvl2pPr>
            <a:lvl3pPr lvl="2" algn="ctr" rtl="0">
              <a:lnSpc>
                <a:spcPct val="115000"/>
              </a:lnSpc>
              <a:spcBef>
                <a:spcPts val="0"/>
              </a:spcBef>
              <a:spcAft>
                <a:spcPts val="0"/>
              </a:spcAft>
              <a:buSzPts val="1400"/>
              <a:buChar char="■"/>
              <a:defRPr sz="2800"/>
            </a:lvl3pPr>
            <a:lvl4pPr lvl="3" algn="ctr" rtl="0">
              <a:lnSpc>
                <a:spcPct val="115000"/>
              </a:lnSpc>
              <a:spcBef>
                <a:spcPts val="0"/>
              </a:spcBef>
              <a:spcAft>
                <a:spcPts val="0"/>
              </a:spcAft>
              <a:buSzPts val="1400"/>
              <a:buChar char="●"/>
              <a:defRPr sz="2800"/>
            </a:lvl4pPr>
            <a:lvl5pPr lvl="4" algn="ctr" rtl="0">
              <a:lnSpc>
                <a:spcPct val="115000"/>
              </a:lnSpc>
              <a:spcBef>
                <a:spcPts val="0"/>
              </a:spcBef>
              <a:spcAft>
                <a:spcPts val="0"/>
              </a:spcAft>
              <a:buSzPts val="1400"/>
              <a:buChar char="○"/>
              <a:defRPr sz="2800"/>
            </a:lvl5pPr>
            <a:lvl6pPr lvl="5" algn="ctr" rtl="0">
              <a:lnSpc>
                <a:spcPct val="115000"/>
              </a:lnSpc>
              <a:spcBef>
                <a:spcPts val="0"/>
              </a:spcBef>
              <a:spcAft>
                <a:spcPts val="0"/>
              </a:spcAft>
              <a:buSzPts val="1400"/>
              <a:buChar char="■"/>
              <a:defRPr sz="2800"/>
            </a:lvl6pPr>
            <a:lvl7pPr lvl="6" algn="ctr" rtl="0">
              <a:lnSpc>
                <a:spcPct val="115000"/>
              </a:lnSpc>
              <a:spcBef>
                <a:spcPts val="0"/>
              </a:spcBef>
              <a:spcAft>
                <a:spcPts val="0"/>
              </a:spcAft>
              <a:buSzPts val="1400"/>
              <a:buChar char="●"/>
              <a:defRPr sz="2800"/>
            </a:lvl7pPr>
            <a:lvl8pPr lvl="7" algn="ctr" rtl="0">
              <a:lnSpc>
                <a:spcPct val="115000"/>
              </a:lnSpc>
              <a:spcBef>
                <a:spcPts val="0"/>
              </a:spcBef>
              <a:spcAft>
                <a:spcPts val="0"/>
              </a:spcAft>
              <a:buSzPts val="1400"/>
              <a:buChar char="○"/>
              <a:defRPr sz="2800"/>
            </a:lvl8pPr>
            <a:lvl9pPr lvl="8" algn="ctr" rtl="0">
              <a:lnSpc>
                <a:spcPct val="115000"/>
              </a:lnSpc>
              <a:spcBef>
                <a:spcPts val="0"/>
              </a:spcBef>
              <a:spcAft>
                <a:spcPts val="0"/>
              </a:spcAft>
              <a:buSzPts val="1400"/>
              <a:buChar char="■"/>
              <a:defRPr sz="2800"/>
            </a:lvl9pPr>
          </a:lstStyle>
          <a:p>
            <a:endParaRPr/>
          </a:p>
        </p:txBody>
      </p:sp>
      <p:sp>
        <p:nvSpPr>
          <p:cNvPr id="42" name="Google Shape;42;p5"/>
          <p:cNvSpPr txBox="1">
            <a:spLocks noGrp="1"/>
          </p:cNvSpPr>
          <p:nvPr>
            <p:ph type="subTitle" idx="3"/>
          </p:nvPr>
        </p:nvSpPr>
        <p:spPr>
          <a:xfrm>
            <a:off x="720000" y="1451250"/>
            <a:ext cx="3772800" cy="361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
        <p:nvSpPr>
          <p:cNvPr id="43" name="Google Shape;43;p5"/>
          <p:cNvSpPr txBox="1">
            <a:spLocks noGrp="1"/>
          </p:cNvSpPr>
          <p:nvPr>
            <p:ph type="subTitle" idx="4"/>
          </p:nvPr>
        </p:nvSpPr>
        <p:spPr>
          <a:xfrm>
            <a:off x="4651268" y="1451250"/>
            <a:ext cx="3772800" cy="361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rtl="0">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rtl="0">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rtl="0">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rtl="0">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rtl="0">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rtl="0">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rtl="0">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6"/>
          <p:cNvGrpSpPr/>
          <p:nvPr/>
        </p:nvGrpSpPr>
        <p:grpSpPr>
          <a:xfrm>
            <a:off x="232200" y="-49400"/>
            <a:ext cx="8679000" cy="5250800"/>
            <a:chOff x="232200" y="-49400"/>
            <a:chExt cx="8679000" cy="5250800"/>
          </a:xfrm>
        </p:grpSpPr>
        <p:grpSp>
          <p:nvGrpSpPr>
            <p:cNvPr id="47" name="Google Shape;47;p6"/>
            <p:cNvGrpSpPr/>
            <p:nvPr/>
          </p:nvGrpSpPr>
          <p:grpSpPr>
            <a:xfrm>
              <a:off x="232200" y="-49400"/>
              <a:ext cx="8679000" cy="5250800"/>
              <a:chOff x="232200" y="-49400"/>
              <a:chExt cx="8679000" cy="5250800"/>
            </a:xfrm>
          </p:grpSpPr>
          <p:sp>
            <p:nvSpPr>
              <p:cNvPr id="48" name="Google Shape;48;p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 name="Google Shape;49;p6"/>
              <p:cNvCxnSpPr/>
              <p:nvPr/>
            </p:nvCxnSpPr>
            <p:spPr>
              <a:xfrm rot="10800000">
                <a:off x="8911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50" name="Google Shape;50;p6"/>
              <p:cNvCxnSpPr/>
              <p:nvPr/>
            </p:nvCxnSpPr>
            <p:spPr>
              <a:xfrm rot="10800000">
                <a:off x="232200" y="4917300"/>
                <a:ext cx="0" cy="284100"/>
              </a:xfrm>
              <a:prstGeom prst="straightConnector1">
                <a:avLst/>
              </a:prstGeom>
              <a:noFill/>
              <a:ln w="19050" cap="flat" cmpd="sng">
                <a:solidFill>
                  <a:schemeClr val="dk1"/>
                </a:solidFill>
                <a:prstDash val="solid"/>
                <a:round/>
                <a:headEnd type="none" w="med" len="med"/>
                <a:tailEnd type="none" w="med" len="med"/>
              </a:ln>
            </p:spPr>
          </p:cxnSp>
        </p:grpSp>
        <p:sp>
          <p:nvSpPr>
            <p:cNvPr id="51" name="Google Shape;51;p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3"/>
        <p:cNvGrpSpPr/>
        <p:nvPr/>
      </p:nvGrpSpPr>
      <p:grpSpPr>
        <a:xfrm>
          <a:off x="0" y="0"/>
          <a:ext cx="0" cy="0"/>
          <a:chOff x="0" y="0"/>
          <a:chExt cx="0" cy="0"/>
        </a:xfrm>
      </p:grpSpPr>
      <p:sp>
        <p:nvSpPr>
          <p:cNvPr id="54" name="Google Shape;54;p7"/>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 name="Google Shape;55;p7"/>
          <p:cNvGrpSpPr/>
          <p:nvPr/>
        </p:nvGrpSpPr>
        <p:grpSpPr>
          <a:xfrm>
            <a:off x="-19050" y="-16000"/>
            <a:ext cx="8930250" cy="4933300"/>
            <a:chOff x="-19050" y="-16000"/>
            <a:chExt cx="8930250" cy="4933300"/>
          </a:xfrm>
        </p:grpSpPr>
        <p:sp>
          <p:nvSpPr>
            <p:cNvPr id="56" name="Google Shape;56;p7"/>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 name="Google Shape;57;p7"/>
            <p:cNvCxnSpPr/>
            <p:nvPr/>
          </p:nvCxnSpPr>
          <p:spPr>
            <a:xfrm rot="10800000">
              <a:off x="-19050" y="49173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58" name="Google Shape;58;p7"/>
            <p:cNvCxnSpPr/>
            <p:nvPr/>
          </p:nvCxnSpPr>
          <p:spPr>
            <a:xfrm rot="10800000">
              <a:off x="8911200" y="-16000"/>
              <a:ext cx="0" cy="258900"/>
            </a:xfrm>
            <a:prstGeom prst="straightConnector1">
              <a:avLst/>
            </a:prstGeom>
            <a:noFill/>
            <a:ln w="19050" cap="flat" cmpd="sng">
              <a:solidFill>
                <a:schemeClr val="dk1"/>
              </a:solidFill>
              <a:prstDash val="solid"/>
              <a:round/>
              <a:headEnd type="none" w="med" len="med"/>
              <a:tailEnd type="none" w="med" len="med"/>
            </a:ln>
          </p:spPr>
        </p:cxnSp>
      </p:grpSp>
      <p:sp>
        <p:nvSpPr>
          <p:cNvPr id="59" name="Google Shape;59;p7"/>
          <p:cNvSpPr txBox="1">
            <a:spLocks noGrp="1"/>
          </p:cNvSpPr>
          <p:nvPr>
            <p:ph type="title"/>
          </p:nvPr>
        </p:nvSpPr>
        <p:spPr>
          <a:xfrm>
            <a:off x="720000" y="448050"/>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0" name="Google Shape;60;p7"/>
          <p:cNvSpPr txBox="1">
            <a:spLocks noGrp="1"/>
          </p:cNvSpPr>
          <p:nvPr>
            <p:ph type="subTitle" idx="1"/>
          </p:nvPr>
        </p:nvSpPr>
        <p:spPr>
          <a:xfrm>
            <a:off x="1733625" y="1361025"/>
            <a:ext cx="6580200" cy="2906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600">
                <a:latin typeface="Hanken Grotesk"/>
                <a:ea typeface="Hanken Grotesk"/>
                <a:cs typeface="Hanken Grotesk"/>
                <a:sym typeface="Hanken Grotesk"/>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1"/>
        <p:cNvGrpSpPr/>
        <p:nvPr/>
      </p:nvGrpSpPr>
      <p:grpSpPr>
        <a:xfrm>
          <a:off x="0" y="0"/>
          <a:ext cx="0" cy="0"/>
          <a:chOff x="0" y="0"/>
          <a:chExt cx="0" cy="0"/>
        </a:xfrm>
      </p:grpSpPr>
      <p:sp>
        <p:nvSpPr>
          <p:cNvPr id="62" name="Google Shape;62;p8"/>
          <p:cNvSpPr/>
          <p:nvPr/>
        </p:nvSpPr>
        <p:spPr>
          <a:xfrm>
            <a:off x="2007375" y="277690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8"/>
          <p:cNvGrpSpPr/>
          <p:nvPr/>
        </p:nvGrpSpPr>
        <p:grpSpPr>
          <a:xfrm>
            <a:off x="-25" y="533550"/>
            <a:ext cx="9270975" cy="4075025"/>
            <a:chOff x="-25" y="533550"/>
            <a:chExt cx="9270975" cy="4075025"/>
          </a:xfrm>
        </p:grpSpPr>
        <p:sp>
          <p:nvSpPr>
            <p:cNvPr id="64" name="Google Shape;64;p8"/>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800">
                <a:solidFill>
                  <a:schemeClr val="dk1"/>
                </a:solidFill>
                <a:latin typeface="Figtree Black"/>
                <a:ea typeface="Figtree Black"/>
                <a:cs typeface="Figtree Black"/>
                <a:sym typeface="Figtree Black"/>
              </a:endParaRPr>
            </a:p>
          </p:txBody>
        </p:sp>
        <p:cxnSp>
          <p:nvCxnSpPr>
            <p:cNvPr id="65" name="Google Shape;65;p8"/>
            <p:cNvCxnSpPr/>
            <p:nvPr/>
          </p:nvCxnSpPr>
          <p:spPr>
            <a:xfrm rot="10800000">
              <a:off x="8430950" y="533550"/>
              <a:ext cx="840000" cy="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8"/>
            <p:cNvCxnSpPr/>
            <p:nvPr/>
          </p:nvCxnSpPr>
          <p:spPr>
            <a:xfrm rot="10800000">
              <a:off x="-25" y="4608575"/>
              <a:ext cx="740700" cy="0"/>
            </a:xfrm>
            <a:prstGeom prst="straightConnector1">
              <a:avLst/>
            </a:prstGeom>
            <a:noFill/>
            <a:ln w="19050" cap="flat" cmpd="sng">
              <a:solidFill>
                <a:schemeClr val="dk1"/>
              </a:solidFill>
              <a:prstDash val="solid"/>
              <a:round/>
              <a:headEnd type="none" w="med" len="med"/>
              <a:tailEnd type="none" w="med" len="med"/>
            </a:ln>
          </p:spPr>
        </p:cxnSp>
      </p:grpSp>
      <p:sp>
        <p:nvSpPr>
          <p:cNvPr id="67" name="Google Shape;67;p8"/>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9"/>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9"/>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74" name="Google Shape;74;p9"/>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9"/>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6"/>
        <p:cNvGrpSpPr/>
        <p:nvPr/>
      </p:nvGrpSpPr>
      <p:grpSpPr>
        <a:xfrm>
          <a:off x="0" y="0"/>
          <a:ext cx="0" cy="0"/>
          <a:chOff x="0" y="0"/>
          <a:chExt cx="0" cy="0"/>
        </a:xfrm>
      </p:grpSpPr>
      <p:sp>
        <p:nvSpPr>
          <p:cNvPr id="77" name="Google Shape;77;p10"/>
          <p:cNvSpPr>
            <a:spLocks noGrp="1"/>
          </p:cNvSpPr>
          <p:nvPr>
            <p:ph type="pic" idx="2"/>
          </p:nvPr>
        </p:nvSpPr>
        <p:spPr>
          <a:xfrm>
            <a:off x="0" y="0"/>
            <a:ext cx="9144000" cy="5143500"/>
          </a:xfrm>
          <a:prstGeom prst="rect">
            <a:avLst/>
          </a:prstGeom>
          <a:noFill/>
          <a:ln>
            <a:noFill/>
          </a:ln>
        </p:spPr>
      </p:sp>
      <p:sp>
        <p:nvSpPr>
          <p:cNvPr id="78" name="Google Shape;78;p10"/>
          <p:cNvSpPr txBox="1">
            <a:spLocks noGrp="1"/>
          </p:cNvSpPr>
          <p:nvPr>
            <p:ph type="title"/>
          </p:nvPr>
        </p:nvSpPr>
        <p:spPr>
          <a:xfrm>
            <a:off x="720000" y="4045175"/>
            <a:ext cx="7710900" cy="563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SzPts val="28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9"/>
        <p:cNvGrpSpPr/>
        <p:nvPr/>
      </p:nvGrpSpPr>
      <p:grpSpPr>
        <a:xfrm>
          <a:off x="0" y="0"/>
          <a:ext cx="0" cy="0"/>
          <a:chOff x="0" y="0"/>
          <a:chExt cx="0" cy="0"/>
        </a:xfrm>
      </p:grpSpPr>
      <p:sp>
        <p:nvSpPr>
          <p:cNvPr id="80" name="Google Shape;80;p11"/>
          <p:cNvSpPr/>
          <p:nvPr/>
        </p:nvSpPr>
        <p:spPr>
          <a:xfrm>
            <a:off x="-342297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 name="Google Shape;81;p11"/>
          <p:cNvGrpSpPr/>
          <p:nvPr/>
        </p:nvGrpSpPr>
        <p:grpSpPr>
          <a:xfrm>
            <a:off x="727425" y="-382650"/>
            <a:ext cx="7703400" cy="5907300"/>
            <a:chOff x="727425" y="-382650"/>
            <a:chExt cx="7703400" cy="5907300"/>
          </a:xfrm>
        </p:grpSpPr>
        <p:sp>
          <p:nvSpPr>
            <p:cNvPr id="82" name="Google Shape;82;p11"/>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 name="Google Shape;83;p11"/>
            <p:cNvCxnSpPr/>
            <p:nvPr/>
          </p:nvCxnSpPr>
          <p:spPr>
            <a:xfrm>
              <a:off x="727425" y="4608450"/>
              <a:ext cx="0" cy="916200"/>
            </a:xfrm>
            <a:prstGeom prst="straightConnector1">
              <a:avLst/>
            </a:prstGeom>
            <a:noFill/>
            <a:ln w="19050" cap="flat" cmpd="sng">
              <a:solidFill>
                <a:schemeClr val="dk1"/>
              </a:solidFill>
              <a:prstDash val="solid"/>
              <a:round/>
              <a:headEnd type="none" w="med" len="med"/>
              <a:tailEnd type="none" w="med" len="med"/>
            </a:ln>
          </p:spPr>
        </p:cxnSp>
        <p:cxnSp>
          <p:nvCxnSpPr>
            <p:cNvPr id="84" name="Google Shape;84;p11"/>
            <p:cNvCxnSpPr/>
            <p:nvPr/>
          </p:nvCxnSpPr>
          <p:spPr>
            <a:xfrm>
              <a:off x="8430775" y="-382650"/>
              <a:ext cx="0" cy="916200"/>
            </a:xfrm>
            <a:prstGeom prst="straightConnector1">
              <a:avLst/>
            </a:prstGeom>
            <a:noFill/>
            <a:ln w="19050" cap="flat" cmpd="sng">
              <a:solidFill>
                <a:schemeClr val="dk1"/>
              </a:solidFill>
              <a:prstDash val="solid"/>
              <a:round/>
              <a:headEnd type="none" w="med" len="med"/>
              <a:tailEnd type="none" w="med" len="med"/>
            </a:ln>
          </p:spPr>
        </p:cxnSp>
      </p:grpSp>
      <p:sp>
        <p:nvSpPr>
          <p:cNvPr id="85" name="Google Shape;85;p11"/>
          <p:cNvSpPr txBox="1">
            <a:spLocks noGrp="1"/>
          </p:cNvSpPr>
          <p:nvPr>
            <p:ph type="title" hasCustomPrompt="1"/>
          </p:nvPr>
        </p:nvSpPr>
        <p:spPr>
          <a:xfrm>
            <a:off x="2603050" y="1856113"/>
            <a:ext cx="5827800" cy="1024500"/>
          </a:xfrm>
          <a:prstGeom prst="rect">
            <a:avLst/>
          </a:prstGeom>
          <a:solidFill>
            <a:schemeClr val="dk1"/>
          </a:solidFill>
        </p:spPr>
        <p:txBody>
          <a:bodyPr spcFirstLastPara="1" wrap="square" lIns="91425" tIns="91425" rIns="91425" bIns="91425" anchor="ctr" anchorCtr="0">
            <a:noAutofit/>
          </a:bodyPr>
          <a:lstStyle>
            <a:lvl1pPr marL="0" lvl="0" indent="0" rtl="0">
              <a:lnSpc>
                <a:spcPct val="115000"/>
              </a:lnSpc>
              <a:spcBef>
                <a:spcPts val="0"/>
              </a:spcBef>
              <a:spcAft>
                <a:spcPts val="0"/>
              </a:spcAft>
              <a:buSzPts val="9600"/>
              <a:buNone/>
              <a:defRPr sz="49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6" name="Google Shape;86;p11"/>
          <p:cNvSpPr txBox="1">
            <a:spLocks noGrp="1"/>
          </p:cNvSpPr>
          <p:nvPr>
            <p:ph type="subTitle" idx="1"/>
          </p:nvPr>
        </p:nvSpPr>
        <p:spPr>
          <a:xfrm>
            <a:off x="2603050" y="2880588"/>
            <a:ext cx="5827800" cy="40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atin typeface="Hanken Grotesk"/>
                <a:ea typeface="Hanken Grotesk"/>
                <a:cs typeface="Hanken Grotesk"/>
                <a:sym typeface="Hanken Grotesk"/>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8"/>
        <p:cNvGrpSpPr/>
        <p:nvPr/>
      </p:nvGrpSpPr>
      <p:grpSpPr>
        <a:xfrm>
          <a:off x="0" y="0"/>
          <a:ext cx="0" cy="0"/>
          <a:chOff x="0" y="0"/>
          <a:chExt cx="0" cy="0"/>
        </a:xfrm>
      </p:grpSpPr>
      <p:sp>
        <p:nvSpPr>
          <p:cNvPr id="89" name="Google Shape;89;p13"/>
          <p:cNvSpPr/>
          <p:nvPr/>
        </p:nvSpPr>
        <p:spPr>
          <a:xfrm>
            <a:off x="-941925"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 name="Google Shape;90;p13"/>
          <p:cNvGrpSpPr/>
          <p:nvPr/>
        </p:nvGrpSpPr>
        <p:grpSpPr>
          <a:xfrm>
            <a:off x="-19050" y="232800"/>
            <a:ext cx="9189150" cy="4684500"/>
            <a:chOff x="-19050" y="232800"/>
            <a:chExt cx="9189150" cy="4684500"/>
          </a:xfrm>
        </p:grpSpPr>
        <p:sp>
          <p:nvSpPr>
            <p:cNvPr id="91" name="Google Shape;91;p1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 name="Google Shape;92;p13"/>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93" name="Google Shape;93;p13"/>
            <p:cNvCxnSpPr/>
            <p:nvPr/>
          </p:nvCxnSpPr>
          <p:spPr>
            <a:xfrm rot="10800000">
              <a:off x="8911200" y="49173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94" name="Google Shape;94;p13"/>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3"/>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6" name="Google Shape;96;p13"/>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3"/>
          </p:nvPr>
        </p:nvSpPr>
        <p:spPr>
          <a:xfrm>
            <a:off x="3418500"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8" name="Google Shape;98;p13"/>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9" name="Google Shape;99;p13"/>
          <p:cNvSpPr txBox="1">
            <a:spLocks noGrp="1"/>
          </p:cNvSpPr>
          <p:nvPr>
            <p:ph type="title" idx="5" hasCustomPrompt="1"/>
          </p:nvPr>
        </p:nvSpPr>
        <p:spPr>
          <a:xfrm>
            <a:off x="9195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a:spLocks noGrp="1"/>
          </p:cNvSpPr>
          <p:nvPr>
            <p:ph type="title" idx="6" hasCustomPrompt="1"/>
          </p:nvPr>
        </p:nvSpPr>
        <p:spPr>
          <a:xfrm>
            <a:off x="3509050"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a:spLocks noGrp="1"/>
          </p:cNvSpPr>
          <p:nvPr>
            <p:ph type="title" idx="7" hasCustomPrompt="1"/>
          </p:nvPr>
        </p:nvSpPr>
        <p:spPr>
          <a:xfrm>
            <a:off x="9195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a:spLocks noGrp="1"/>
          </p:cNvSpPr>
          <p:nvPr>
            <p:ph type="title" idx="8" hasCustomPrompt="1"/>
          </p:nvPr>
        </p:nvSpPr>
        <p:spPr>
          <a:xfrm>
            <a:off x="35282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4" name="Google Shape;104;p13"/>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3"/>
          <p:cNvSpPr txBox="1">
            <a:spLocks noGrp="1"/>
          </p:cNvSpPr>
          <p:nvPr>
            <p:ph type="title" idx="14" hasCustomPrompt="1"/>
          </p:nvPr>
        </p:nvSpPr>
        <p:spPr>
          <a:xfrm>
            <a:off x="61369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15" hasCustomPrompt="1"/>
          </p:nvPr>
        </p:nvSpPr>
        <p:spPr>
          <a:xfrm>
            <a:off x="61369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8" name="Google Shape;108;p13"/>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9" name="Google Shape;109;p13"/>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0" name="Google Shape;110;p13"/>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1" name="Google Shape;111;p13"/>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2" name="Google Shape;112;p13"/>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3"/>
        <p:cNvGrpSpPr/>
        <p:nvPr/>
      </p:nvGrpSpPr>
      <p:grpSpPr>
        <a:xfrm>
          <a:off x="0" y="0"/>
          <a:ext cx="0" cy="0"/>
          <a:chOff x="0" y="0"/>
          <a:chExt cx="0" cy="0"/>
        </a:xfrm>
      </p:grpSpPr>
      <p:sp>
        <p:nvSpPr>
          <p:cNvPr id="114" name="Google Shape;114;p14"/>
          <p:cNvSpPr/>
          <p:nvPr/>
        </p:nvSpPr>
        <p:spPr>
          <a:xfrm>
            <a:off x="-2125550" y="301862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14"/>
          <p:cNvGrpSpPr/>
          <p:nvPr/>
        </p:nvGrpSpPr>
        <p:grpSpPr>
          <a:xfrm>
            <a:off x="727425" y="-29250"/>
            <a:ext cx="8550550" cy="4637825"/>
            <a:chOff x="727425" y="-29250"/>
            <a:chExt cx="8550550" cy="4637825"/>
          </a:xfrm>
        </p:grpSpPr>
        <p:sp>
          <p:nvSpPr>
            <p:cNvPr id="116" name="Google Shape;116;p14"/>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7" name="Google Shape;117;p14"/>
            <p:cNvCxnSpPr/>
            <p:nvPr/>
          </p:nvCxnSpPr>
          <p:spPr>
            <a:xfrm rot="10800000">
              <a:off x="727425" y="-29250"/>
              <a:ext cx="0" cy="562800"/>
            </a:xfrm>
            <a:prstGeom prst="straightConnector1">
              <a:avLst/>
            </a:prstGeom>
            <a:noFill/>
            <a:ln w="19050" cap="flat" cmpd="sng">
              <a:solidFill>
                <a:schemeClr val="dk1"/>
              </a:solidFill>
              <a:prstDash val="solid"/>
              <a:round/>
              <a:headEnd type="none" w="med" len="med"/>
              <a:tailEnd type="none" w="med" len="med"/>
            </a:ln>
          </p:spPr>
        </p:cxnSp>
        <p:cxnSp>
          <p:nvCxnSpPr>
            <p:cNvPr id="118" name="Google Shape;118;p14"/>
            <p:cNvCxnSpPr/>
            <p:nvPr/>
          </p:nvCxnSpPr>
          <p:spPr>
            <a:xfrm>
              <a:off x="8430775" y="4608575"/>
              <a:ext cx="847200" cy="0"/>
            </a:xfrm>
            <a:prstGeom prst="straightConnector1">
              <a:avLst/>
            </a:prstGeom>
            <a:noFill/>
            <a:ln w="19050" cap="flat" cmpd="sng">
              <a:solidFill>
                <a:schemeClr val="dk1"/>
              </a:solidFill>
              <a:prstDash val="solid"/>
              <a:round/>
              <a:headEnd type="none" w="med" len="med"/>
              <a:tailEnd type="none" w="med" len="med"/>
            </a:ln>
          </p:spPr>
        </p:cxnSp>
      </p:grpSp>
      <p:sp>
        <p:nvSpPr>
          <p:cNvPr id="119" name="Google Shape;119;p14"/>
          <p:cNvSpPr txBox="1">
            <a:spLocks noGrp="1"/>
          </p:cNvSpPr>
          <p:nvPr>
            <p:ph type="title"/>
          </p:nvPr>
        </p:nvSpPr>
        <p:spPr>
          <a:xfrm>
            <a:off x="2212125" y="2464650"/>
            <a:ext cx="59139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sz="2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0" name="Google Shape;120;p14"/>
          <p:cNvSpPr txBox="1">
            <a:spLocks noGrp="1"/>
          </p:cNvSpPr>
          <p:nvPr>
            <p:ph type="subTitle" idx="1"/>
          </p:nvPr>
        </p:nvSpPr>
        <p:spPr>
          <a:xfrm>
            <a:off x="2212125" y="838350"/>
            <a:ext cx="5913900" cy="1626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atin typeface="Hanken Grotesk"/>
                <a:ea typeface="Hanken Grotesk"/>
                <a:cs typeface="Hanken Grotesk"/>
                <a:sym typeface="Hanken Grotesk"/>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121"/>
        <p:cNvGrpSpPr/>
        <p:nvPr/>
      </p:nvGrpSpPr>
      <p:grpSpPr>
        <a:xfrm>
          <a:off x="0" y="0"/>
          <a:ext cx="0" cy="0"/>
          <a:chOff x="0" y="0"/>
          <a:chExt cx="0" cy="0"/>
        </a:xfrm>
      </p:grpSpPr>
      <p:sp>
        <p:nvSpPr>
          <p:cNvPr id="122" name="Google Shape;122;p15"/>
          <p:cNvSpPr/>
          <p:nvPr/>
        </p:nvSpPr>
        <p:spPr>
          <a:xfrm>
            <a:off x="35528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15"/>
          <p:cNvGrpSpPr/>
          <p:nvPr/>
        </p:nvGrpSpPr>
        <p:grpSpPr>
          <a:xfrm>
            <a:off x="-50475" y="232800"/>
            <a:ext cx="8961675" cy="4684500"/>
            <a:chOff x="-50475" y="232800"/>
            <a:chExt cx="8961675" cy="4684500"/>
          </a:xfrm>
        </p:grpSpPr>
        <p:sp>
          <p:nvSpPr>
            <p:cNvPr id="124" name="Google Shape;124;p1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5" name="Google Shape;125;p15"/>
            <p:cNvCxnSpPr/>
            <p:nvPr/>
          </p:nvCxnSpPr>
          <p:spPr>
            <a:xfrm rot="10800000">
              <a:off x="-50475" y="232800"/>
              <a:ext cx="309300" cy="0"/>
            </a:xfrm>
            <a:prstGeom prst="straightConnector1">
              <a:avLst/>
            </a:prstGeom>
            <a:noFill/>
            <a:ln w="19050" cap="flat" cmpd="sng">
              <a:solidFill>
                <a:schemeClr val="dk1"/>
              </a:solidFill>
              <a:prstDash val="solid"/>
              <a:round/>
              <a:headEnd type="none" w="med" len="med"/>
              <a:tailEnd type="none" w="med" len="med"/>
            </a:ln>
          </p:spPr>
        </p:cxnSp>
      </p:grpSp>
      <p:sp>
        <p:nvSpPr>
          <p:cNvPr id="126" name="Google Shape;126;p15"/>
          <p:cNvSpPr txBox="1">
            <a:spLocks noGrp="1"/>
          </p:cNvSpPr>
          <p:nvPr>
            <p:ph type="title"/>
          </p:nvPr>
        </p:nvSpPr>
        <p:spPr>
          <a:xfrm>
            <a:off x="720000" y="1203900"/>
            <a:ext cx="3198300" cy="1502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7" name="Google Shape;127;p15"/>
          <p:cNvSpPr txBox="1">
            <a:spLocks noGrp="1"/>
          </p:cNvSpPr>
          <p:nvPr>
            <p:ph type="subTitle" idx="1"/>
          </p:nvPr>
        </p:nvSpPr>
        <p:spPr>
          <a:xfrm>
            <a:off x="720000" y="2706062"/>
            <a:ext cx="3198300" cy="146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 name="Google Shape;128;p15"/>
          <p:cNvSpPr>
            <a:spLocks noGrp="1"/>
          </p:cNvSpPr>
          <p:nvPr>
            <p:ph type="pic" idx="2"/>
          </p:nvPr>
        </p:nvSpPr>
        <p:spPr>
          <a:xfrm>
            <a:off x="4494050" y="0"/>
            <a:ext cx="4650000" cy="5143500"/>
          </a:xfrm>
          <a:prstGeom prst="rect">
            <a:avLst/>
          </a:prstGeom>
          <a:noFill/>
          <a:ln w="19050" cap="flat" cmpd="sng">
            <a:solidFill>
              <a:schemeClr val="dk1"/>
            </a:solidFill>
            <a:prstDash val="solid"/>
            <a:round/>
            <a:headEnd type="none" w="sm" len="sm"/>
            <a:tailEnd type="none" w="sm" len="sm"/>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29"/>
        <p:cNvGrpSpPr/>
        <p:nvPr/>
      </p:nvGrpSpPr>
      <p:grpSpPr>
        <a:xfrm>
          <a:off x="0" y="0"/>
          <a:ext cx="0" cy="0"/>
          <a:chOff x="0" y="0"/>
          <a:chExt cx="0" cy="0"/>
        </a:xfrm>
      </p:grpSpPr>
      <p:sp>
        <p:nvSpPr>
          <p:cNvPr id="130" name="Google Shape;130;p16"/>
          <p:cNvSpPr/>
          <p:nvPr/>
        </p:nvSpPr>
        <p:spPr>
          <a:xfrm>
            <a:off x="-923000" y="-945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 name="Google Shape;131;p16"/>
          <p:cNvGrpSpPr/>
          <p:nvPr/>
        </p:nvGrpSpPr>
        <p:grpSpPr>
          <a:xfrm>
            <a:off x="-19050" y="232800"/>
            <a:ext cx="9176275" cy="4684500"/>
            <a:chOff x="-19050" y="232800"/>
            <a:chExt cx="9176275" cy="4684500"/>
          </a:xfrm>
        </p:grpSpPr>
        <p:sp>
          <p:nvSpPr>
            <p:cNvPr id="132" name="Google Shape;132;p1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3" name="Google Shape;133;p16"/>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34" name="Google Shape;134;p16"/>
            <p:cNvCxnSpPr/>
            <p:nvPr/>
          </p:nvCxnSpPr>
          <p:spPr>
            <a:xfrm>
              <a:off x="8917525" y="4917300"/>
              <a:ext cx="239700" cy="0"/>
            </a:xfrm>
            <a:prstGeom prst="straightConnector1">
              <a:avLst/>
            </a:prstGeom>
            <a:noFill/>
            <a:ln w="19050" cap="flat" cmpd="sng">
              <a:solidFill>
                <a:schemeClr val="dk1"/>
              </a:solidFill>
              <a:prstDash val="solid"/>
              <a:round/>
              <a:headEnd type="none" w="med" len="med"/>
              <a:tailEnd type="none" w="med" len="med"/>
            </a:ln>
          </p:spPr>
        </p:cxnSp>
      </p:grpSp>
      <p:sp>
        <p:nvSpPr>
          <p:cNvPr id="135" name="Google Shape;135;p16"/>
          <p:cNvSpPr txBox="1">
            <a:spLocks noGrp="1"/>
          </p:cNvSpPr>
          <p:nvPr>
            <p:ph type="title"/>
          </p:nvPr>
        </p:nvSpPr>
        <p:spPr>
          <a:xfrm>
            <a:off x="878875" y="1533125"/>
            <a:ext cx="3024900" cy="6423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6" name="Google Shape;136;p16"/>
          <p:cNvSpPr txBox="1">
            <a:spLocks noGrp="1"/>
          </p:cNvSpPr>
          <p:nvPr>
            <p:ph type="subTitle" idx="1"/>
          </p:nvPr>
        </p:nvSpPr>
        <p:spPr>
          <a:xfrm>
            <a:off x="878875" y="2175300"/>
            <a:ext cx="3024900" cy="1211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CUSTOM_10">
    <p:spTree>
      <p:nvGrpSpPr>
        <p:cNvPr id="1" name="Shape 137"/>
        <p:cNvGrpSpPr/>
        <p:nvPr/>
      </p:nvGrpSpPr>
      <p:grpSpPr>
        <a:xfrm>
          <a:off x="0" y="0"/>
          <a:ext cx="0" cy="0"/>
          <a:chOff x="0" y="0"/>
          <a:chExt cx="0" cy="0"/>
        </a:xfrm>
      </p:grpSpPr>
      <p:sp>
        <p:nvSpPr>
          <p:cNvPr id="138" name="Google Shape;138;p17"/>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 name="Google Shape;139;p17"/>
          <p:cNvGrpSpPr/>
          <p:nvPr/>
        </p:nvGrpSpPr>
        <p:grpSpPr>
          <a:xfrm>
            <a:off x="232200" y="232800"/>
            <a:ext cx="8937900" cy="4932875"/>
            <a:chOff x="232200" y="232800"/>
            <a:chExt cx="8937900" cy="4932875"/>
          </a:xfrm>
        </p:grpSpPr>
        <p:sp>
          <p:nvSpPr>
            <p:cNvPr id="140" name="Google Shape;140;p17"/>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 name="Google Shape;141;p17"/>
            <p:cNvCxnSpPr/>
            <p:nvPr/>
          </p:nvCxnSpPr>
          <p:spPr>
            <a:xfrm rot="10800000">
              <a:off x="891120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42" name="Google Shape;142;p17"/>
            <p:cNvCxnSpPr/>
            <p:nvPr/>
          </p:nvCxnSpPr>
          <p:spPr>
            <a:xfrm>
              <a:off x="233525" y="4913075"/>
              <a:ext cx="0" cy="252600"/>
            </a:xfrm>
            <a:prstGeom prst="straightConnector1">
              <a:avLst/>
            </a:prstGeom>
            <a:noFill/>
            <a:ln w="19050" cap="flat" cmpd="sng">
              <a:solidFill>
                <a:schemeClr val="dk1"/>
              </a:solidFill>
              <a:prstDash val="solid"/>
              <a:round/>
              <a:headEnd type="none" w="med" len="med"/>
              <a:tailEnd type="none" w="med" len="med"/>
            </a:ln>
          </p:spPr>
        </p:cxnSp>
      </p:grpSp>
      <p:sp>
        <p:nvSpPr>
          <p:cNvPr id="143" name="Google Shape;143;p17"/>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a:endParaRPr/>
          </a:p>
        </p:txBody>
      </p:sp>
      <p:sp>
        <p:nvSpPr>
          <p:cNvPr id="144" name="Google Shape;144;p17"/>
          <p:cNvSpPr txBox="1">
            <a:spLocks noGrp="1"/>
          </p:cNvSpPr>
          <p:nvPr>
            <p:ph type="subTitle" idx="1"/>
          </p:nvPr>
        </p:nvSpPr>
        <p:spPr>
          <a:xfrm>
            <a:off x="713250" y="1017725"/>
            <a:ext cx="7717500" cy="889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10_1">
    <p:spTree>
      <p:nvGrpSpPr>
        <p:cNvPr id="1" name="Shape 145"/>
        <p:cNvGrpSpPr/>
        <p:nvPr/>
      </p:nvGrpSpPr>
      <p:grpSpPr>
        <a:xfrm>
          <a:off x="0" y="0"/>
          <a:ext cx="0" cy="0"/>
          <a:chOff x="0" y="0"/>
          <a:chExt cx="0" cy="0"/>
        </a:xfrm>
      </p:grpSpPr>
      <p:sp>
        <p:nvSpPr>
          <p:cNvPr id="146" name="Google Shape;146;p18"/>
          <p:cNvSpPr/>
          <p:nvPr/>
        </p:nvSpPr>
        <p:spPr>
          <a:xfrm>
            <a:off x="7069475" y="3282725"/>
            <a:ext cx="3701700" cy="3701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 name="Google Shape;147;p18"/>
          <p:cNvGrpSpPr/>
          <p:nvPr/>
        </p:nvGrpSpPr>
        <p:grpSpPr>
          <a:xfrm>
            <a:off x="-19050" y="232800"/>
            <a:ext cx="8930250" cy="5117250"/>
            <a:chOff x="-19050" y="232800"/>
            <a:chExt cx="8930250" cy="5117250"/>
          </a:xfrm>
        </p:grpSpPr>
        <p:sp>
          <p:nvSpPr>
            <p:cNvPr id="148" name="Google Shape;148;p1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9" name="Google Shape;149;p18"/>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50" name="Google Shape;150;p18"/>
            <p:cNvCxnSpPr/>
            <p:nvPr/>
          </p:nvCxnSpPr>
          <p:spPr>
            <a:xfrm rot="10800000">
              <a:off x="8911200" y="4917150"/>
              <a:ext cx="0" cy="432900"/>
            </a:xfrm>
            <a:prstGeom prst="straightConnector1">
              <a:avLst/>
            </a:prstGeom>
            <a:noFill/>
            <a:ln w="19050" cap="flat" cmpd="sng">
              <a:solidFill>
                <a:schemeClr val="dk1"/>
              </a:solidFill>
              <a:prstDash val="solid"/>
              <a:round/>
              <a:headEnd type="none" w="med" len="med"/>
              <a:tailEnd type="none" w="med" len="med"/>
            </a:ln>
          </p:spPr>
        </p:cxnSp>
      </p:grpSp>
      <p:sp>
        <p:nvSpPr>
          <p:cNvPr id="151" name="Google Shape;151;p18"/>
          <p:cNvSpPr txBox="1">
            <a:spLocks noGrp="1"/>
          </p:cNvSpPr>
          <p:nvPr>
            <p:ph type="title"/>
          </p:nvPr>
        </p:nvSpPr>
        <p:spPr>
          <a:xfrm>
            <a:off x="722326" y="445025"/>
            <a:ext cx="7708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a:endParaRPr/>
          </a:p>
        </p:txBody>
      </p:sp>
      <p:sp>
        <p:nvSpPr>
          <p:cNvPr id="152" name="Google Shape;152;p18"/>
          <p:cNvSpPr txBox="1">
            <a:spLocks noGrp="1"/>
          </p:cNvSpPr>
          <p:nvPr>
            <p:ph type="subTitle" idx="1"/>
          </p:nvPr>
        </p:nvSpPr>
        <p:spPr>
          <a:xfrm>
            <a:off x="713175" y="1421525"/>
            <a:ext cx="5945400" cy="26007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3"/>
        <p:cNvGrpSpPr/>
        <p:nvPr/>
      </p:nvGrpSpPr>
      <p:grpSpPr>
        <a:xfrm>
          <a:off x="0" y="0"/>
          <a:ext cx="0" cy="0"/>
          <a:chOff x="0" y="0"/>
          <a:chExt cx="0" cy="0"/>
        </a:xfrm>
      </p:grpSpPr>
      <p:sp>
        <p:nvSpPr>
          <p:cNvPr id="154" name="Google Shape;154;p19"/>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 name="Google Shape;155;p19"/>
          <p:cNvGrpSpPr/>
          <p:nvPr/>
        </p:nvGrpSpPr>
        <p:grpSpPr>
          <a:xfrm>
            <a:off x="232200" y="232800"/>
            <a:ext cx="8988300" cy="5000100"/>
            <a:chOff x="232200" y="232800"/>
            <a:chExt cx="8988300" cy="5000100"/>
          </a:xfrm>
        </p:grpSpPr>
        <p:sp>
          <p:nvSpPr>
            <p:cNvPr id="156" name="Google Shape;156;p1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7" name="Google Shape;157;p19"/>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158" name="Google Shape;158;p19"/>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159" name="Google Shape;15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0" name="Google Shape;160;p19"/>
          <p:cNvSpPr txBox="1">
            <a:spLocks noGrp="1"/>
          </p:cNvSpPr>
          <p:nvPr>
            <p:ph type="subTitle" idx="1"/>
          </p:nvPr>
        </p:nvSpPr>
        <p:spPr>
          <a:xfrm>
            <a:off x="977801" y="2514225"/>
            <a:ext cx="2242500" cy="994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1" name="Google Shape;161;p19"/>
          <p:cNvSpPr txBox="1">
            <a:spLocks noGrp="1"/>
          </p:cNvSpPr>
          <p:nvPr>
            <p:ph type="subTitle" idx="2"/>
          </p:nvPr>
        </p:nvSpPr>
        <p:spPr>
          <a:xfrm>
            <a:off x="3450748" y="2514225"/>
            <a:ext cx="2242500" cy="994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2" name="Google Shape;162;p19"/>
          <p:cNvSpPr txBox="1">
            <a:spLocks noGrp="1"/>
          </p:cNvSpPr>
          <p:nvPr>
            <p:ph type="subTitle" idx="3"/>
          </p:nvPr>
        </p:nvSpPr>
        <p:spPr>
          <a:xfrm>
            <a:off x="5923698" y="2514225"/>
            <a:ext cx="2242500" cy="994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3" name="Google Shape;163;p19"/>
          <p:cNvSpPr txBox="1">
            <a:spLocks noGrp="1"/>
          </p:cNvSpPr>
          <p:nvPr>
            <p:ph type="subTitle" idx="4"/>
          </p:nvPr>
        </p:nvSpPr>
        <p:spPr>
          <a:xfrm>
            <a:off x="977803" y="2285625"/>
            <a:ext cx="2242500" cy="365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64" name="Google Shape;164;p19"/>
          <p:cNvSpPr txBox="1">
            <a:spLocks noGrp="1"/>
          </p:cNvSpPr>
          <p:nvPr>
            <p:ph type="subTitle" idx="5"/>
          </p:nvPr>
        </p:nvSpPr>
        <p:spPr>
          <a:xfrm>
            <a:off x="3450747" y="2285625"/>
            <a:ext cx="2242500" cy="365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65" name="Google Shape;165;p19"/>
          <p:cNvSpPr txBox="1">
            <a:spLocks noGrp="1"/>
          </p:cNvSpPr>
          <p:nvPr>
            <p:ph type="subTitle" idx="6"/>
          </p:nvPr>
        </p:nvSpPr>
        <p:spPr>
          <a:xfrm>
            <a:off x="5923697" y="2285625"/>
            <a:ext cx="2242500" cy="365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6"/>
        <p:cNvGrpSpPr/>
        <p:nvPr/>
      </p:nvGrpSpPr>
      <p:grpSpPr>
        <a:xfrm>
          <a:off x="0" y="0"/>
          <a:ext cx="0" cy="0"/>
          <a:chOff x="0" y="0"/>
          <a:chExt cx="0" cy="0"/>
        </a:xfrm>
      </p:grpSpPr>
      <p:sp>
        <p:nvSpPr>
          <p:cNvPr id="167" name="Google Shape;167;p20"/>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20"/>
          <p:cNvGrpSpPr/>
          <p:nvPr/>
        </p:nvGrpSpPr>
        <p:grpSpPr>
          <a:xfrm>
            <a:off x="-725" y="1466925"/>
            <a:ext cx="939900" cy="2326875"/>
            <a:chOff x="-725" y="1466925"/>
            <a:chExt cx="939900" cy="2326875"/>
          </a:xfrm>
        </p:grpSpPr>
        <p:cxnSp>
          <p:nvCxnSpPr>
            <p:cNvPr id="169" name="Google Shape;169;p20"/>
            <p:cNvCxnSpPr/>
            <p:nvPr/>
          </p:nvCxnSpPr>
          <p:spPr>
            <a:xfrm>
              <a:off x="-725" y="1466925"/>
              <a:ext cx="939900" cy="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p:cNvCxnSpPr/>
            <p:nvPr/>
          </p:nvCxnSpPr>
          <p:spPr>
            <a:xfrm>
              <a:off x="-725" y="2668450"/>
              <a:ext cx="939900" cy="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p:cNvCxnSpPr/>
            <p:nvPr/>
          </p:nvCxnSpPr>
          <p:spPr>
            <a:xfrm>
              <a:off x="-725" y="3793800"/>
              <a:ext cx="939900" cy="0"/>
            </a:xfrm>
            <a:prstGeom prst="straightConnector1">
              <a:avLst/>
            </a:prstGeom>
            <a:noFill/>
            <a:ln w="19050" cap="flat" cmpd="sng">
              <a:solidFill>
                <a:schemeClr val="dk1"/>
              </a:solidFill>
              <a:prstDash val="solid"/>
              <a:round/>
              <a:headEnd type="none" w="med" len="med"/>
              <a:tailEnd type="none" w="med" len="med"/>
            </a:ln>
          </p:spPr>
        </p:cxnSp>
      </p:grpSp>
      <p:grpSp>
        <p:nvGrpSpPr>
          <p:cNvPr id="172" name="Google Shape;172;p20"/>
          <p:cNvGrpSpPr/>
          <p:nvPr/>
        </p:nvGrpSpPr>
        <p:grpSpPr>
          <a:xfrm>
            <a:off x="232200" y="232800"/>
            <a:ext cx="8988300" cy="5000100"/>
            <a:chOff x="232200" y="232800"/>
            <a:chExt cx="8988300" cy="5000100"/>
          </a:xfrm>
        </p:grpSpPr>
        <p:sp>
          <p:nvSpPr>
            <p:cNvPr id="173" name="Google Shape;173;p20"/>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4" name="Google Shape;174;p20"/>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175" name="Google Shape;175;p20"/>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176" name="Google Shape;176;p20"/>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20"/>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8" name="Google Shape;178;p20"/>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9" name="Google Shape;179;p20"/>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80" name="Google Shape;180;p20"/>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1" name="Google Shape;181;p20"/>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2" name="Google Shape;182;p20"/>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83"/>
        <p:cNvGrpSpPr/>
        <p:nvPr/>
      </p:nvGrpSpPr>
      <p:grpSpPr>
        <a:xfrm>
          <a:off x="0" y="0"/>
          <a:ext cx="0" cy="0"/>
          <a:chOff x="0" y="0"/>
          <a:chExt cx="0" cy="0"/>
        </a:xfrm>
      </p:grpSpPr>
      <p:sp>
        <p:nvSpPr>
          <p:cNvPr id="184" name="Google Shape;184;p21"/>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21"/>
          <p:cNvGrpSpPr/>
          <p:nvPr/>
        </p:nvGrpSpPr>
        <p:grpSpPr>
          <a:xfrm>
            <a:off x="232200" y="-60100"/>
            <a:ext cx="9070200" cy="4977400"/>
            <a:chOff x="232200" y="-60100"/>
            <a:chExt cx="9070200" cy="4977400"/>
          </a:xfrm>
        </p:grpSpPr>
        <p:sp>
          <p:nvSpPr>
            <p:cNvPr id="186" name="Google Shape;186;p21"/>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7" name="Google Shape;187;p21"/>
            <p:cNvCxnSpPr/>
            <p:nvPr/>
          </p:nvCxnSpPr>
          <p:spPr>
            <a:xfrm rot="10800000">
              <a:off x="232200" y="-60100"/>
              <a:ext cx="0" cy="296700"/>
            </a:xfrm>
            <a:prstGeom prst="straightConnector1">
              <a:avLst/>
            </a:prstGeom>
            <a:noFill/>
            <a:ln w="19050" cap="flat" cmpd="sng">
              <a:solidFill>
                <a:schemeClr val="dk1"/>
              </a:solidFill>
              <a:prstDash val="solid"/>
              <a:round/>
              <a:headEnd type="none" w="med" len="med"/>
              <a:tailEnd type="none" w="med" len="med"/>
            </a:ln>
          </p:spPr>
        </p:cxnSp>
        <p:cxnSp>
          <p:nvCxnSpPr>
            <p:cNvPr id="188" name="Google Shape;188;p21"/>
            <p:cNvCxnSpPr/>
            <p:nvPr/>
          </p:nvCxnSpPr>
          <p:spPr>
            <a:xfrm>
              <a:off x="8904900" y="4917300"/>
              <a:ext cx="397500" cy="0"/>
            </a:xfrm>
            <a:prstGeom prst="straightConnector1">
              <a:avLst/>
            </a:prstGeom>
            <a:noFill/>
            <a:ln w="19050" cap="flat" cmpd="sng">
              <a:solidFill>
                <a:schemeClr val="dk1"/>
              </a:solidFill>
              <a:prstDash val="solid"/>
              <a:round/>
              <a:headEnd type="none" w="med" len="med"/>
              <a:tailEnd type="none" w="med" len="med"/>
            </a:ln>
          </p:spPr>
        </p:cxnSp>
      </p:grpSp>
      <p:sp>
        <p:nvSpPr>
          <p:cNvPr id="189" name="Google Shape;189;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0" name="Google Shape;190;p21"/>
          <p:cNvSpPr txBox="1">
            <a:spLocks noGrp="1"/>
          </p:cNvSpPr>
          <p:nvPr>
            <p:ph type="subTitle" idx="1"/>
          </p:nvPr>
        </p:nvSpPr>
        <p:spPr>
          <a:xfrm>
            <a:off x="2032350" y="1565625"/>
            <a:ext cx="48768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91" name="Google Shape;191;p21"/>
          <p:cNvSpPr txBox="1">
            <a:spLocks noGrp="1"/>
          </p:cNvSpPr>
          <p:nvPr>
            <p:ph type="subTitle" idx="2"/>
          </p:nvPr>
        </p:nvSpPr>
        <p:spPr>
          <a:xfrm>
            <a:off x="2641957" y="2723563"/>
            <a:ext cx="48768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92" name="Google Shape;192;p21"/>
          <p:cNvSpPr txBox="1">
            <a:spLocks noGrp="1"/>
          </p:cNvSpPr>
          <p:nvPr>
            <p:ph type="subTitle" idx="3"/>
          </p:nvPr>
        </p:nvSpPr>
        <p:spPr>
          <a:xfrm>
            <a:off x="3251557" y="3881500"/>
            <a:ext cx="48768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93" name="Google Shape;193;p21"/>
          <p:cNvSpPr txBox="1">
            <a:spLocks noGrp="1"/>
          </p:cNvSpPr>
          <p:nvPr>
            <p:ph type="subTitle" idx="4"/>
          </p:nvPr>
        </p:nvSpPr>
        <p:spPr>
          <a:xfrm>
            <a:off x="2032350" y="1253625"/>
            <a:ext cx="4876800" cy="427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94" name="Google Shape;194;p21"/>
          <p:cNvSpPr txBox="1">
            <a:spLocks noGrp="1"/>
          </p:cNvSpPr>
          <p:nvPr>
            <p:ph type="subTitle" idx="5"/>
          </p:nvPr>
        </p:nvSpPr>
        <p:spPr>
          <a:xfrm>
            <a:off x="2641950" y="2412275"/>
            <a:ext cx="48768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95" name="Google Shape;195;p21"/>
          <p:cNvSpPr txBox="1">
            <a:spLocks noGrp="1"/>
          </p:cNvSpPr>
          <p:nvPr>
            <p:ph type="subTitle" idx="6"/>
          </p:nvPr>
        </p:nvSpPr>
        <p:spPr>
          <a:xfrm>
            <a:off x="3251550" y="3570925"/>
            <a:ext cx="48768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96"/>
        <p:cNvGrpSpPr/>
        <p:nvPr/>
      </p:nvGrpSpPr>
      <p:grpSpPr>
        <a:xfrm>
          <a:off x="0" y="0"/>
          <a:ext cx="0" cy="0"/>
          <a:chOff x="0" y="0"/>
          <a:chExt cx="0" cy="0"/>
        </a:xfrm>
      </p:grpSpPr>
      <p:sp>
        <p:nvSpPr>
          <p:cNvPr id="197" name="Google Shape;197;p22"/>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 name="Google Shape;198;p22"/>
          <p:cNvGrpSpPr/>
          <p:nvPr/>
        </p:nvGrpSpPr>
        <p:grpSpPr>
          <a:xfrm>
            <a:off x="-19050" y="232800"/>
            <a:ext cx="9189150" cy="4684500"/>
            <a:chOff x="-19050" y="232800"/>
            <a:chExt cx="9189150" cy="4684500"/>
          </a:xfrm>
        </p:grpSpPr>
        <p:sp>
          <p:nvSpPr>
            <p:cNvPr id="199" name="Google Shape;199;p22"/>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 name="Google Shape;200;p22"/>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201" name="Google Shape;201;p22"/>
            <p:cNvCxnSpPr/>
            <p:nvPr/>
          </p:nvCxnSpPr>
          <p:spPr>
            <a:xfrm rot="10800000">
              <a:off x="8911200" y="49173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202" name="Google Shape;202;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3" name="Google Shape;203;p22"/>
          <p:cNvSpPr txBox="1">
            <a:spLocks noGrp="1"/>
          </p:cNvSpPr>
          <p:nvPr>
            <p:ph type="subTitle" idx="1"/>
          </p:nvPr>
        </p:nvSpPr>
        <p:spPr>
          <a:xfrm>
            <a:off x="1762571" y="1752725"/>
            <a:ext cx="2687400" cy="9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4" name="Google Shape;204;p22"/>
          <p:cNvSpPr txBox="1">
            <a:spLocks noGrp="1"/>
          </p:cNvSpPr>
          <p:nvPr>
            <p:ph type="subTitle" idx="2"/>
          </p:nvPr>
        </p:nvSpPr>
        <p:spPr>
          <a:xfrm>
            <a:off x="5132667" y="1752725"/>
            <a:ext cx="2687400" cy="9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5" name="Google Shape;205;p22"/>
          <p:cNvSpPr txBox="1">
            <a:spLocks noGrp="1"/>
          </p:cNvSpPr>
          <p:nvPr>
            <p:ph type="subTitle" idx="3"/>
          </p:nvPr>
        </p:nvSpPr>
        <p:spPr>
          <a:xfrm>
            <a:off x="1762571" y="3336725"/>
            <a:ext cx="2687400" cy="9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6" name="Google Shape;206;p22"/>
          <p:cNvSpPr txBox="1">
            <a:spLocks noGrp="1"/>
          </p:cNvSpPr>
          <p:nvPr>
            <p:ph type="subTitle" idx="4"/>
          </p:nvPr>
        </p:nvSpPr>
        <p:spPr>
          <a:xfrm>
            <a:off x="5132667" y="3336725"/>
            <a:ext cx="2687400" cy="9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7" name="Google Shape;207;p22"/>
          <p:cNvSpPr txBox="1">
            <a:spLocks noGrp="1"/>
          </p:cNvSpPr>
          <p:nvPr>
            <p:ph type="subTitle" idx="5"/>
          </p:nvPr>
        </p:nvSpPr>
        <p:spPr>
          <a:xfrm>
            <a:off x="1762571" y="1524200"/>
            <a:ext cx="2687400" cy="354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08" name="Google Shape;208;p22"/>
          <p:cNvSpPr txBox="1">
            <a:spLocks noGrp="1"/>
          </p:cNvSpPr>
          <p:nvPr>
            <p:ph type="subTitle" idx="6"/>
          </p:nvPr>
        </p:nvSpPr>
        <p:spPr>
          <a:xfrm>
            <a:off x="5132667" y="1524200"/>
            <a:ext cx="2687400" cy="354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09" name="Google Shape;209;p22"/>
          <p:cNvSpPr txBox="1">
            <a:spLocks noGrp="1"/>
          </p:cNvSpPr>
          <p:nvPr>
            <p:ph type="subTitle" idx="7"/>
          </p:nvPr>
        </p:nvSpPr>
        <p:spPr>
          <a:xfrm>
            <a:off x="1762571" y="3091838"/>
            <a:ext cx="2687400" cy="354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10" name="Google Shape;210;p22"/>
          <p:cNvSpPr txBox="1">
            <a:spLocks noGrp="1"/>
          </p:cNvSpPr>
          <p:nvPr>
            <p:ph type="subTitle" idx="8"/>
          </p:nvPr>
        </p:nvSpPr>
        <p:spPr>
          <a:xfrm>
            <a:off x="5132667" y="3091838"/>
            <a:ext cx="2687400" cy="354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11"/>
        <p:cNvGrpSpPr/>
        <p:nvPr/>
      </p:nvGrpSpPr>
      <p:grpSpPr>
        <a:xfrm>
          <a:off x="0" y="0"/>
          <a:ext cx="0" cy="0"/>
          <a:chOff x="0" y="0"/>
          <a:chExt cx="0" cy="0"/>
        </a:xfrm>
      </p:grpSpPr>
      <p:sp>
        <p:nvSpPr>
          <p:cNvPr id="212" name="Google Shape;212;p23"/>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 name="Google Shape;213;p23"/>
          <p:cNvGrpSpPr/>
          <p:nvPr/>
        </p:nvGrpSpPr>
        <p:grpSpPr>
          <a:xfrm>
            <a:off x="232200" y="232800"/>
            <a:ext cx="8988300" cy="5000100"/>
            <a:chOff x="232200" y="232800"/>
            <a:chExt cx="8988300" cy="5000100"/>
          </a:xfrm>
        </p:grpSpPr>
        <p:sp>
          <p:nvSpPr>
            <p:cNvPr id="214" name="Google Shape;214;p2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5" name="Google Shape;215;p23"/>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216" name="Google Shape;216;p23"/>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217" name="Google Shape;217;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8" name="Google Shape;218;p23"/>
          <p:cNvSpPr txBox="1">
            <a:spLocks noGrp="1"/>
          </p:cNvSpPr>
          <p:nvPr>
            <p:ph type="subTitle" idx="1"/>
          </p:nvPr>
        </p:nvSpPr>
        <p:spPr>
          <a:xfrm>
            <a:off x="874134" y="2145979"/>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19" name="Google Shape;219;p23"/>
          <p:cNvSpPr txBox="1">
            <a:spLocks noGrp="1"/>
          </p:cNvSpPr>
          <p:nvPr>
            <p:ph type="subTitle" idx="2"/>
          </p:nvPr>
        </p:nvSpPr>
        <p:spPr>
          <a:xfrm>
            <a:off x="3319800" y="2145979"/>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0" name="Google Shape;220;p23"/>
          <p:cNvSpPr txBox="1">
            <a:spLocks noGrp="1"/>
          </p:cNvSpPr>
          <p:nvPr>
            <p:ph type="subTitle" idx="3"/>
          </p:nvPr>
        </p:nvSpPr>
        <p:spPr>
          <a:xfrm>
            <a:off x="874134" y="3635775"/>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1" name="Google Shape;221;p23"/>
          <p:cNvSpPr txBox="1">
            <a:spLocks noGrp="1"/>
          </p:cNvSpPr>
          <p:nvPr>
            <p:ph type="subTitle" idx="4"/>
          </p:nvPr>
        </p:nvSpPr>
        <p:spPr>
          <a:xfrm>
            <a:off x="3319800" y="3635775"/>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2" name="Google Shape;222;p23"/>
          <p:cNvSpPr txBox="1">
            <a:spLocks noGrp="1"/>
          </p:cNvSpPr>
          <p:nvPr>
            <p:ph type="subTitle" idx="5"/>
          </p:nvPr>
        </p:nvSpPr>
        <p:spPr>
          <a:xfrm>
            <a:off x="5765466" y="2145979"/>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3" name="Google Shape;223;p23"/>
          <p:cNvSpPr txBox="1">
            <a:spLocks noGrp="1"/>
          </p:cNvSpPr>
          <p:nvPr>
            <p:ph type="subTitle" idx="6"/>
          </p:nvPr>
        </p:nvSpPr>
        <p:spPr>
          <a:xfrm>
            <a:off x="5765466" y="3635775"/>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4" name="Google Shape;224;p23"/>
          <p:cNvSpPr txBox="1">
            <a:spLocks noGrp="1"/>
          </p:cNvSpPr>
          <p:nvPr>
            <p:ph type="subTitle" idx="7"/>
          </p:nvPr>
        </p:nvSpPr>
        <p:spPr>
          <a:xfrm>
            <a:off x="872334" y="1769325"/>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5" name="Google Shape;225;p23"/>
          <p:cNvSpPr txBox="1">
            <a:spLocks noGrp="1"/>
          </p:cNvSpPr>
          <p:nvPr>
            <p:ph type="subTitle" idx="8"/>
          </p:nvPr>
        </p:nvSpPr>
        <p:spPr>
          <a:xfrm>
            <a:off x="3318000" y="1769325"/>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6" name="Google Shape;226;p23"/>
          <p:cNvSpPr txBox="1">
            <a:spLocks noGrp="1"/>
          </p:cNvSpPr>
          <p:nvPr>
            <p:ph type="subTitle" idx="9"/>
          </p:nvPr>
        </p:nvSpPr>
        <p:spPr>
          <a:xfrm>
            <a:off x="5763666" y="1769325"/>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7" name="Google Shape;227;p23"/>
          <p:cNvSpPr txBox="1">
            <a:spLocks noGrp="1"/>
          </p:cNvSpPr>
          <p:nvPr>
            <p:ph type="subTitle" idx="13"/>
          </p:nvPr>
        </p:nvSpPr>
        <p:spPr>
          <a:xfrm>
            <a:off x="872334" y="3258926"/>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8" name="Google Shape;228;p23"/>
          <p:cNvSpPr txBox="1">
            <a:spLocks noGrp="1"/>
          </p:cNvSpPr>
          <p:nvPr>
            <p:ph type="subTitle" idx="14"/>
          </p:nvPr>
        </p:nvSpPr>
        <p:spPr>
          <a:xfrm>
            <a:off x="3318000" y="3258926"/>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9" name="Google Shape;229;p23"/>
          <p:cNvSpPr txBox="1">
            <a:spLocks noGrp="1"/>
          </p:cNvSpPr>
          <p:nvPr>
            <p:ph type="subTitle" idx="15"/>
          </p:nvPr>
        </p:nvSpPr>
        <p:spPr>
          <a:xfrm>
            <a:off x="5763666" y="3258926"/>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230"/>
        <p:cNvGrpSpPr/>
        <p:nvPr/>
      </p:nvGrpSpPr>
      <p:grpSpPr>
        <a:xfrm>
          <a:off x="0" y="0"/>
          <a:ext cx="0" cy="0"/>
          <a:chOff x="0" y="0"/>
          <a:chExt cx="0" cy="0"/>
        </a:xfrm>
      </p:grpSpPr>
      <p:sp>
        <p:nvSpPr>
          <p:cNvPr id="231" name="Google Shape;231;p24"/>
          <p:cNvSpPr/>
          <p:nvPr/>
        </p:nvSpPr>
        <p:spPr>
          <a:xfrm>
            <a:off x="6309175" y="248697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2" name="Google Shape;232;p24"/>
          <p:cNvGrpSpPr/>
          <p:nvPr/>
        </p:nvGrpSpPr>
        <p:grpSpPr>
          <a:xfrm>
            <a:off x="-69525" y="539500"/>
            <a:ext cx="9455500" cy="4069200"/>
            <a:chOff x="-69525" y="539500"/>
            <a:chExt cx="9455500" cy="4069200"/>
          </a:xfrm>
        </p:grpSpPr>
        <p:grpSp>
          <p:nvGrpSpPr>
            <p:cNvPr id="233" name="Google Shape;233;p24"/>
            <p:cNvGrpSpPr/>
            <p:nvPr/>
          </p:nvGrpSpPr>
          <p:grpSpPr>
            <a:xfrm>
              <a:off x="713225" y="539500"/>
              <a:ext cx="8672750" cy="4069200"/>
              <a:chOff x="713225" y="539500"/>
              <a:chExt cx="8672750" cy="4069200"/>
            </a:xfrm>
          </p:grpSpPr>
          <p:sp>
            <p:nvSpPr>
              <p:cNvPr id="234" name="Google Shape;234;p24"/>
              <p:cNvSpPr/>
              <p:nvPr/>
            </p:nvSpPr>
            <p:spPr>
              <a:xfrm>
                <a:off x="713225" y="539500"/>
                <a:ext cx="7717500" cy="4069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5" name="Google Shape;235;p24"/>
              <p:cNvCxnSpPr/>
              <p:nvPr/>
            </p:nvCxnSpPr>
            <p:spPr>
              <a:xfrm>
                <a:off x="8407675" y="4608575"/>
                <a:ext cx="978300" cy="0"/>
              </a:xfrm>
              <a:prstGeom prst="straightConnector1">
                <a:avLst/>
              </a:prstGeom>
              <a:noFill/>
              <a:ln w="19050" cap="flat" cmpd="sng">
                <a:solidFill>
                  <a:schemeClr val="dk1"/>
                </a:solidFill>
                <a:prstDash val="solid"/>
                <a:round/>
                <a:headEnd type="none" w="med" len="med"/>
                <a:tailEnd type="none" w="med" len="med"/>
              </a:ln>
            </p:spPr>
          </p:cxnSp>
        </p:grpSp>
        <p:cxnSp>
          <p:nvCxnSpPr>
            <p:cNvPr id="236" name="Google Shape;236;p24"/>
            <p:cNvCxnSpPr/>
            <p:nvPr/>
          </p:nvCxnSpPr>
          <p:spPr>
            <a:xfrm rot="10800000">
              <a:off x="-69525" y="539500"/>
              <a:ext cx="789000" cy="0"/>
            </a:xfrm>
            <a:prstGeom prst="straightConnector1">
              <a:avLst/>
            </a:prstGeom>
            <a:noFill/>
            <a:ln w="19050" cap="flat" cmpd="sng">
              <a:solidFill>
                <a:schemeClr val="dk1"/>
              </a:solidFill>
              <a:prstDash val="solid"/>
              <a:round/>
              <a:headEnd type="none" w="med" len="med"/>
              <a:tailEnd type="none" w="med" len="med"/>
            </a:ln>
          </p:spPr>
        </p:cxnSp>
      </p:grpSp>
      <p:sp>
        <p:nvSpPr>
          <p:cNvPr id="237" name="Google Shape;237;p24"/>
          <p:cNvSpPr txBox="1">
            <a:spLocks noGrp="1"/>
          </p:cNvSpPr>
          <p:nvPr>
            <p:ph type="title" hasCustomPrompt="1"/>
          </p:nvPr>
        </p:nvSpPr>
        <p:spPr>
          <a:xfrm>
            <a:off x="707575" y="539500"/>
            <a:ext cx="4051200" cy="768900"/>
          </a:xfrm>
          <a:prstGeom prst="rect">
            <a:avLst/>
          </a:prstGeom>
          <a:solidFill>
            <a:schemeClr val="dk1"/>
          </a:solidFill>
        </p:spPr>
        <p:txBody>
          <a:bodyPr spcFirstLastPara="1" wrap="square" lIns="91425" tIns="91425" rIns="91425" bIns="91425" anchor="ctr" anchorCtr="0">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8" name="Google Shape;238;p24"/>
          <p:cNvSpPr txBox="1">
            <a:spLocks noGrp="1"/>
          </p:cNvSpPr>
          <p:nvPr>
            <p:ph type="subTitle" idx="1"/>
          </p:nvPr>
        </p:nvSpPr>
        <p:spPr>
          <a:xfrm>
            <a:off x="707575" y="1308392"/>
            <a:ext cx="4051200" cy="410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239" name="Google Shape;239;p24"/>
          <p:cNvSpPr txBox="1">
            <a:spLocks noGrp="1"/>
          </p:cNvSpPr>
          <p:nvPr>
            <p:ph type="title" idx="2" hasCustomPrompt="1"/>
          </p:nvPr>
        </p:nvSpPr>
        <p:spPr>
          <a:xfrm>
            <a:off x="707575" y="1901349"/>
            <a:ext cx="4051200" cy="768900"/>
          </a:xfrm>
          <a:prstGeom prst="rect">
            <a:avLst/>
          </a:prstGeom>
          <a:solidFill>
            <a:schemeClr val="dk1"/>
          </a:solidFill>
        </p:spPr>
        <p:txBody>
          <a:bodyPr spcFirstLastPara="1" wrap="square" lIns="91425" tIns="91425" rIns="91425" bIns="91425" anchor="ctr" anchorCtr="0">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0" name="Google Shape;240;p24"/>
          <p:cNvSpPr txBox="1">
            <a:spLocks noGrp="1"/>
          </p:cNvSpPr>
          <p:nvPr>
            <p:ph type="subTitle" idx="3"/>
          </p:nvPr>
        </p:nvSpPr>
        <p:spPr>
          <a:xfrm>
            <a:off x="707575" y="2670245"/>
            <a:ext cx="4051200" cy="410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241" name="Google Shape;241;p24"/>
          <p:cNvSpPr txBox="1">
            <a:spLocks noGrp="1"/>
          </p:cNvSpPr>
          <p:nvPr>
            <p:ph type="title" idx="4" hasCustomPrompt="1"/>
          </p:nvPr>
        </p:nvSpPr>
        <p:spPr>
          <a:xfrm>
            <a:off x="707575" y="3263198"/>
            <a:ext cx="4051200" cy="768900"/>
          </a:xfrm>
          <a:prstGeom prst="rect">
            <a:avLst/>
          </a:prstGeom>
          <a:solidFill>
            <a:schemeClr val="dk1"/>
          </a:solidFill>
        </p:spPr>
        <p:txBody>
          <a:bodyPr spcFirstLastPara="1" wrap="square" lIns="91425" tIns="91425" rIns="91425" bIns="91425" anchor="ctr" anchorCtr="0">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2" name="Google Shape;242;p24"/>
          <p:cNvSpPr txBox="1">
            <a:spLocks noGrp="1"/>
          </p:cNvSpPr>
          <p:nvPr>
            <p:ph type="subTitle" idx="5"/>
          </p:nvPr>
        </p:nvSpPr>
        <p:spPr>
          <a:xfrm>
            <a:off x="707575" y="4032098"/>
            <a:ext cx="4051200" cy="410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243"/>
        <p:cNvGrpSpPr/>
        <p:nvPr/>
      </p:nvGrpSpPr>
      <p:grpSpPr>
        <a:xfrm>
          <a:off x="0" y="0"/>
          <a:ext cx="0" cy="0"/>
          <a:chOff x="0" y="0"/>
          <a:chExt cx="0" cy="0"/>
        </a:xfrm>
      </p:grpSpPr>
      <p:sp>
        <p:nvSpPr>
          <p:cNvPr id="244" name="Google Shape;244;p25"/>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25"/>
          <p:cNvGrpSpPr/>
          <p:nvPr/>
        </p:nvGrpSpPr>
        <p:grpSpPr>
          <a:xfrm>
            <a:off x="-19050" y="232800"/>
            <a:ext cx="9189150" cy="4684500"/>
            <a:chOff x="-19050" y="232800"/>
            <a:chExt cx="9189150" cy="4684500"/>
          </a:xfrm>
        </p:grpSpPr>
        <p:sp>
          <p:nvSpPr>
            <p:cNvPr id="246" name="Google Shape;246;p2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7" name="Google Shape;247;p25"/>
            <p:cNvCxnSpPr/>
            <p:nvPr/>
          </p:nvCxnSpPr>
          <p:spPr>
            <a:xfrm rot="10800000">
              <a:off x="-19050" y="49173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248" name="Google Shape;248;p25"/>
            <p:cNvCxnSpPr/>
            <p:nvPr/>
          </p:nvCxnSpPr>
          <p:spPr>
            <a:xfrm rot="10800000">
              <a:off x="8911200" y="2328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249" name="Google Shape;249;p25"/>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Shape 250"/>
        <p:cNvGrpSpPr/>
        <p:nvPr/>
      </p:nvGrpSpPr>
      <p:grpSpPr>
        <a:xfrm>
          <a:off x="0" y="0"/>
          <a:ext cx="0" cy="0"/>
          <a:chOff x="0" y="0"/>
          <a:chExt cx="0" cy="0"/>
        </a:xfrm>
      </p:grpSpPr>
      <p:sp>
        <p:nvSpPr>
          <p:cNvPr id="251" name="Google Shape;251;p26"/>
          <p:cNvSpPr/>
          <p:nvPr/>
        </p:nvSpPr>
        <p:spPr>
          <a:xfrm>
            <a:off x="-9243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2" name="Google Shape;252;p26"/>
          <p:cNvGrpSpPr/>
          <p:nvPr/>
        </p:nvGrpSpPr>
        <p:grpSpPr>
          <a:xfrm>
            <a:off x="232200" y="232800"/>
            <a:ext cx="8988300" cy="4964300"/>
            <a:chOff x="232200" y="232800"/>
            <a:chExt cx="8988300" cy="4964300"/>
          </a:xfrm>
        </p:grpSpPr>
        <p:sp>
          <p:nvSpPr>
            <p:cNvPr id="253" name="Google Shape;253;p2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4" name="Google Shape;254;p26"/>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255" name="Google Shape;255;p26"/>
            <p:cNvCxnSpPr/>
            <p:nvPr/>
          </p:nvCxnSpPr>
          <p:spPr>
            <a:xfrm rot="10800000">
              <a:off x="232200" y="4890500"/>
              <a:ext cx="0" cy="306600"/>
            </a:xfrm>
            <a:prstGeom prst="straightConnector1">
              <a:avLst/>
            </a:prstGeom>
            <a:noFill/>
            <a:ln w="19050" cap="flat" cmpd="sng">
              <a:solidFill>
                <a:schemeClr val="dk1"/>
              </a:solidFill>
              <a:prstDash val="solid"/>
              <a:round/>
              <a:headEnd type="none" w="med" len="med"/>
              <a:tailEnd type="none" w="med" len="med"/>
            </a:ln>
          </p:spPr>
        </p:cxnSp>
      </p:grpSp>
      <p:sp>
        <p:nvSpPr>
          <p:cNvPr id="256" name="Google Shape;256;p26"/>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57"/>
        <p:cNvGrpSpPr/>
        <p:nvPr/>
      </p:nvGrpSpPr>
      <p:grpSpPr>
        <a:xfrm>
          <a:off x="0" y="0"/>
          <a:ext cx="0" cy="0"/>
          <a:chOff x="0" y="0"/>
          <a:chExt cx="0" cy="0"/>
        </a:xfrm>
      </p:grpSpPr>
      <p:sp>
        <p:nvSpPr>
          <p:cNvPr id="258" name="Google Shape;258;p27"/>
          <p:cNvSpPr/>
          <p:nvPr/>
        </p:nvSpPr>
        <p:spPr>
          <a:xfrm>
            <a:off x="6677100" y="-9050"/>
            <a:ext cx="5161500" cy="51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 name="Google Shape;259;p27"/>
          <p:cNvGrpSpPr/>
          <p:nvPr/>
        </p:nvGrpSpPr>
        <p:grpSpPr>
          <a:xfrm>
            <a:off x="713223" y="-79050"/>
            <a:ext cx="8791100" cy="4687625"/>
            <a:chOff x="-669332" y="-79050"/>
            <a:chExt cx="10173707" cy="4687625"/>
          </a:xfrm>
        </p:grpSpPr>
        <p:sp>
          <p:nvSpPr>
            <p:cNvPr id="260" name="Google Shape;260;p27"/>
            <p:cNvSpPr/>
            <p:nvPr/>
          </p:nvSpPr>
          <p:spPr>
            <a:xfrm>
              <a:off x="-669325" y="533550"/>
              <a:ext cx="91002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1" name="Google Shape;261;p27"/>
            <p:cNvCxnSpPr/>
            <p:nvPr/>
          </p:nvCxnSpPr>
          <p:spPr>
            <a:xfrm rot="10800000">
              <a:off x="-669332" y="-79050"/>
              <a:ext cx="0" cy="624900"/>
            </a:xfrm>
            <a:prstGeom prst="straightConnector1">
              <a:avLst/>
            </a:prstGeom>
            <a:noFill/>
            <a:ln w="19050" cap="flat" cmpd="sng">
              <a:solidFill>
                <a:schemeClr val="dk1"/>
              </a:solidFill>
              <a:prstDash val="solid"/>
              <a:round/>
              <a:headEnd type="none" w="med" len="med"/>
              <a:tailEnd type="none" w="med" len="med"/>
            </a:ln>
          </p:spPr>
        </p:cxnSp>
        <p:cxnSp>
          <p:nvCxnSpPr>
            <p:cNvPr id="262" name="Google Shape;262;p27"/>
            <p:cNvCxnSpPr/>
            <p:nvPr/>
          </p:nvCxnSpPr>
          <p:spPr>
            <a:xfrm>
              <a:off x="8425275" y="4608575"/>
              <a:ext cx="1079100" cy="0"/>
            </a:xfrm>
            <a:prstGeom prst="straightConnector1">
              <a:avLst/>
            </a:prstGeom>
            <a:noFill/>
            <a:ln w="19050" cap="flat" cmpd="sng">
              <a:solidFill>
                <a:schemeClr val="dk1"/>
              </a:solidFill>
              <a:prstDash val="solid"/>
              <a:round/>
              <a:headEnd type="none" w="med" len="med"/>
              <a:tailEnd type="none" w="med" len="med"/>
            </a:ln>
          </p:spPr>
        </p:cxnSp>
      </p:grpSp>
      <p:sp>
        <p:nvSpPr>
          <p:cNvPr id="263" name="Google Shape;263;p27"/>
          <p:cNvSpPr txBox="1">
            <a:spLocks noGrp="1"/>
          </p:cNvSpPr>
          <p:nvPr>
            <p:ph type="title"/>
          </p:nvPr>
        </p:nvSpPr>
        <p:spPr>
          <a:xfrm>
            <a:off x="1094263" y="778325"/>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5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4" name="Google Shape;264;p27"/>
          <p:cNvSpPr txBox="1">
            <a:spLocks noGrp="1"/>
          </p:cNvSpPr>
          <p:nvPr>
            <p:ph type="subTitle" idx="1"/>
          </p:nvPr>
        </p:nvSpPr>
        <p:spPr>
          <a:xfrm>
            <a:off x="1094225" y="1651512"/>
            <a:ext cx="4448100" cy="1224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5" name="Google Shape;265;p27"/>
          <p:cNvSpPr txBox="1"/>
          <p:nvPr/>
        </p:nvSpPr>
        <p:spPr>
          <a:xfrm>
            <a:off x="1094225" y="3383825"/>
            <a:ext cx="5797200" cy="55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en" sz="1200">
                <a:solidFill>
                  <a:schemeClr val="dk1"/>
                </a:solidFill>
                <a:latin typeface="Hanken Grotesk"/>
                <a:ea typeface="Hanken Grotesk"/>
                <a:cs typeface="Hanken Grotesk"/>
                <a:sym typeface="Hanken Grotesk"/>
              </a:rPr>
              <a:t>CREDITS: This presentation template was created by </a:t>
            </a:r>
            <a:r>
              <a:rPr lang="en" sz="1200" b="1" u="sng">
                <a:solidFill>
                  <a:schemeClr val="dk1"/>
                </a:solidFill>
                <a:latin typeface="Hanken Grotesk"/>
                <a:ea typeface="Hanken Grotesk"/>
                <a:cs typeface="Hanken Grotesk"/>
                <a:sym typeface="Hanken Grotesk"/>
                <a:hlinkClick r:id="rId2">
                  <a:extLst>
                    <a:ext uri="{A12FA001-AC4F-418D-AE19-62706E023703}">
                      <ahyp:hlinkClr xmlns:ahyp="http://schemas.microsoft.com/office/drawing/2018/hyperlinkcolor" val="tx"/>
                    </a:ext>
                  </a:extLst>
                </a:hlinkClick>
              </a:rPr>
              <a:t>Slidesgo</a:t>
            </a:r>
            <a:r>
              <a:rPr lang="en" sz="1200" b="1">
                <a:solidFill>
                  <a:schemeClr val="dk1"/>
                </a:solidFill>
                <a:latin typeface="Hanken Grotesk"/>
                <a:ea typeface="Hanken Grotesk"/>
                <a:cs typeface="Hanken Grotesk"/>
                <a:sym typeface="Hanken Grotesk"/>
              </a:rPr>
              <a:t>,</a:t>
            </a:r>
            <a:r>
              <a:rPr lang="en" sz="1200">
                <a:solidFill>
                  <a:schemeClr val="dk1"/>
                </a:solidFill>
                <a:latin typeface="Hanken Grotesk"/>
                <a:ea typeface="Hanken Grotesk"/>
                <a:cs typeface="Hanken Grotesk"/>
                <a:sym typeface="Hanken Grotesk"/>
              </a:rPr>
              <a:t> and includes icons, infographics &amp; images by </a:t>
            </a:r>
            <a:r>
              <a:rPr lang="en" sz="12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Freepik</a:t>
            </a:r>
            <a:r>
              <a:rPr lang="en" sz="1200" b="1" u="sng">
                <a:solidFill>
                  <a:schemeClr val="dk1"/>
                </a:solidFill>
                <a:latin typeface="Hanken Grotesk"/>
                <a:ea typeface="Hanken Grotesk"/>
                <a:cs typeface="Hanken Grotesk"/>
                <a:sym typeface="Hanken Grotesk"/>
              </a:rPr>
              <a:t> </a:t>
            </a:r>
            <a:endParaRPr sz="1200" b="1" u="sng">
              <a:solidFill>
                <a:schemeClr val="dk1"/>
              </a:solidFill>
              <a:latin typeface="Hanken Grotesk"/>
              <a:ea typeface="Hanken Grotesk"/>
              <a:cs typeface="Hanken Grotesk"/>
              <a:sym typeface="Hanken Grotesk"/>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_Fo6C5aZh3MORxm69IhMuR7E87SaAurR3Bpmyn5ydBw/copy#gid=453268611" TargetMode="External"/><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 Target="slide28.xml"/><Relationship Id="rId7" Type="http://schemas.openxmlformats.org/officeDocument/2006/relationships/slide" Target="slide33.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slide" Target="slide31.xml"/><Relationship Id="rId5" Type="http://schemas.openxmlformats.org/officeDocument/2006/relationships/slide" Target="slide30.xml"/><Relationship Id="rId4" Type="http://schemas.openxmlformats.org/officeDocument/2006/relationships/slide" Target="slide29.xml"/><Relationship Id="rId9" Type="http://schemas.openxmlformats.org/officeDocument/2006/relationships/slide" Target="slide43.xml"/></Relationships>
</file>

<file path=ppt/slides/_rels/slide9.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 Target="slide26.xml"/><Relationship Id="rId7" Type="http://schemas.openxmlformats.org/officeDocument/2006/relationships/slide" Target="slide36.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slide" Target="slide34.xml"/><Relationship Id="rId5" Type="http://schemas.openxmlformats.org/officeDocument/2006/relationships/slide" Target="slide27.xml"/><Relationship Id="rId4" Type="http://schemas.openxmlformats.org/officeDocument/2006/relationships/slide" Target="slide32.xml"/></Relationships>
</file>

<file path=ppt/slides/_rels/slide10.xml.rels><?xml version="1.0" encoding="UTF-8" standalone="yes"?>
<Relationships xmlns="http://schemas.openxmlformats.org/package/2006/relationships"><Relationship Id="rId3" Type="http://schemas.openxmlformats.org/officeDocument/2006/relationships/slide" Target="slide38.xml"/><Relationship Id="rId7" Type="http://schemas.openxmlformats.org/officeDocument/2006/relationships/slide" Target="slide42.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slide" Target="slide41.xml"/><Relationship Id="rId5" Type="http://schemas.openxmlformats.org/officeDocument/2006/relationships/slide" Target="slide40.xml"/><Relationship Id="rId4" Type="http://schemas.openxmlformats.org/officeDocument/2006/relationships/slide" Target="slide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jpg"/><Relationship Id="rId4" Type="http://schemas.openxmlformats.org/officeDocument/2006/relationships/image" Target="../media/image17.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slide" Target="slide27.xml"/></Relationships>
</file>

<file path=ppt/slides/_rels/slide2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27.xml"/><Relationship Id="rId1" Type="http://schemas.openxmlformats.org/officeDocument/2006/relationships/slideLayout" Target="../slideLayouts/slideLayout17.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28.xml"/><Relationship Id="rId1" Type="http://schemas.openxmlformats.org/officeDocument/2006/relationships/slideLayout" Target="../slideLayouts/slideLayout17.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29.xml"/><Relationship Id="rId1" Type="http://schemas.openxmlformats.org/officeDocument/2006/relationships/slideLayout" Target="../slideLayouts/slideLayout17.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0.xml"/><Relationship Id="rId1" Type="http://schemas.openxmlformats.org/officeDocument/2006/relationships/slideLayout" Target="../slideLayouts/slideLayout17.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31.xml"/><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32.xml"/><Relationship Id="rId1" Type="http://schemas.openxmlformats.org/officeDocument/2006/relationships/slideLayout" Target="../slideLayouts/slideLayout17.xml"/><Relationship Id="rId5" Type="http://schemas.openxmlformats.org/officeDocument/2006/relationships/image" Target="../media/image27.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33.xml"/><Relationship Id="rId1" Type="http://schemas.openxmlformats.org/officeDocument/2006/relationships/slideLayout" Target="../slideLayouts/slideLayout17.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4.xml"/><Relationship Id="rId1" Type="http://schemas.openxmlformats.org/officeDocument/2006/relationships/slideLayout" Target="../slideLayouts/slideLayout17.xml"/><Relationship Id="rId5" Type="http://schemas.openxmlformats.org/officeDocument/2006/relationships/image" Target="../media/image29.jpg"/><Relationship Id="rId4" Type="http://schemas.openxmlformats.org/officeDocument/2006/relationships/slide" Target="slide34.xml"/></Relationships>
</file>

<file path=ppt/slides/_rels/slide3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6.xml"/><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7.xml"/><Relationship Id="rId1" Type="http://schemas.openxmlformats.org/officeDocument/2006/relationships/slideLayout" Target="../slideLayouts/slideLayout17.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notesSlide" Target="../notesSlides/notesSlide38.xml"/><Relationship Id="rId1" Type="http://schemas.openxmlformats.org/officeDocument/2006/relationships/slideLayout" Target="../slideLayouts/slideLayout17.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39.xml"/><Relationship Id="rId1" Type="http://schemas.openxmlformats.org/officeDocument/2006/relationships/slideLayout" Target="../slideLayouts/slideLayout17.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40.xml"/><Relationship Id="rId1" Type="http://schemas.openxmlformats.org/officeDocument/2006/relationships/slideLayout" Target="../slideLayouts/slideLayout17.xml"/><Relationship Id="rId5" Type="http://schemas.openxmlformats.org/officeDocument/2006/relationships/image" Target="../media/image36.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41.xml"/><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42.xml"/><Relationship Id="rId1" Type="http://schemas.openxmlformats.org/officeDocument/2006/relationships/slideLayout" Target="../slideLayouts/slideLayout17.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43.xml"/><Relationship Id="rId1" Type="http://schemas.openxmlformats.org/officeDocument/2006/relationships/slideLayout" Target="../slideLayouts/slideLayout17.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8" Type="http://schemas.openxmlformats.org/officeDocument/2006/relationships/hyperlink" Target="https://storyset.com/?utm_source=slidesgo_template&amp;utm_medium=referral-link&amp;utm_campaign=promo-slide&amp;utm_term=slidesgo&amp;utm_content=storyset" TargetMode="External"/><Relationship Id="rId13" Type="http://schemas.openxmlformats.org/officeDocument/2006/relationships/slide" Target="slide68.xml"/><Relationship Id="rId3" Type="http://schemas.openxmlformats.org/officeDocument/2006/relationships/hyperlink" Target="https://bit.ly/3A1uf1Q" TargetMode="External"/><Relationship Id="rId7" Type="http://schemas.openxmlformats.org/officeDocument/2006/relationships/hyperlink" Target="https://www.flaticon.com/?utm_source=slidesgo_template&amp;utm_medium=referral-link&amp;utm_campaign=promo-slide&amp;utm_term=slidesgo&amp;utm_content=flaticon" TargetMode="External"/><Relationship Id="rId12" Type="http://schemas.openxmlformats.org/officeDocument/2006/relationships/slide" Target="slide70.xml"/><Relationship Id="rId2" Type="http://schemas.openxmlformats.org/officeDocument/2006/relationships/notesSlide" Target="../notesSlides/notesSlide44.xml"/><Relationship Id="rId1" Type="http://schemas.openxmlformats.org/officeDocument/2006/relationships/slideLayout" Target="../slideLayouts/slideLayout5.xml"/><Relationship Id="rId6" Type="http://schemas.openxmlformats.org/officeDocument/2006/relationships/hyperlink" Target="https://www.freepik.com/?utm_source=slidesgo_template&amp;utm_medium=referral-link&amp;utm_campaign=promo-slide&amp;utm_term=slidesgo&amp;utm_content=freepik" TargetMode="External"/><Relationship Id="rId11" Type="http://schemas.openxmlformats.org/officeDocument/2006/relationships/slide" Target="slide71.xml"/><Relationship Id="rId5" Type="http://schemas.openxmlformats.org/officeDocument/2006/relationships/hyperlink" Target="http://bit.ly/33VAFh3" TargetMode="External"/><Relationship Id="rId10" Type="http://schemas.openxmlformats.org/officeDocument/2006/relationships/hyperlink" Target="https://www.videvo.net/?utm_source=slidesgo_template&amp;utm_medium=referral-link&amp;utm_campaign=sg_resources&amp;utm_content=videvo" TargetMode="External"/><Relationship Id="rId4" Type="http://schemas.openxmlformats.org/officeDocument/2006/relationships/hyperlink" Target="http://bit.ly/30B07Gq" TargetMode="External"/><Relationship Id="rId9" Type="http://schemas.openxmlformats.org/officeDocument/2006/relationships/hyperlink" Target="https://wepik.com/?utm_source=slidesgo_template&amp;utm_medium=referral-link&amp;utm_campaign=promo-slide&amp;utm_term=slidesgo&amp;utm_content=wepik" TargetMode="External"/><Relationship Id="rId1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61.xml"/><Relationship Id="rId1" Type="http://schemas.openxmlformats.org/officeDocument/2006/relationships/slideLayout" Target="../slideLayouts/slideLayout25.xml"/><Relationship Id="rId5" Type="http://schemas.openxmlformats.org/officeDocument/2006/relationships/image" Target="../media/image42.png"/><Relationship Id="rId4" Type="http://schemas.openxmlformats.org/officeDocument/2006/relationships/hyperlink" Target="https://docs.google.com/spreadsheets/d/1_Fo6C5aZh3MORxm69IhMuR7E87SaAurR3Bpmyn5ydBw/copy#gid=453268611"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62.xml"/><Relationship Id="rId1" Type="http://schemas.openxmlformats.org/officeDocument/2006/relationships/slideLayout" Target="../slideLayouts/slideLayout24.xml"/><Relationship Id="rId5" Type="http://schemas.openxmlformats.org/officeDocument/2006/relationships/image" Target="../media/image43.png"/><Relationship Id="rId4" Type="http://schemas.openxmlformats.org/officeDocument/2006/relationships/hyperlink" Target="https://docs.google.com/spreadsheets/d/1_Fo6C5aZh3MORxm69IhMuR7E87SaAurR3Bpmyn5ydBw/copy#gid=1051421447" TargetMode="Externa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67.xml"/><Relationship Id="rId1" Type="http://schemas.openxmlformats.org/officeDocument/2006/relationships/slideLayout" Target="../slideLayouts/slideLayout15.xml"/><Relationship Id="rId4" Type="http://schemas.openxmlformats.org/officeDocument/2006/relationships/image" Target="../media/image45.jp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hyperlink" Target="https://www.freepik.com/free-vector/flat-design-geometric-background_13657882.htm/?utm_source=slidesgo_template&amp;utm_medium=referral-link&amp;utm_campaign=sg_resources&amp;utm_content=freepik" TargetMode="External"/><Relationship Id="rId2" Type="http://schemas.openxmlformats.org/officeDocument/2006/relationships/notesSlide" Target="../notesSlides/notesSlide70.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3" Type="http://schemas.openxmlformats.org/officeDocument/2006/relationships/hyperlink" Target="https://www.flaticon.com/packs/books-64?word=study/?utm_source=slidesgo_template&amp;utm_medium=referral-link&amp;utm_campaign=sg_resources&amp;utm_content=flaticon" TargetMode="External"/><Relationship Id="rId2" Type="http://schemas.openxmlformats.org/officeDocument/2006/relationships/notesSlide" Target="../notesSlides/notesSlide71.xml"/><Relationship Id="rId1" Type="http://schemas.openxmlformats.org/officeDocument/2006/relationships/slideLayout" Target="../slideLayouts/slideLayout17.xml"/><Relationship Id="rId5" Type="http://schemas.openxmlformats.org/officeDocument/2006/relationships/hyperlink" Target="https://www.freepik.com/free-photo/close-up-hand-signing-document_17806334.htm/?utm_source=slidesgo_template&amp;utm_medium=referral-link&amp;utm_campaign=sg_resources&amp;utm_content=freep" TargetMode="External"/><Relationship Id="rId4" Type="http://schemas.openxmlformats.org/officeDocument/2006/relationships/hyperlink" Target="https://www.freepik.com/free-photo/medium-shot-people-traveling-agency_17806291.htm/?utm_source=slidesgo_template&amp;utm_medium=referral-link&amp;utm_campaign=sg_resources&amp;utm_content=freepi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0"/>
          <p:cNvSpPr txBox="1">
            <a:spLocks noGrp="1"/>
          </p:cNvSpPr>
          <p:nvPr>
            <p:ph type="ctrTitle"/>
          </p:nvPr>
        </p:nvSpPr>
        <p:spPr>
          <a:xfrm>
            <a:off x="-785275" y="972525"/>
            <a:ext cx="10569600" cy="13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a:t>QUALITY ANALYSIS OF BOREWELL WATER</a:t>
            </a:r>
            <a:endParaRPr sz="2800"/>
          </a:p>
        </p:txBody>
      </p:sp>
      <p:pic>
        <p:nvPicPr>
          <p:cNvPr id="284" name="Google Shape;284;p30"/>
          <p:cNvPicPr preferRelativeResize="0"/>
          <p:nvPr/>
        </p:nvPicPr>
        <p:blipFill>
          <a:blip r:embed="rId3">
            <a:alphaModFix/>
          </a:blip>
          <a:stretch>
            <a:fillRect/>
          </a:stretch>
        </p:blipFill>
        <p:spPr>
          <a:xfrm>
            <a:off x="1087125" y="584700"/>
            <a:ext cx="959400" cy="1027125"/>
          </a:xfrm>
          <a:prstGeom prst="rect">
            <a:avLst/>
          </a:prstGeom>
          <a:noFill/>
          <a:ln>
            <a:noFill/>
          </a:ln>
        </p:spPr>
      </p:pic>
      <p:pic>
        <p:nvPicPr>
          <p:cNvPr id="285" name="Google Shape;285;p30"/>
          <p:cNvPicPr preferRelativeResize="0"/>
          <p:nvPr/>
        </p:nvPicPr>
        <p:blipFill>
          <a:blip r:embed="rId4">
            <a:alphaModFix/>
          </a:blip>
          <a:stretch>
            <a:fillRect/>
          </a:stretch>
        </p:blipFill>
        <p:spPr>
          <a:xfrm>
            <a:off x="7231650" y="627050"/>
            <a:ext cx="1018325" cy="942425"/>
          </a:xfrm>
          <a:prstGeom prst="rect">
            <a:avLst/>
          </a:prstGeom>
          <a:noFill/>
          <a:ln>
            <a:noFill/>
          </a:ln>
        </p:spPr>
      </p:pic>
      <p:sp>
        <p:nvSpPr>
          <p:cNvPr id="286" name="Google Shape;286;p30"/>
          <p:cNvSpPr txBox="1"/>
          <p:nvPr/>
        </p:nvSpPr>
        <p:spPr>
          <a:xfrm>
            <a:off x="2778750" y="627050"/>
            <a:ext cx="3586500" cy="431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b="1">
                <a:solidFill>
                  <a:srgbClr val="2563EB"/>
                </a:solidFill>
                <a:latin typeface="Inter"/>
                <a:ea typeface="Inter"/>
                <a:cs typeface="Inter"/>
                <a:sym typeface="Inter"/>
              </a:rPr>
              <a:t>DEPARTMENT OF COMPUTER ENGINEERING </a:t>
            </a:r>
            <a:endParaRPr/>
          </a:p>
        </p:txBody>
      </p:sp>
      <p:sp>
        <p:nvSpPr>
          <p:cNvPr id="287" name="Google Shape;287;p30"/>
          <p:cNvSpPr txBox="1"/>
          <p:nvPr/>
        </p:nvSpPr>
        <p:spPr>
          <a:xfrm>
            <a:off x="3071988" y="1185450"/>
            <a:ext cx="3000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2563EB"/>
                </a:solidFill>
                <a:latin typeface="Inter"/>
                <a:ea typeface="Inter"/>
                <a:cs typeface="Inter"/>
                <a:sym typeface="Inter"/>
              </a:rPr>
              <a:t>IPD : SEMESTER V</a:t>
            </a:r>
            <a:endParaRPr/>
          </a:p>
          <a:p>
            <a:pPr marL="0" lvl="0" indent="0" algn="ctr" rtl="0">
              <a:spcBef>
                <a:spcPts val="0"/>
              </a:spcBef>
              <a:spcAft>
                <a:spcPts val="0"/>
              </a:spcAft>
              <a:buNone/>
            </a:pPr>
            <a:endParaRPr b="1">
              <a:solidFill>
                <a:srgbClr val="2563EB"/>
              </a:solidFill>
              <a:latin typeface="Inter"/>
              <a:ea typeface="Inter"/>
              <a:cs typeface="Inter"/>
              <a:sym typeface="Inter"/>
            </a:endParaRPr>
          </a:p>
        </p:txBody>
      </p:sp>
      <p:pic>
        <p:nvPicPr>
          <p:cNvPr id="288" name="Google Shape;288;p30" descr="image.png"/>
          <p:cNvPicPr preferRelativeResize="0"/>
          <p:nvPr/>
        </p:nvPicPr>
        <p:blipFill rotWithShape="1">
          <a:blip r:embed="rId5">
            <a:alphaModFix/>
          </a:blip>
          <a:srcRect/>
          <a:stretch/>
        </p:blipFill>
        <p:spPr>
          <a:xfrm>
            <a:off x="1623300" y="2571750"/>
            <a:ext cx="5752449" cy="1619175"/>
          </a:xfrm>
          <a:prstGeom prst="rect">
            <a:avLst/>
          </a:prstGeom>
          <a:noFill/>
          <a:ln>
            <a:noFill/>
          </a:ln>
        </p:spPr>
      </p:pic>
      <p:sp>
        <p:nvSpPr>
          <p:cNvPr id="289" name="Google Shape;289;p30"/>
          <p:cNvSpPr txBox="1">
            <a:spLocks noGrp="1"/>
          </p:cNvSpPr>
          <p:nvPr>
            <p:ph type="subTitle" idx="1"/>
          </p:nvPr>
        </p:nvSpPr>
        <p:spPr>
          <a:xfrm>
            <a:off x="1623300" y="2713124"/>
            <a:ext cx="5897400" cy="102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777777"/>
                </a:solidFill>
              </a:rPr>
              <a:t>Project Team:</a:t>
            </a:r>
            <a:r>
              <a:rPr lang="en">
                <a:solidFill>
                  <a:srgbClr val="777777"/>
                </a:solidFill>
              </a:rPr>
              <a:t>					</a:t>
            </a:r>
            <a:r>
              <a:rPr lang="en" b="1">
                <a:solidFill>
                  <a:srgbClr val="777777"/>
                </a:solidFill>
              </a:rPr>
              <a:t>Under the Guidance of:</a:t>
            </a:r>
            <a:r>
              <a:rPr lang="en">
                <a:solidFill>
                  <a:srgbClr val="777777"/>
                </a:solidFill>
              </a:rPr>
              <a:t>	</a:t>
            </a:r>
            <a:br>
              <a:rPr lang="en"/>
            </a:br>
            <a:r>
              <a:rPr lang="en"/>
              <a:t>Kavya Shah - 60004230066			Dr. Kranti Ghag </a:t>
            </a:r>
            <a:endParaRPr/>
          </a:p>
          <a:p>
            <a:pPr marL="0" lvl="0" indent="0" algn="l" rtl="0">
              <a:spcBef>
                <a:spcPts val="0"/>
              </a:spcBef>
              <a:spcAft>
                <a:spcPts val="0"/>
              </a:spcAft>
              <a:buNone/>
            </a:pPr>
            <a:r>
              <a:rPr lang="en"/>
              <a:t>Jainam Gala - 60004230107			</a:t>
            </a:r>
            <a:endParaRPr/>
          </a:p>
          <a:p>
            <a:pPr marL="0" lvl="0" indent="0" algn="l" rtl="0">
              <a:spcBef>
                <a:spcPts val="0"/>
              </a:spcBef>
              <a:spcAft>
                <a:spcPts val="0"/>
              </a:spcAft>
              <a:buNone/>
            </a:pPr>
            <a:r>
              <a:rPr lang="en"/>
              <a:t>Ishaan Sheth - 60004230217</a:t>
            </a:r>
            <a:endParaRPr/>
          </a:p>
          <a:p>
            <a:pPr marL="0" lvl="0" indent="0" algn="l" rtl="0">
              <a:spcBef>
                <a:spcPts val="0"/>
              </a:spcBef>
              <a:spcAft>
                <a:spcPts val="0"/>
              </a:spcAft>
              <a:buNone/>
            </a:pPr>
            <a:r>
              <a:rPr lang="en"/>
              <a:t>Parth Mehta - 60004230002</a:t>
            </a:r>
            <a:endParaRPr/>
          </a:p>
        </p:txBody>
      </p:sp>
      <p:sp>
        <p:nvSpPr>
          <p:cNvPr id="2" name="TextBox 1">
            <a:extLst>
              <a:ext uri="{FF2B5EF4-FFF2-40B4-BE49-F238E27FC236}">
                <a16:creationId xmlns:a16="http://schemas.microsoft.com/office/drawing/2014/main" id="{565B701B-7404-3F99-D9B6-C575B2C33003}"/>
              </a:ext>
            </a:extLst>
          </p:cNvPr>
          <p:cNvSpPr txBox="1"/>
          <p:nvPr/>
        </p:nvSpPr>
        <p:spPr>
          <a:xfrm>
            <a:off x="169905" y="4579723"/>
            <a:ext cx="807822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https://docs.google.com/presentation/d/1yzgE-V0n40WJHwsYSF8Ok0ft3bSma2aa_a4msrUZBnc/edit?usp=sharing </a:t>
            </a:r>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cxnSp>
        <p:nvCxnSpPr>
          <p:cNvPr id="294" name="Google Shape;294;p31"/>
          <p:cNvCxnSpPr>
            <a:stCxn id="295" idx="3"/>
            <a:endCxn id="296" idx="1"/>
          </p:cNvCxnSpPr>
          <p:nvPr/>
        </p:nvCxnSpPr>
        <p:spPr>
          <a:xfrm>
            <a:off x="4208912" y="2129725"/>
            <a:ext cx="3080700" cy="0"/>
          </a:xfrm>
          <a:prstGeom prst="straightConnector1">
            <a:avLst/>
          </a:prstGeom>
          <a:noFill/>
          <a:ln w="19050" cap="flat" cmpd="sng">
            <a:solidFill>
              <a:schemeClr val="dk1"/>
            </a:solidFill>
            <a:prstDash val="solid"/>
            <a:round/>
            <a:headEnd type="none" w="med" len="med"/>
            <a:tailEnd type="none" w="med" len="med"/>
          </a:ln>
        </p:spPr>
      </p:cxnSp>
      <p:sp>
        <p:nvSpPr>
          <p:cNvPr id="297" name="Google Shape;297;p31"/>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Suggestions &amp; Our Current Situation</a:t>
            </a:r>
            <a:endParaRPr/>
          </a:p>
        </p:txBody>
      </p:sp>
      <p:sp>
        <p:nvSpPr>
          <p:cNvPr id="298" name="Google Shape;298;p31"/>
          <p:cNvSpPr txBox="1"/>
          <p:nvPr/>
        </p:nvSpPr>
        <p:spPr>
          <a:xfrm>
            <a:off x="618175" y="1348225"/>
            <a:ext cx="2479500" cy="5655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Current situation</a:t>
            </a:r>
            <a:endParaRPr sz="1900">
              <a:solidFill>
                <a:schemeClr val="dk1"/>
              </a:solidFill>
              <a:latin typeface="Figtree Black"/>
              <a:ea typeface="Figtree Black"/>
              <a:cs typeface="Figtree Black"/>
              <a:sym typeface="Figtree Black"/>
            </a:endParaRPr>
          </a:p>
        </p:txBody>
      </p:sp>
      <p:sp>
        <p:nvSpPr>
          <p:cNvPr id="299" name="Google Shape;299;p31"/>
          <p:cNvSpPr txBox="1"/>
          <p:nvPr/>
        </p:nvSpPr>
        <p:spPr>
          <a:xfrm>
            <a:off x="438400" y="1913725"/>
            <a:ext cx="2884500" cy="19149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Tested dataset on ARIMA, SARIMA, Prophet, and LSTM models and obtained their performance metrics. </a:t>
            </a:r>
            <a:endParaRPr sz="1200">
              <a:solidFill>
                <a:schemeClr val="dk1"/>
              </a:solidFill>
              <a:latin typeface="Hanken Grotesk"/>
              <a:ea typeface="Hanken Grotesk"/>
              <a:cs typeface="Hanken Grotesk"/>
              <a:sym typeface="Hanken Grotesk"/>
            </a:endParaRPr>
          </a:p>
          <a:p>
            <a:pPr marL="457200" lvl="0" indent="-304800" algn="l" rtl="0">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Decided to use MQTT (network layer) and GSM (transport layer) communication modules for real-time streaming of data packets</a:t>
            </a:r>
            <a:endParaRPr sz="1200">
              <a:solidFill>
                <a:schemeClr val="dk1"/>
              </a:solidFill>
              <a:latin typeface="Hanken Grotesk"/>
              <a:ea typeface="Hanken Grotesk"/>
              <a:cs typeface="Hanken Grotesk"/>
              <a:sym typeface="Hanken Grotesk"/>
            </a:endParaRPr>
          </a:p>
          <a:p>
            <a:pPr marL="457200" lvl="0" indent="-304800" algn="l" rtl="0">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After comparing the models, LSTM was found to be the most appropriate model for the quality prediction</a:t>
            </a:r>
            <a:endParaRPr sz="1200">
              <a:solidFill>
                <a:schemeClr val="dk1"/>
              </a:solidFill>
              <a:latin typeface="Hanken Grotesk"/>
              <a:ea typeface="Hanken Grotesk"/>
              <a:cs typeface="Hanken Grotesk"/>
              <a:sym typeface="Hanken Grotesk"/>
            </a:endParaRPr>
          </a:p>
        </p:txBody>
      </p:sp>
      <p:sp>
        <p:nvSpPr>
          <p:cNvPr id="300" name="Google Shape;300;p31"/>
          <p:cNvSpPr txBox="1"/>
          <p:nvPr/>
        </p:nvSpPr>
        <p:spPr>
          <a:xfrm>
            <a:off x="3249825" y="2333400"/>
            <a:ext cx="1552500" cy="476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rgbClr val="000000"/>
              </a:buClr>
              <a:buSzPts val="1100"/>
              <a:buFont typeface="Arial"/>
              <a:buNone/>
            </a:pPr>
            <a:r>
              <a:rPr lang="en" sz="1900">
                <a:solidFill>
                  <a:schemeClr val="dk1"/>
                </a:solidFill>
                <a:latin typeface="Figtree Black"/>
                <a:ea typeface="Figtree Black"/>
                <a:cs typeface="Figtree Black"/>
                <a:sym typeface="Figtree Black"/>
              </a:rPr>
              <a:t>ICATES</a:t>
            </a:r>
            <a:endParaRPr sz="1900">
              <a:solidFill>
                <a:schemeClr val="dk1"/>
              </a:solidFill>
              <a:latin typeface="Figtree Black"/>
              <a:ea typeface="Figtree Black"/>
              <a:cs typeface="Figtree Black"/>
              <a:sym typeface="Figtree Black"/>
            </a:endParaRPr>
          </a:p>
        </p:txBody>
      </p:sp>
      <p:sp>
        <p:nvSpPr>
          <p:cNvPr id="301" name="Google Shape;301;p31"/>
          <p:cNvSpPr txBox="1"/>
          <p:nvPr/>
        </p:nvSpPr>
        <p:spPr>
          <a:xfrm>
            <a:off x="3249825" y="2619950"/>
            <a:ext cx="1552500" cy="1064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dk1"/>
                </a:solidFill>
                <a:latin typeface="Hanken Grotesk"/>
                <a:ea typeface="Hanken Grotesk"/>
                <a:cs typeface="Hanken Grotesk"/>
                <a:sym typeface="Hanken Grotesk"/>
              </a:rPr>
              <a:t>Performance of different models (eg. SARIMA, Prophet, LSTM, ARIMA) not compared experimentally</a:t>
            </a:r>
            <a:endParaRPr sz="1000">
              <a:solidFill>
                <a:schemeClr val="dk1"/>
              </a:solidFill>
              <a:latin typeface="Hanken Grotesk"/>
              <a:ea typeface="Hanken Grotesk"/>
              <a:cs typeface="Hanken Grotesk"/>
              <a:sym typeface="Hanken Grotesk"/>
            </a:endParaRPr>
          </a:p>
          <a:p>
            <a:pPr marL="0" lvl="0" indent="0" algn="ctr" rtl="0">
              <a:lnSpc>
                <a:spcPct val="115000"/>
              </a:lnSpc>
              <a:spcBef>
                <a:spcPts val="0"/>
              </a:spcBef>
              <a:spcAft>
                <a:spcPts val="0"/>
              </a:spcAft>
              <a:buNone/>
            </a:pPr>
            <a:endParaRPr sz="1000">
              <a:latin typeface="Hanken Grotesk"/>
              <a:ea typeface="Hanken Grotesk"/>
              <a:cs typeface="Hanken Grotesk"/>
              <a:sym typeface="Hanken Grotesk"/>
            </a:endParaRPr>
          </a:p>
        </p:txBody>
      </p:sp>
      <p:sp>
        <p:nvSpPr>
          <p:cNvPr id="302" name="Google Shape;302;p31"/>
          <p:cNvSpPr txBox="1"/>
          <p:nvPr/>
        </p:nvSpPr>
        <p:spPr>
          <a:xfrm>
            <a:off x="4882475" y="2428613"/>
            <a:ext cx="1733700" cy="409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rgbClr val="000000"/>
              </a:buClr>
              <a:buSzPts val="1100"/>
              <a:buFont typeface="Arial"/>
              <a:buNone/>
            </a:pPr>
            <a:r>
              <a:rPr lang="en" sz="1900">
                <a:solidFill>
                  <a:schemeClr val="dk1"/>
                </a:solidFill>
                <a:latin typeface="Figtree Black"/>
                <a:ea typeface="Figtree Black"/>
                <a:cs typeface="Figtree Black"/>
                <a:sym typeface="Figtree Black"/>
              </a:rPr>
              <a:t>Dr. Chetashri</a:t>
            </a:r>
            <a:endParaRPr sz="1200">
              <a:solidFill>
                <a:schemeClr val="dk1"/>
              </a:solidFill>
              <a:latin typeface="Figtree Black"/>
              <a:ea typeface="Figtree Black"/>
              <a:cs typeface="Figtree Black"/>
              <a:sym typeface="Figtree Black"/>
            </a:endParaRPr>
          </a:p>
        </p:txBody>
      </p:sp>
      <p:sp>
        <p:nvSpPr>
          <p:cNvPr id="303" name="Google Shape;303;p31"/>
          <p:cNvSpPr txBox="1"/>
          <p:nvPr/>
        </p:nvSpPr>
        <p:spPr>
          <a:xfrm>
            <a:off x="4962597" y="2804525"/>
            <a:ext cx="1552500" cy="879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dk1"/>
                </a:solidFill>
                <a:latin typeface="Hanken Grotesk"/>
                <a:ea typeface="Hanken Grotesk"/>
                <a:cs typeface="Hanken Grotesk"/>
                <a:sym typeface="Hanken Grotesk"/>
              </a:rPr>
              <a:t>How will data flow in real-time from IoT-sensors?</a:t>
            </a:r>
            <a:endParaRPr sz="1000">
              <a:solidFill>
                <a:schemeClr val="dk1"/>
              </a:solidFill>
              <a:latin typeface="Hanken Grotesk"/>
              <a:ea typeface="Hanken Grotesk"/>
              <a:cs typeface="Hanken Grotesk"/>
              <a:sym typeface="Hanken Grotesk"/>
            </a:endParaRPr>
          </a:p>
        </p:txBody>
      </p:sp>
      <p:sp>
        <p:nvSpPr>
          <p:cNvPr id="304" name="Google Shape;304;p31"/>
          <p:cNvSpPr txBox="1"/>
          <p:nvPr/>
        </p:nvSpPr>
        <p:spPr>
          <a:xfrm>
            <a:off x="6696325" y="2428613"/>
            <a:ext cx="1552500" cy="409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rgbClr val="000000"/>
              </a:buClr>
              <a:buSzPts val="1100"/>
              <a:buFont typeface="Arial"/>
              <a:buNone/>
            </a:pPr>
            <a:r>
              <a:rPr lang="en" sz="1900">
                <a:solidFill>
                  <a:schemeClr val="dk1"/>
                </a:solidFill>
                <a:latin typeface="Figtree Black"/>
                <a:ea typeface="Figtree Black"/>
                <a:cs typeface="Figtree Black"/>
                <a:sym typeface="Figtree Black"/>
              </a:rPr>
              <a:t>Dr. Kranti</a:t>
            </a:r>
            <a:endParaRPr sz="1200">
              <a:solidFill>
                <a:schemeClr val="dk1"/>
              </a:solidFill>
              <a:latin typeface="Figtree Black"/>
              <a:ea typeface="Figtree Black"/>
              <a:cs typeface="Figtree Black"/>
              <a:sym typeface="Figtree Black"/>
            </a:endParaRPr>
          </a:p>
        </p:txBody>
      </p:sp>
      <p:sp>
        <p:nvSpPr>
          <p:cNvPr id="305" name="Google Shape;305;p31"/>
          <p:cNvSpPr txBox="1"/>
          <p:nvPr/>
        </p:nvSpPr>
        <p:spPr>
          <a:xfrm>
            <a:off x="6696325" y="2804475"/>
            <a:ext cx="1552500" cy="879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dk1"/>
                </a:solidFill>
                <a:latin typeface="Hanken Grotesk"/>
                <a:ea typeface="Hanken Grotesk"/>
                <a:cs typeface="Hanken Grotesk"/>
                <a:sym typeface="Hanken Grotesk"/>
              </a:rPr>
              <a:t>Which formula will be used for novelty in the ML model</a:t>
            </a:r>
            <a:endParaRPr sz="1000">
              <a:solidFill>
                <a:schemeClr val="dk1"/>
              </a:solidFill>
              <a:latin typeface="Hanken Grotesk"/>
              <a:ea typeface="Hanken Grotesk"/>
              <a:cs typeface="Hanken Grotesk"/>
              <a:sym typeface="Hanken Grotesk"/>
            </a:endParaRPr>
          </a:p>
        </p:txBody>
      </p:sp>
      <p:sp>
        <p:nvSpPr>
          <p:cNvPr id="306" name="Google Shape;306;p31"/>
          <p:cNvSpPr txBox="1"/>
          <p:nvPr/>
        </p:nvSpPr>
        <p:spPr>
          <a:xfrm>
            <a:off x="4586212" y="4290250"/>
            <a:ext cx="2305200" cy="4767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Suggestions</a:t>
            </a:r>
            <a:endParaRPr sz="1900">
              <a:solidFill>
                <a:schemeClr val="dk1"/>
              </a:solidFill>
              <a:latin typeface="Figtree Black"/>
              <a:ea typeface="Figtree Black"/>
              <a:cs typeface="Figtree Black"/>
              <a:sym typeface="Figtree Black"/>
            </a:endParaRPr>
          </a:p>
        </p:txBody>
      </p:sp>
      <p:sp>
        <p:nvSpPr>
          <p:cNvPr id="295" name="Google Shape;295;p31"/>
          <p:cNvSpPr txBox="1"/>
          <p:nvPr/>
        </p:nvSpPr>
        <p:spPr>
          <a:xfrm>
            <a:off x="3843212" y="19468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01</a:t>
            </a:r>
            <a:endParaRPr sz="1100">
              <a:solidFill>
                <a:schemeClr val="lt1"/>
              </a:solidFill>
              <a:latin typeface="Figtree Black"/>
              <a:ea typeface="Figtree Black"/>
              <a:cs typeface="Figtree Black"/>
              <a:sym typeface="Figtree Black"/>
            </a:endParaRPr>
          </a:p>
        </p:txBody>
      </p:sp>
      <p:sp>
        <p:nvSpPr>
          <p:cNvPr id="307" name="Google Shape;307;p31"/>
          <p:cNvSpPr txBox="1"/>
          <p:nvPr/>
        </p:nvSpPr>
        <p:spPr>
          <a:xfrm>
            <a:off x="5555990" y="19468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02</a:t>
            </a:r>
            <a:endParaRPr sz="1100">
              <a:solidFill>
                <a:schemeClr val="lt1"/>
              </a:solidFill>
              <a:latin typeface="Figtree Black"/>
              <a:ea typeface="Figtree Black"/>
              <a:cs typeface="Figtree Black"/>
              <a:sym typeface="Figtree Black"/>
            </a:endParaRPr>
          </a:p>
        </p:txBody>
      </p:sp>
      <p:sp>
        <p:nvSpPr>
          <p:cNvPr id="296" name="Google Shape;296;p31"/>
          <p:cNvSpPr txBox="1"/>
          <p:nvPr/>
        </p:nvSpPr>
        <p:spPr>
          <a:xfrm>
            <a:off x="7289725" y="19468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03</a:t>
            </a:r>
            <a:endParaRPr sz="1100">
              <a:solidFill>
                <a:schemeClr val="lt1"/>
              </a:solidFill>
              <a:latin typeface="Figtree Black"/>
              <a:ea typeface="Figtree Black"/>
              <a:cs typeface="Figtree Black"/>
              <a:sym typeface="Figtree Black"/>
            </a:endParaRPr>
          </a:p>
        </p:txBody>
      </p:sp>
      <p:grpSp>
        <p:nvGrpSpPr>
          <p:cNvPr id="308" name="Google Shape;308;p31"/>
          <p:cNvGrpSpPr/>
          <p:nvPr/>
        </p:nvGrpSpPr>
        <p:grpSpPr>
          <a:xfrm>
            <a:off x="5552503" y="1449563"/>
            <a:ext cx="372675" cy="345000"/>
            <a:chOff x="3221113" y="2520150"/>
            <a:chExt cx="372675" cy="345000"/>
          </a:xfrm>
        </p:grpSpPr>
        <p:sp>
          <p:nvSpPr>
            <p:cNvPr id="309" name="Google Shape;309;p31"/>
            <p:cNvSpPr/>
            <p:nvPr/>
          </p:nvSpPr>
          <p:spPr>
            <a:xfrm>
              <a:off x="3554288" y="2774400"/>
              <a:ext cx="14875" cy="43850"/>
            </a:xfrm>
            <a:custGeom>
              <a:avLst/>
              <a:gdLst/>
              <a:ahLst/>
              <a:cxnLst/>
              <a:rect l="l" t="t" r="r" b="b"/>
              <a:pathLst>
                <a:path w="595" h="1754" extrusionOk="0">
                  <a:moveTo>
                    <a:pt x="0" y="0"/>
                  </a:moveTo>
                  <a:lnTo>
                    <a:pt x="0" y="1753"/>
                  </a:lnTo>
                  <a:lnTo>
                    <a:pt x="595" y="175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1"/>
            <p:cNvSpPr/>
            <p:nvPr/>
          </p:nvSpPr>
          <p:spPr>
            <a:xfrm>
              <a:off x="3295938" y="2550150"/>
              <a:ext cx="87425" cy="151750"/>
            </a:xfrm>
            <a:custGeom>
              <a:avLst/>
              <a:gdLst/>
              <a:ahLst/>
              <a:cxnLst/>
              <a:rect l="l" t="t" r="r" b="b"/>
              <a:pathLst>
                <a:path w="3497" h="6070" extrusionOk="0">
                  <a:moveTo>
                    <a:pt x="2174" y="0"/>
                  </a:moveTo>
                  <a:lnTo>
                    <a:pt x="1662" y="298"/>
                  </a:lnTo>
                  <a:lnTo>
                    <a:pt x="2266" y="1282"/>
                  </a:lnTo>
                  <a:cubicBezTo>
                    <a:pt x="2389" y="1456"/>
                    <a:pt x="2389" y="1671"/>
                    <a:pt x="2266" y="1835"/>
                  </a:cubicBezTo>
                  <a:lnTo>
                    <a:pt x="2266" y="1876"/>
                  </a:lnTo>
                  <a:cubicBezTo>
                    <a:pt x="1959" y="2348"/>
                    <a:pt x="2092" y="2953"/>
                    <a:pt x="2523" y="3332"/>
                  </a:cubicBezTo>
                  <a:lnTo>
                    <a:pt x="2646" y="3414"/>
                  </a:lnTo>
                  <a:cubicBezTo>
                    <a:pt x="2820" y="3547"/>
                    <a:pt x="2902" y="3763"/>
                    <a:pt x="2861" y="3927"/>
                  </a:cubicBezTo>
                  <a:lnTo>
                    <a:pt x="2820" y="4101"/>
                  </a:lnTo>
                  <a:cubicBezTo>
                    <a:pt x="2779" y="4357"/>
                    <a:pt x="2564" y="4531"/>
                    <a:pt x="2307" y="4531"/>
                  </a:cubicBezTo>
                  <a:lnTo>
                    <a:pt x="1580" y="4531"/>
                  </a:lnTo>
                  <a:cubicBezTo>
                    <a:pt x="1282" y="4531"/>
                    <a:pt x="1026" y="4654"/>
                    <a:pt x="811" y="4870"/>
                  </a:cubicBezTo>
                  <a:lnTo>
                    <a:pt x="1" y="5639"/>
                  </a:lnTo>
                  <a:lnTo>
                    <a:pt x="421" y="6069"/>
                  </a:lnTo>
                  <a:lnTo>
                    <a:pt x="1241" y="5259"/>
                  </a:lnTo>
                  <a:cubicBezTo>
                    <a:pt x="1323" y="5167"/>
                    <a:pt x="1446" y="5126"/>
                    <a:pt x="1580" y="5126"/>
                  </a:cubicBezTo>
                  <a:lnTo>
                    <a:pt x="2307" y="5126"/>
                  </a:lnTo>
                  <a:cubicBezTo>
                    <a:pt x="2861" y="5126"/>
                    <a:pt x="3333" y="4747"/>
                    <a:pt x="3415" y="4183"/>
                  </a:cubicBezTo>
                  <a:lnTo>
                    <a:pt x="3456" y="4019"/>
                  </a:lnTo>
                  <a:cubicBezTo>
                    <a:pt x="3497" y="3629"/>
                    <a:pt x="3333" y="3250"/>
                    <a:pt x="3035" y="2994"/>
                  </a:cubicBezTo>
                  <a:lnTo>
                    <a:pt x="2861" y="2860"/>
                  </a:lnTo>
                  <a:cubicBezTo>
                    <a:pt x="2687" y="2696"/>
                    <a:pt x="2605" y="2389"/>
                    <a:pt x="2779" y="2184"/>
                  </a:cubicBezTo>
                  <a:lnTo>
                    <a:pt x="2779" y="2133"/>
                  </a:lnTo>
                  <a:cubicBezTo>
                    <a:pt x="2984" y="1753"/>
                    <a:pt x="2984" y="1323"/>
                    <a:pt x="2779" y="943"/>
                  </a:cubicBezTo>
                  <a:lnTo>
                    <a:pt x="217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1"/>
            <p:cNvSpPr/>
            <p:nvPr/>
          </p:nvSpPr>
          <p:spPr>
            <a:xfrm>
              <a:off x="3420763" y="2565000"/>
              <a:ext cx="88700" cy="178400"/>
            </a:xfrm>
            <a:custGeom>
              <a:avLst/>
              <a:gdLst/>
              <a:ahLst/>
              <a:cxnLst/>
              <a:rect l="l" t="t" r="r" b="b"/>
              <a:pathLst>
                <a:path w="3548" h="7136" extrusionOk="0">
                  <a:moveTo>
                    <a:pt x="0" y="1"/>
                  </a:moveTo>
                  <a:lnTo>
                    <a:pt x="0" y="606"/>
                  </a:lnTo>
                  <a:cubicBezTo>
                    <a:pt x="1630" y="606"/>
                    <a:pt x="2953" y="1928"/>
                    <a:pt x="2953" y="3589"/>
                  </a:cubicBezTo>
                  <a:cubicBezTo>
                    <a:pt x="2953" y="5219"/>
                    <a:pt x="1630" y="6582"/>
                    <a:pt x="0" y="6582"/>
                  </a:cubicBezTo>
                  <a:lnTo>
                    <a:pt x="0" y="7136"/>
                  </a:lnTo>
                  <a:cubicBezTo>
                    <a:pt x="1969" y="7136"/>
                    <a:pt x="3547" y="5557"/>
                    <a:pt x="3547" y="3589"/>
                  </a:cubicBezTo>
                  <a:cubicBezTo>
                    <a:pt x="3547" y="1631"/>
                    <a:pt x="1969" y="1"/>
                    <a:pt x="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1"/>
            <p:cNvSpPr/>
            <p:nvPr/>
          </p:nvSpPr>
          <p:spPr>
            <a:xfrm>
              <a:off x="3221113" y="2520150"/>
              <a:ext cx="372675" cy="345000"/>
            </a:xfrm>
            <a:custGeom>
              <a:avLst/>
              <a:gdLst/>
              <a:ahLst/>
              <a:cxnLst/>
              <a:rect l="l" t="t" r="r" b="b"/>
              <a:pathLst>
                <a:path w="14907" h="13800" extrusionOk="0">
                  <a:moveTo>
                    <a:pt x="8243" y="4194"/>
                  </a:moveTo>
                  <a:cubicBezTo>
                    <a:pt x="8796" y="4317"/>
                    <a:pt x="9186" y="4788"/>
                    <a:pt x="9186" y="5383"/>
                  </a:cubicBezTo>
                  <a:cubicBezTo>
                    <a:pt x="9186" y="5947"/>
                    <a:pt x="8796" y="6459"/>
                    <a:pt x="8243" y="6582"/>
                  </a:cubicBezTo>
                  <a:lnTo>
                    <a:pt x="8243" y="4194"/>
                  </a:lnTo>
                  <a:close/>
                  <a:moveTo>
                    <a:pt x="7689" y="606"/>
                  </a:moveTo>
                  <a:lnTo>
                    <a:pt x="7689" y="8376"/>
                  </a:lnTo>
                  <a:lnTo>
                    <a:pt x="4275" y="8376"/>
                  </a:lnTo>
                  <a:cubicBezTo>
                    <a:pt x="3588" y="7525"/>
                    <a:pt x="3209" y="6459"/>
                    <a:pt x="3209" y="5383"/>
                  </a:cubicBezTo>
                  <a:cubicBezTo>
                    <a:pt x="3209" y="2871"/>
                    <a:pt x="5167" y="770"/>
                    <a:pt x="7689" y="606"/>
                  </a:cubicBezTo>
                  <a:close/>
                  <a:moveTo>
                    <a:pt x="8243" y="606"/>
                  </a:moveTo>
                  <a:cubicBezTo>
                    <a:pt x="10764" y="770"/>
                    <a:pt x="12733" y="2871"/>
                    <a:pt x="12733" y="5383"/>
                  </a:cubicBezTo>
                  <a:cubicBezTo>
                    <a:pt x="12733" y="6459"/>
                    <a:pt x="12343" y="7525"/>
                    <a:pt x="11667" y="8376"/>
                  </a:cubicBezTo>
                  <a:lnTo>
                    <a:pt x="8243" y="8376"/>
                  </a:lnTo>
                  <a:lnTo>
                    <a:pt x="8243" y="7177"/>
                  </a:lnTo>
                  <a:cubicBezTo>
                    <a:pt x="9145" y="7054"/>
                    <a:pt x="9780" y="6285"/>
                    <a:pt x="9780" y="5383"/>
                  </a:cubicBezTo>
                  <a:cubicBezTo>
                    <a:pt x="9780" y="4491"/>
                    <a:pt x="9145" y="3722"/>
                    <a:pt x="8243" y="3589"/>
                  </a:cubicBezTo>
                  <a:lnTo>
                    <a:pt x="8243" y="606"/>
                  </a:lnTo>
                  <a:close/>
                  <a:moveTo>
                    <a:pt x="13799" y="8930"/>
                  </a:moveTo>
                  <a:cubicBezTo>
                    <a:pt x="14014" y="8930"/>
                    <a:pt x="14229" y="9145"/>
                    <a:pt x="14270" y="9360"/>
                  </a:cubicBezTo>
                  <a:cubicBezTo>
                    <a:pt x="14311" y="9658"/>
                    <a:pt x="14055" y="9914"/>
                    <a:pt x="13799" y="9914"/>
                  </a:cubicBezTo>
                  <a:lnTo>
                    <a:pt x="3845" y="9914"/>
                  </a:lnTo>
                  <a:cubicBezTo>
                    <a:pt x="3158" y="9914"/>
                    <a:pt x="2604" y="10468"/>
                    <a:pt x="2645" y="11113"/>
                  </a:cubicBezTo>
                  <a:cubicBezTo>
                    <a:pt x="2697" y="11749"/>
                    <a:pt x="3209" y="12221"/>
                    <a:pt x="3804" y="12221"/>
                  </a:cubicBezTo>
                  <a:lnTo>
                    <a:pt x="13799" y="12221"/>
                  </a:lnTo>
                  <a:cubicBezTo>
                    <a:pt x="14055" y="12221"/>
                    <a:pt x="14270" y="12436"/>
                    <a:pt x="14270" y="12692"/>
                  </a:cubicBezTo>
                  <a:lnTo>
                    <a:pt x="14270" y="13072"/>
                  </a:lnTo>
                  <a:cubicBezTo>
                    <a:pt x="14270" y="13164"/>
                    <a:pt x="14229" y="13205"/>
                    <a:pt x="14137" y="13205"/>
                  </a:cubicBezTo>
                  <a:lnTo>
                    <a:pt x="2994" y="13205"/>
                  </a:lnTo>
                  <a:cubicBezTo>
                    <a:pt x="2861" y="13205"/>
                    <a:pt x="2738" y="13164"/>
                    <a:pt x="2645" y="13072"/>
                  </a:cubicBezTo>
                  <a:cubicBezTo>
                    <a:pt x="687" y="11237"/>
                    <a:pt x="1969" y="8930"/>
                    <a:pt x="3804" y="8930"/>
                  </a:cubicBezTo>
                  <a:close/>
                  <a:moveTo>
                    <a:pt x="7945" y="1"/>
                  </a:moveTo>
                  <a:cubicBezTo>
                    <a:pt x="5003" y="1"/>
                    <a:pt x="2604" y="2441"/>
                    <a:pt x="2604" y="5383"/>
                  </a:cubicBezTo>
                  <a:cubicBezTo>
                    <a:pt x="2604" y="6459"/>
                    <a:pt x="2953" y="7484"/>
                    <a:pt x="3547" y="8376"/>
                  </a:cubicBezTo>
                  <a:cubicBezTo>
                    <a:pt x="1415" y="8592"/>
                    <a:pt x="0" y="11237"/>
                    <a:pt x="2133" y="13461"/>
                  </a:cubicBezTo>
                  <a:cubicBezTo>
                    <a:pt x="2307" y="13635"/>
                    <a:pt x="2697" y="13799"/>
                    <a:pt x="2953" y="13799"/>
                  </a:cubicBezTo>
                  <a:lnTo>
                    <a:pt x="14434" y="13799"/>
                  </a:lnTo>
                  <a:cubicBezTo>
                    <a:pt x="14650" y="13799"/>
                    <a:pt x="14865" y="13584"/>
                    <a:pt x="14865" y="13379"/>
                  </a:cubicBezTo>
                  <a:lnTo>
                    <a:pt x="14865" y="12221"/>
                  </a:lnTo>
                  <a:cubicBezTo>
                    <a:pt x="14865" y="11923"/>
                    <a:pt x="14568" y="11626"/>
                    <a:pt x="14270" y="11626"/>
                  </a:cubicBezTo>
                  <a:lnTo>
                    <a:pt x="3670" y="11626"/>
                  </a:lnTo>
                  <a:cubicBezTo>
                    <a:pt x="3588" y="11626"/>
                    <a:pt x="3506" y="11626"/>
                    <a:pt x="3465" y="11534"/>
                  </a:cubicBezTo>
                  <a:cubicBezTo>
                    <a:pt x="3035" y="11072"/>
                    <a:pt x="3373" y="10468"/>
                    <a:pt x="3845" y="10468"/>
                  </a:cubicBezTo>
                  <a:lnTo>
                    <a:pt x="13758" y="10468"/>
                  </a:lnTo>
                  <a:cubicBezTo>
                    <a:pt x="14311" y="10468"/>
                    <a:pt x="14783" y="10088"/>
                    <a:pt x="14865" y="9535"/>
                  </a:cubicBezTo>
                  <a:cubicBezTo>
                    <a:pt x="14906" y="8889"/>
                    <a:pt x="14393" y="8376"/>
                    <a:pt x="13799" y="8376"/>
                  </a:cubicBezTo>
                  <a:lnTo>
                    <a:pt x="12435" y="8376"/>
                  </a:lnTo>
                  <a:cubicBezTo>
                    <a:pt x="12989" y="7484"/>
                    <a:pt x="13327" y="6459"/>
                    <a:pt x="13327" y="5383"/>
                  </a:cubicBezTo>
                  <a:cubicBezTo>
                    <a:pt x="13327" y="2441"/>
                    <a:pt x="10939" y="1"/>
                    <a:pt x="794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 name="Google Shape;313;p31"/>
          <p:cNvGrpSpPr/>
          <p:nvPr/>
        </p:nvGrpSpPr>
        <p:grpSpPr>
          <a:xfrm>
            <a:off x="3854074" y="1450200"/>
            <a:ext cx="343975" cy="343725"/>
            <a:chOff x="4744988" y="1976825"/>
            <a:chExt cx="343975" cy="343725"/>
          </a:xfrm>
        </p:grpSpPr>
        <p:sp>
          <p:nvSpPr>
            <p:cNvPr id="314" name="Google Shape;314;p31"/>
            <p:cNvSpPr/>
            <p:nvPr/>
          </p:nvSpPr>
          <p:spPr>
            <a:xfrm>
              <a:off x="4788813" y="2020400"/>
              <a:ext cx="47950" cy="59125"/>
            </a:xfrm>
            <a:custGeom>
              <a:avLst/>
              <a:gdLst/>
              <a:ahLst/>
              <a:cxnLst/>
              <a:rect l="l" t="t" r="r" b="b"/>
              <a:pathLst>
                <a:path w="1918" h="2365" extrusionOk="0">
                  <a:moveTo>
                    <a:pt x="298" y="1"/>
                  </a:moveTo>
                  <a:cubicBezTo>
                    <a:pt x="165" y="1"/>
                    <a:pt x="42" y="134"/>
                    <a:pt x="1" y="257"/>
                  </a:cubicBezTo>
                  <a:cubicBezTo>
                    <a:pt x="1" y="431"/>
                    <a:pt x="124" y="605"/>
                    <a:pt x="298" y="605"/>
                  </a:cubicBezTo>
                  <a:lnTo>
                    <a:pt x="677" y="605"/>
                  </a:lnTo>
                  <a:lnTo>
                    <a:pt x="677" y="2051"/>
                  </a:lnTo>
                  <a:cubicBezTo>
                    <a:pt x="677" y="2184"/>
                    <a:pt x="770" y="2307"/>
                    <a:pt x="893" y="2358"/>
                  </a:cubicBezTo>
                  <a:cubicBezTo>
                    <a:pt x="914" y="2363"/>
                    <a:pt x="935" y="2365"/>
                    <a:pt x="955" y="2365"/>
                  </a:cubicBezTo>
                  <a:cubicBezTo>
                    <a:pt x="1133" y="2365"/>
                    <a:pt x="1241" y="2208"/>
                    <a:pt x="1241" y="2051"/>
                  </a:cubicBezTo>
                  <a:lnTo>
                    <a:pt x="1241" y="605"/>
                  </a:lnTo>
                  <a:lnTo>
                    <a:pt x="1620" y="605"/>
                  </a:lnTo>
                  <a:cubicBezTo>
                    <a:pt x="1754" y="605"/>
                    <a:pt x="1877" y="513"/>
                    <a:pt x="1918" y="349"/>
                  </a:cubicBezTo>
                  <a:cubicBezTo>
                    <a:pt x="1918" y="175"/>
                    <a:pt x="1795" y="1"/>
                    <a:pt x="162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1"/>
            <p:cNvSpPr/>
            <p:nvPr/>
          </p:nvSpPr>
          <p:spPr>
            <a:xfrm>
              <a:off x="4744988" y="1976825"/>
              <a:ext cx="343975" cy="343725"/>
            </a:xfrm>
            <a:custGeom>
              <a:avLst/>
              <a:gdLst/>
              <a:ahLst/>
              <a:cxnLst/>
              <a:rect l="l" t="t" r="r" b="b"/>
              <a:pathLst>
                <a:path w="13759" h="13749" extrusionOk="0">
                  <a:moveTo>
                    <a:pt x="6582" y="595"/>
                  </a:moveTo>
                  <a:lnTo>
                    <a:pt x="6582" y="8756"/>
                  </a:lnTo>
                  <a:lnTo>
                    <a:pt x="595" y="8756"/>
                  </a:lnTo>
                  <a:lnTo>
                    <a:pt x="595" y="1108"/>
                  </a:lnTo>
                  <a:cubicBezTo>
                    <a:pt x="595" y="811"/>
                    <a:pt x="811" y="595"/>
                    <a:pt x="1108" y="595"/>
                  </a:cubicBezTo>
                  <a:close/>
                  <a:moveTo>
                    <a:pt x="12641" y="595"/>
                  </a:moveTo>
                  <a:cubicBezTo>
                    <a:pt x="12938" y="595"/>
                    <a:pt x="13153" y="811"/>
                    <a:pt x="13153" y="1108"/>
                  </a:cubicBezTo>
                  <a:lnTo>
                    <a:pt x="13153" y="8756"/>
                  </a:lnTo>
                  <a:lnTo>
                    <a:pt x="7177" y="8756"/>
                  </a:lnTo>
                  <a:lnTo>
                    <a:pt x="7177" y="595"/>
                  </a:lnTo>
                  <a:close/>
                  <a:moveTo>
                    <a:pt x="13153" y="9350"/>
                  </a:moveTo>
                  <a:lnTo>
                    <a:pt x="13153" y="10201"/>
                  </a:lnTo>
                  <a:cubicBezTo>
                    <a:pt x="13153" y="10509"/>
                    <a:pt x="12938" y="10714"/>
                    <a:pt x="12641" y="10714"/>
                  </a:cubicBezTo>
                  <a:lnTo>
                    <a:pt x="1108" y="10714"/>
                  </a:lnTo>
                  <a:cubicBezTo>
                    <a:pt x="811" y="10714"/>
                    <a:pt x="595" y="10509"/>
                    <a:pt x="595" y="10201"/>
                  </a:cubicBezTo>
                  <a:lnTo>
                    <a:pt x="595" y="9350"/>
                  </a:lnTo>
                  <a:close/>
                  <a:moveTo>
                    <a:pt x="8120" y="11318"/>
                  </a:moveTo>
                  <a:cubicBezTo>
                    <a:pt x="8161" y="11954"/>
                    <a:pt x="8325" y="12600"/>
                    <a:pt x="8581" y="13194"/>
                  </a:cubicBezTo>
                  <a:lnTo>
                    <a:pt x="5167" y="13194"/>
                  </a:lnTo>
                  <a:cubicBezTo>
                    <a:pt x="5424" y="12600"/>
                    <a:pt x="5598" y="11954"/>
                    <a:pt x="5639" y="11318"/>
                  </a:cubicBezTo>
                  <a:close/>
                  <a:moveTo>
                    <a:pt x="1108" y="1"/>
                  </a:moveTo>
                  <a:cubicBezTo>
                    <a:pt x="472" y="1"/>
                    <a:pt x="1" y="462"/>
                    <a:pt x="1" y="1108"/>
                  </a:cubicBezTo>
                  <a:lnTo>
                    <a:pt x="1" y="10252"/>
                  </a:lnTo>
                  <a:cubicBezTo>
                    <a:pt x="1" y="10847"/>
                    <a:pt x="472" y="11318"/>
                    <a:pt x="1108" y="11318"/>
                  </a:cubicBezTo>
                  <a:lnTo>
                    <a:pt x="4993" y="11318"/>
                  </a:lnTo>
                  <a:cubicBezTo>
                    <a:pt x="4952" y="11954"/>
                    <a:pt x="4788" y="12600"/>
                    <a:pt x="4481" y="13153"/>
                  </a:cubicBezTo>
                  <a:lnTo>
                    <a:pt x="3589" y="13153"/>
                  </a:lnTo>
                  <a:cubicBezTo>
                    <a:pt x="3455" y="13153"/>
                    <a:pt x="3332" y="13276"/>
                    <a:pt x="3291" y="13410"/>
                  </a:cubicBezTo>
                  <a:cubicBezTo>
                    <a:pt x="3291" y="13584"/>
                    <a:pt x="3414" y="13748"/>
                    <a:pt x="3589" y="13748"/>
                  </a:cubicBezTo>
                  <a:lnTo>
                    <a:pt x="10170" y="13748"/>
                  </a:lnTo>
                  <a:cubicBezTo>
                    <a:pt x="10293" y="13748"/>
                    <a:pt x="10427" y="13666"/>
                    <a:pt x="10468" y="13492"/>
                  </a:cubicBezTo>
                  <a:cubicBezTo>
                    <a:pt x="10468" y="13328"/>
                    <a:pt x="10334" y="13153"/>
                    <a:pt x="10170" y="13153"/>
                  </a:cubicBezTo>
                  <a:lnTo>
                    <a:pt x="9227" y="13153"/>
                  </a:lnTo>
                  <a:cubicBezTo>
                    <a:pt x="8930" y="12600"/>
                    <a:pt x="8756" y="11954"/>
                    <a:pt x="8715" y="11318"/>
                  </a:cubicBezTo>
                  <a:lnTo>
                    <a:pt x="12641" y="11318"/>
                  </a:lnTo>
                  <a:cubicBezTo>
                    <a:pt x="13287" y="11318"/>
                    <a:pt x="13758" y="10847"/>
                    <a:pt x="13758" y="10252"/>
                  </a:cubicBezTo>
                  <a:lnTo>
                    <a:pt x="13758" y="1108"/>
                  </a:lnTo>
                  <a:cubicBezTo>
                    <a:pt x="13758" y="462"/>
                    <a:pt x="13287" y="1"/>
                    <a:pt x="1264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1"/>
            <p:cNvSpPr/>
            <p:nvPr/>
          </p:nvSpPr>
          <p:spPr>
            <a:xfrm>
              <a:off x="4843163" y="2064225"/>
              <a:ext cx="38450" cy="15150"/>
            </a:xfrm>
            <a:custGeom>
              <a:avLst/>
              <a:gdLst/>
              <a:ahLst/>
              <a:cxnLst/>
              <a:rect l="l" t="t" r="r" b="b"/>
              <a:pathLst>
                <a:path w="1538" h="606" extrusionOk="0">
                  <a:moveTo>
                    <a:pt x="349" y="1"/>
                  </a:moveTo>
                  <a:cubicBezTo>
                    <a:pt x="133" y="1"/>
                    <a:pt x="0" y="175"/>
                    <a:pt x="41" y="349"/>
                  </a:cubicBezTo>
                  <a:cubicBezTo>
                    <a:pt x="41" y="513"/>
                    <a:pt x="174" y="605"/>
                    <a:pt x="349" y="605"/>
                  </a:cubicBezTo>
                  <a:lnTo>
                    <a:pt x="1199" y="605"/>
                  </a:lnTo>
                  <a:cubicBezTo>
                    <a:pt x="1374" y="605"/>
                    <a:pt x="1538" y="431"/>
                    <a:pt x="1497" y="257"/>
                  </a:cubicBezTo>
                  <a:cubicBezTo>
                    <a:pt x="1456" y="134"/>
                    <a:pt x="1323" y="1"/>
                    <a:pt x="119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1"/>
            <p:cNvSpPr/>
            <p:nvPr/>
          </p:nvSpPr>
          <p:spPr>
            <a:xfrm>
              <a:off x="4788813" y="2108050"/>
              <a:ext cx="92800" cy="14900"/>
            </a:xfrm>
            <a:custGeom>
              <a:avLst/>
              <a:gdLst/>
              <a:ahLst/>
              <a:cxnLst/>
              <a:rect l="l" t="t" r="r" b="b"/>
              <a:pathLst>
                <a:path w="3712" h="596" extrusionOk="0">
                  <a:moveTo>
                    <a:pt x="298" y="1"/>
                  </a:moveTo>
                  <a:cubicBezTo>
                    <a:pt x="124" y="1"/>
                    <a:pt x="1" y="175"/>
                    <a:pt x="42" y="339"/>
                  </a:cubicBezTo>
                  <a:cubicBezTo>
                    <a:pt x="42" y="513"/>
                    <a:pt x="165" y="595"/>
                    <a:pt x="339" y="595"/>
                  </a:cubicBezTo>
                  <a:lnTo>
                    <a:pt x="3373" y="595"/>
                  </a:lnTo>
                  <a:cubicBezTo>
                    <a:pt x="3548" y="595"/>
                    <a:pt x="3712" y="431"/>
                    <a:pt x="3671" y="257"/>
                  </a:cubicBezTo>
                  <a:cubicBezTo>
                    <a:pt x="3630" y="134"/>
                    <a:pt x="3497"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1"/>
            <p:cNvSpPr/>
            <p:nvPr/>
          </p:nvSpPr>
          <p:spPr>
            <a:xfrm>
              <a:off x="4788813" y="2151875"/>
              <a:ext cx="92800" cy="14900"/>
            </a:xfrm>
            <a:custGeom>
              <a:avLst/>
              <a:gdLst/>
              <a:ahLst/>
              <a:cxnLst/>
              <a:rect l="l" t="t" r="r" b="b"/>
              <a:pathLst>
                <a:path w="3712" h="596" extrusionOk="0">
                  <a:moveTo>
                    <a:pt x="298" y="1"/>
                  </a:moveTo>
                  <a:cubicBezTo>
                    <a:pt x="124" y="1"/>
                    <a:pt x="1" y="175"/>
                    <a:pt x="42" y="339"/>
                  </a:cubicBezTo>
                  <a:cubicBezTo>
                    <a:pt x="42" y="472"/>
                    <a:pt x="165" y="595"/>
                    <a:pt x="339" y="595"/>
                  </a:cubicBezTo>
                  <a:lnTo>
                    <a:pt x="3373" y="595"/>
                  </a:lnTo>
                  <a:cubicBezTo>
                    <a:pt x="3548" y="595"/>
                    <a:pt x="3712" y="431"/>
                    <a:pt x="3671" y="257"/>
                  </a:cubicBezTo>
                  <a:cubicBezTo>
                    <a:pt x="3630" y="83"/>
                    <a:pt x="3497"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1"/>
            <p:cNvSpPr/>
            <p:nvPr/>
          </p:nvSpPr>
          <p:spPr>
            <a:xfrm>
              <a:off x="4953088" y="2108050"/>
              <a:ext cx="92050" cy="14900"/>
            </a:xfrm>
            <a:custGeom>
              <a:avLst/>
              <a:gdLst/>
              <a:ahLst/>
              <a:cxnLst/>
              <a:rect l="l" t="t" r="r" b="b"/>
              <a:pathLst>
                <a:path w="3682" h="596" extrusionOk="0">
                  <a:moveTo>
                    <a:pt x="308" y="1"/>
                  </a:moveTo>
                  <a:cubicBezTo>
                    <a:pt x="134" y="1"/>
                    <a:pt x="1" y="175"/>
                    <a:pt x="1" y="339"/>
                  </a:cubicBezTo>
                  <a:cubicBezTo>
                    <a:pt x="52" y="513"/>
                    <a:pt x="175" y="595"/>
                    <a:pt x="308" y="595"/>
                  </a:cubicBezTo>
                  <a:lnTo>
                    <a:pt x="3384" y="595"/>
                  </a:lnTo>
                  <a:cubicBezTo>
                    <a:pt x="3548" y="595"/>
                    <a:pt x="3681" y="431"/>
                    <a:pt x="3681" y="257"/>
                  </a:cubicBezTo>
                  <a:cubicBezTo>
                    <a:pt x="3640" y="134"/>
                    <a:pt x="3507" y="1"/>
                    <a:pt x="338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1"/>
            <p:cNvSpPr/>
            <p:nvPr/>
          </p:nvSpPr>
          <p:spPr>
            <a:xfrm>
              <a:off x="4953088" y="2064225"/>
              <a:ext cx="92050" cy="15150"/>
            </a:xfrm>
            <a:custGeom>
              <a:avLst/>
              <a:gdLst/>
              <a:ahLst/>
              <a:cxnLst/>
              <a:rect l="l" t="t" r="r" b="b"/>
              <a:pathLst>
                <a:path w="3682" h="606" extrusionOk="0">
                  <a:moveTo>
                    <a:pt x="308" y="1"/>
                  </a:moveTo>
                  <a:cubicBezTo>
                    <a:pt x="134" y="1"/>
                    <a:pt x="1" y="175"/>
                    <a:pt x="1" y="349"/>
                  </a:cubicBezTo>
                  <a:cubicBezTo>
                    <a:pt x="52" y="513"/>
                    <a:pt x="175" y="605"/>
                    <a:pt x="308" y="605"/>
                  </a:cubicBezTo>
                  <a:lnTo>
                    <a:pt x="3384" y="605"/>
                  </a:lnTo>
                  <a:cubicBezTo>
                    <a:pt x="3548" y="605"/>
                    <a:pt x="3681" y="431"/>
                    <a:pt x="3681" y="257"/>
                  </a:cubicBezTo>
                  <a:cubicBezTo>
                    <a:pt x="3640" y="134"/>
                    <a:pt x="3507" y="1"/>
                    <a:pt x="3384"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1"/>
            <p:cNvSpPr/>
            <p:nvPr/>
          </p:nvSpPr>
          <p:spPr>
            <a:xfrm>
              <a:off x="4953088" y="2020400"/>
              <a:ext cx="92050" cy="15150"/>
            </a:xfrm>
            <a:custGeom>
              <a:avLst/>
              <a:gdLst/>
              <a:ahLst/>
              <a:cxnLst/>
              <a:rect l="l" t="t" r="r" b="b"/>
              <a:pathLst>
                <a:path w="3682" h="606" extrusionOk="0">
                  <a:moveTo>
                    <a:pt x="308" y="1"/>
                  </a:moveTo>
                  <a:cubicBezTo>
                    <a:pt x="134" y="1"/>
                    <a:pt x="1" y="175"/>
                    <a:pt x="1" y="349"/>
                  </a:cubicBezTo>
                  <a:cubicBezTo>
                    <a:pt x="52" y="513"/>
                    <a:pt x="175" y="605"/>
                    <a:pt x="308" y="605"/>
                  </a:cubicBezTo>
                  <a:lnTo>
                    <a:pt x="3384" y="605"/>
                  </a:lnTo>
                  <a:cubicBezTo>
                    <a:pt x="3548" y="605"/>
                    <a:pt x="3681" y="431"/>
                    <a:pt x="3681" y="257"/>
                  </a:cubicBezTo>
                  <a:cubicBezTo>
                    <a:pt x="3640" y="134"/>
                    <a:pt x="3507" y="1"/>
                    <a:pt x="338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1"/>
            <p:cNvSpPr/>
            <p:nvPr/>
          </p:nvSpPr>
          <p:spPr>
            <a:xfrm>
              <a:off x="4953088" y="2151875"/>
              <a:ext cx="70525" cy="14900"/>
            </a:xfrm>
            <a:custGeom>
              <a:avLst/>
              <a:gdLst/>
              <a:ahLst/>
              <a:cxnLst/>
              <a:rect l="l" t="t" r="r" b="b"/>
              <a:pathLst>
                <a:path w="2821" h="596" extrusionOk="0">
                  <a:moveTo>
                    <a:pt x="308" y="1"/>
                  </a:moveTo>
                  <a:cubicBezTo>
                    <a:pt x="134" y="1"/>
                    <a:pt x="1" y="175"/>
                    <a:pt x="1" y="339"/>
                  </a:cubicBezTo>
                  <a:cubicBezTo>
                    <a:pt x="52" y="472"/>
                    <a:pt x="175" y="595"/>
                    <a:pt x="308" y="595"/>
                  </a:cubicBezTo>
                  <a:lnTo>
                    <a:pt x="2482" y="595"/>
                  </a:lnTo>
                  <a:cubicBezTo>
                    <a:pt x="2656" y="595"/>
                    <a:pt x="2820" y="431"/>
                    <a:pt x="2779" y="257"/>
                  </a:cubicBezTo>
                  <a:cubicBezTo>
                    <a:pt x="2779" y="83"/>
                    <a:pt x="2656" y="1"/>
                    <a:pt x="248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 name="Google Shape;323;p31"/>
          <p:cNvGrpSpPr/>
          <p:nvPr/>
        </p:nvGrpSpPr>
        <p:grpSpPr>
          <a:xfrm>
            <a:off x="7299562" y="1450200"/>
            <a:ext cx="346000" cy="343725"/>
            <a:chOff x="7008788" y="1976825"/>
            <a:chExt cx="346000" cy="343725"/>
          </a:xfrm>
        </p:grpSpPr>
        <p:sp>
          <p:nvSpPr>
            <p:cNvPr id="324" name="Google Shape;324;p31"/>
            <p:cNvSpPr/>
            <p:nvPr/>
          </p:nvSpPr>
          <p:spPr>
            <a:xfrm>
              <a:off x="7076188" y="1976825"/>
              <a:ext cx="232725" cy="293475"/>
            </a:xfrm>
            <a:custGeom>
              <a:avLst/>
              <a:gdLst/>
              <a:ahLst/>
              <a:cxnLst/>
              <a:rect l="l" t="t" r="r" b="b"/>
              <a:pathLst>
                <a:path w="9309" h="11739" extrusionOk="0">
                  <a:moveTo>
                    <a:pt x="1282" y="1"/>
                  </a:moveTo>
                  <a:cubicBezTo>
                    <a:pt x="554" y="1"/>
                    <a:pt x="0" y="554"/>
                    <a:pt x="0" y="1282"/>
                  </a:cubicBezTo>
                  <a:lnTo>
                    <a:pt x="0" y="6962"/>
                  </a:lnTo>
                  <a:lnTo>
                    <a:pt x="0" y="9863"/>
                  </a:lnTo>
                  <a:lnTo>
                    <a:pt x="0" y="10293"/>
                  </a:lnTo>
                  <a:lnTo>
                    <a:pt x="0" y="10375"/>
                  </a:lnTo>
                  <a:lnTo>
                    <a:pt x="0" y="10457"/>
                  </a:lnTo>
                  <a:cubicBezTo>
                    <a:pt x="0" y="11185"/>
                    <a:pt x="554" y="11739"/>
                    <a:pt x="1241" y="11739"/>
                  </a:cubicBezTo>
                  <a:lnTo>
                    <a:pt x="6233" y="11739"/>
                  </a:lnTo>
                  <a:lnTo>
                    <a:pt x="6233" y="11144"/>
                  </a:lnTo>
                  <a:lnTo>
                    <a:pt x="1282" y="11144"/>
                  </a:lnTo>
                  <a:cubicBezTo>
                    <a:pt x="892" y="11144"/>
                    <a:pt x="595" y="10847"/>
                    <a:pt x="595" y="10457"/>
                  </a:cubicBezTo>
                  <a:cubicBezTo>
                    <a:pt x="595" y="10078"/>
                    <a:pt x="892" y="9781"/>
                    <a:pt x="1282" y="9781"/>
                  </a:cubicBezTo>
                  <a:lnTo>
                    <a:pt x="6059" y="9781"/>
                  </a:lnTo>
                  <a:lnTo>
                    <a:pt x="6059" y="9176"/>
                  </a:lnTo>
                  <a:lnTo>
                    <a:pt x="1241" y="9176"/>
                  </a:lnTo>
                  <a:cubicBezTo>
                    <a:pt x="984" y="9176"/>
                    <a:pt x="728" y="9268"/>
                    <a:pt x="554" y="9391"/>
                  </a:cubicBezTo>
                  <a:lnTo>
                    <a:pt x="554" y="6962"/>
                  </a:lnTo>
                  <a:lnTo>
                    <a:pt x="554" y="1231"/>
                  </a:lnTo>
                  <a:cubicBezTo>
                    <a:pt x="554" y="852"/>
                    <a:pt x="851" y="554"/>
                    <a:pt x="1241" y="554"/>
                  </a:cubicBezTo>
                  <a:lnTo>
                    <a:pt x="8755" y="554"/>
                  </a:lnTo>
                  <a:lnTo>
                    <a:pt x="8755" y="8920"/>
                  </a:lnTo>
                  <a:lnTo>
                    <a:pt x="9309" y="8920"/>
                  </a:lnTo>
                  <a:lnTo>
                    <a:pt x="9309" y="298"/>
                  </a:lnTo>
                  <a:cubicBezTo>
                    <a:pt x="9309" y="124"/>
                    <a:pt x="9186" y="1"/>
                    <a:pt x="90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1"/>
            <p:cNvSpPr/>
            <p:nvPr/>
          </p:nvSpPr>
          <p:spPr>
            <a:xfrm>
              <a:off x="7218163" y="2184525"/>
              <a:ext cx="136625" cy="136025"/>
            </a:xfrm>
            <a:custGeom>
              <a:avLst/>
              <a:gdLst/>
              <a:ahLst/>
              <a:cxnLst/>
              <a:rect l="l" t="t" r="r" b="b"/>
              <a:pathLst>
                <a:path w="5465" h="5441" extrusionOk="0">
                  <a:moveTo>
                    <a:pt x="595" y="612"/>
                  </a:moveTo>
                  <a:lnTo>
                    <a:pt x="4019" y="960"/>
                  </a:lnTo>
                  <a:lnTo>
                    <a:pt x="3373" y="1596"/>
                  </a:lnTo>
                  <a:cubicBezTo>
                    <a:pt x="3332" y="1637"/>
                    <a:pt x="3332" y="1688"/>
                    <a:pt x="3291" y="1688"/>
                  </a:cubicBezTo>
                  <a:cubicBezTo>
                    <a:pt x="3250" y="1811"/>
                    <a:pt x="3291" y="1944"/>
                    <a:pt x="3373" y="2026"/>
                  </a:cubicBezTo>
                  <a:lnTo>
                    <a:pt x="4696" y="3349"/>
                  </a:lnTo>
                  <a:lnTo>
                    <a:pt x="3332" y="4712"/>
                  </a:lnTo>
                  <a:lnTo>
                    <a:pt x="2051" y="3349"/>
                  </a:lnTo>
                  <a:cubicBezTo>
                    <a:pt x="1969" y="3308"/>
                    <a:pt x="1877" y="3267"/>
                    <a:pt x="1836" y="3267"/>
                  </a:cubicBezTo>
                  <a:cubicBezTo>
                    <a:pt x="1754" y="3267"/>
                    <a:pt x="1661" y="3308"/>
                    <a:pt x="1620" y="3349"/>
                  </a:cubicBezTo>
                  <a:lnTo>
                    <a:pt x="944" y="4036"/>
                  </a:lnTo>
                  <a:lnTo>
                    <a:pt x="595" y="612"/>
                  </a:lnTo>
                  <a:close/>
                  <a:moveTo>
                    <a:pt x="231" y="1"/>
                  </a:moveTo>
                  <a:cubicBezTo>
                    <a:pt x="170" y="1"/>
                    <a:pt x="113" y="39"/>
                    <a:pt x="83" y="99"/>
                  </a:cubicBezTo>
                  <a:cubicBezTo>
                    <a:pt x="1" y="150"/>
                    <a:pt x="1" y="232"/>
                    <a:pt x="1" y="314"/>
                  </a:cubicBezTo>
                  <a:lnTo>
                    <a:pt x="431" y="4712"/>
                  </a:lnTo>
                  <a:cubicBezTo>
                    <a:pt x="431" y="4845"/>
                    <a:pt x="554" y="4968"/>
                    <a:pt x="728" y="4968"/>
                  </a:cubicBezTo>
                  <a:cubicBezTo>
                    <a:pt x="810" y="4968"/>
                    <a:pt x="892" y="4927"/>
                    <a:pt x="944" y="4886"/>
                  </a:cubicBezTo>
                  <a:lnTo>
                    <a:pt x="1836" y="3995"/>
                  </a:lnTo>
                  <a:lnTo>
                    <a:pt x="3117" y="5358"/>
                  </a:lnTo>
                  <a:cubicBezTo>
                    <a:pt x="3199" y="5399"/>
                    <a:pt x="3291" y="5440"/>
                    <a:pt x="3332" y="5440"/>
                  </a:cubicBezTo>
                  <a:cubicBezTo>
                    <a:pt x="3414" y="5440"/>
                    <a:pt x="3507" y="5399"/>
                    <a:pt x="3548" y="5358"/>
                  </a:cubicBezTo>
                  <a:lnTo>
                    <a:pt x="5342" y="3564"/>
                  </a:lnTo>
                  <a:cubicBezTo>
                    <a:pt x="5342" y="3564"/>
                    <a:pt x="5383" y="3523"/>
                    <a:pt x="5383" y="3482"/>
                  </a:cubicBezTo>
                  <a:cubicBezTo>
                    <a:pt x="5465" y="3349"/>
                    <a:pt x="5424" y="3226"/>
                    <a:pt x="5342" y="3133"/>
                  </a:cubicBezTo>
                  <a:lnTo>
                    <a:pt x="3968" y="1811"/>
                  </a:lnTo>
                  <a:lnTo>
                    <a:pt x="4870" y="960"/>
                  </a:lnTo>
                  <a:cubicBezTo>
                    <a:pt x="4911" y="868"/>
                    <a:pt x="4952" y="827"/>
                    <a:pt x="4952" y="745"/>
                  </a:cubicBezTo>
                  <a:cubicBezTo>
                    <a:pt x="4952" y="571"/>
                    <a:pt x="4829" y="448"/>
                    <a:pt x="4696" y="448"/>
                  </a:cubicBezTo>
                  <a:lnTo>
                    <a:pt x="298" y="17"/>
                  </a:lnTo>
                  <a:cubicBezTo>
                    <a:pt x="276" y="6"/>
                    <a:pt x="253" y="1"/>
                    <a:pt x="23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1"/>
            <p:cNvSpPr/>
            <p:nvPr/>
          </p:nvSpPr>
          <p:spPr>
            <a:xfrm>
              <a:off x="7135888" y="2021675"/>
              <a:ext cx="118700" cy="68200"/>
            </a:xfrm>
            <a:custGeom>
              <a:avLst/>
              <a:gdLst/>
              <a:ahLst/>
              <a:cxnLst/>
              <a:rect l="l" t="t" r="r" b="b"/>
              <a:pathLst>
                <a:path w="4748" h="2728" extrusionOk="0">
                  <a:moveTo>
                    <a:pt x="4183" y="554"/>
                  </a:moveTo>
                  <a:lnTo>
                    <a:pt x="4183" y="2174"/>
                  </a:lnTo>
                  <a:lnTo>
                    <a:pt x="595" y="2174"/>
                  </a:lnTo>
                  <a:lnTo>
                    <a:pt x="595" y="554"/>
                  </a:lnTo>
                  <a:close/>
                  <a:moveTo>
                    <a:pt x="298" y="1"/>
                  </a:moveTo>
                  <a:cubicBezTo>
                    <a:pt x="134" y="1"/>
                    <a:pt x="1" y="124"/>
                    <a:pt x="1" y="298"/>
                  </a:cubicBezTo>
                  <a:lnTo>
                    <a:pt x="1" y="2471"/>
                  </a:lnTo>
                  <a:cubicBezTo>
                    <a:pt x="1" y="2605"/>
                    <a:pt x="134" y="2728"/>
                    <a:pt x="298" y="2728"/>
                  </a:cubicBezTo>
                  <a:lnTo>
                    <a:pt x="4440" y="2728"/>
                  </a:lnTo>
                  <a:cubicBezTo>
                    <a:pt x="4614" y="2728"/>
                    <a:pt x="4747" y="2605"/>
                    <a:pt x="4747" y="2471"/>
                  </a:cubicBezTo>
                  <a:lnTo>
                    <a:pt x="4747" y="298"/>
                  </a:lnTo>
                  <a:cubicBezTo>
                    <a:pt x="4747" y="124"/>
                    <a:pt x="4614" y="1"/>
                    <a:pt x="444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1"/>
            <p:cNvSpPr/>
            <p:nvPr/>
          </p:nvSpPr>
          <p:spPr>
            <a:xfrm>
              <a:off x="7008788" y="2102675"/>
              <a:ext cx="38450" cy="15150"/>
            </a:xfrm>
            <a:custGeom>
              <a:avLst/>
              <a:gdLst/>
              <a:ahLst/>
              <a:cxnLst/>
              <a:rect l="l" t="t" r="r" b="b"/>
              <a:pathLst>
                <a:path w="1538" h="606" extrusionOk="0">
                  <a:moveTo>
                    <a:pt x="297" y="0"/>
                  </a:moveTo>
                  <a:cubicBezTo>
                    <a:pt x="133" y="0"/>
                    <a:pt x="0" y="175"/>
                    <a:pt x="41" y="349"/>
                  </a:cubicBezTo>
                  <a:cubicBezTo>
                    <a:pt x="41" y="472"/>
                    <a:pt x="174" y="605"/>
                    <a:pt x="349" y="605"/>
                  </a:cubicBezTo>
                  <a:lnTo>
                    <a:pt x="1241" y="605"/>
                  </a:lnTo>
                  <a:cubicBezTo>
                    <a:pt x="1415" y="605"/>
                    <a:pt x="1538" y="431"/>
                    <a:pt x="1497" y="257"/>
                  </a:cubicBezTo>
                  <a:cubicBezTo>
                    <a:pt x="1497" y="93"/>
                    <a:pt x="137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1"/>
            <p:cNvSpPr/>
            <p:nvPr/>
          </p:nvSpPr>
          <p:spPr>
            <a:xfrm>
              <a:off x="7008788" y="2052775"/>
              <a:ext cx="39475" cy="26600"/>
            </a:xfrm>
            <a:custGeom>
              <a:avLst/>
              <a:gdLst/>
              <a:ahLst/>
              <a:cxnLst/>
              <a:rect l="l" t="t" r="r" b="b"/>
              <a:pathLst>
                <a:path w="1579" h="1064" extrusionOk="0">
                  <a:moveTo>
                    <a:pt x="327" y="1"/>
                  </a:moveTo>
                  <a:cubicBezTo>
                    <a:pt x="210" y="1"/>
                    <a:pt x="107" y="73"/>
                    <a:pt x="41" y="161"/>
                  </a:cubicBezTo>
                  <a:cubicBezTo>
                    <a:pt x="0" y="295"/>
                    <a:pt x="41" y="500"/>
                    <a:pt x="174" y="551"/>
                  </a:cubicBezTo>
                  <a:lnTo>
                    <a:pt x="1066" y="1012"/>
                  </a:lnTo>
                  <a:cubicBezTo>
                    <a:pt x="1118" y="1063"/>
                    <a:pt x="1200" y="1063"/>
                    <a:pt x="1241" y="1063"/>
                  </a:cubicBezTo>
                  <a:cubicBezTo>
                    <a:pt x="1323" y="1063"/>
                    <a:pt x="1456" y="1012"/>
                    <a:pt x="1497" y="889"/>
                  </a:cubicBezTo>
                  <a:cubicBezTo>
                    <a:pt x="1579" y="756"/>
                    <a:pt x="1497" y="592"/>
                    <a:pt x="1374" y="500"/>
                  </a:cubicBezTo>
                  <a:lnTo>
                    <a:pt x="472" y="38"/>
                  </a:lnTo>
                  <a:cubicBezTo>
                    <a:pt x="422" y="12"/>
                    <a:pt x="374" y="1"/>
                    <a:pt x="327"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1"/>
            <p:cNvSpPr/>
            <p:nvPr/>
          </p:nvSpPr>
          <p:spPr>
            <a:xfrm>
              <a:off x="7008788" y="2141125"/>
              <a:ext cx="39475" cy="26675"/>
            </a:xfrm>
            <a:custGeom>
              <a:avLst/>
              <a:gdLst/>
              <a:ahLst/>
              <a:cxnLst/>
              <a:rect l="l" t="t" r="r" b="b"/>
              <a:pathLst>
                <a:path w="1579" h="1067" extrusionOk="0">
                  <a:moveTo>
                    <a:pt x="1235" y="0"/>
                  </a:moveTo>
                  <a:cubicBezTo>
                    <a:pt x="1181" y="0"/>
                    <a:pt x="1124" y="14"/>
                    <a:pt x="1066" y="41"/>
                  </a:cubicBezTo>
                  <a:lnTo>
                    <a:pt x="174" y="513"/>
                  </a:lnTo>
                  <a:cubicBezTo>
                    <a:pt x="41" y="554"/>
                    <a:pt x="0" y="728"/>
                    <a:pt x="41" y="902"/>
                  </a:cubicBezTo>
                  <a:cubicBezTo>
                    <a:pt x="133" y="984"/>
                    <a:pt x="215" y="1066"/>
                    <a:pt x="349" y="1066"/>
                  </a:cubicBezTo>
                  <a:cubicBezTo>
                    <a:pt x="390" y="1066"/>
                    <a:pt x="431" y="1025"/>
                    <a:pt x="472" y="1025"/>
                  </a:cubicBezTo>
                  <a:lnTo>
                    <a:pt x="1374" y="554"/>
                  </a:lnTo>
                  <a:cubicBezTo>
                    <a:pt x="1497" y="472"/>
                    <a:pt x="1579" y="297"/>
                    <a:pt x="1497" y="174"/>
                  </a:cubicBezTo>
                  <a:cubicBezTo>
                    <a:pt x="1442" y="57"/>
                    <a:pt x="1345" y="0"/>
                    <a:pt x="123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0" name="Google Shape;330;p31"/>
          <p:cNvCxnSpPr>
            <a:stCxn id="301" idx="2"/>
            <a:endCxn id="306" idx="0"/>
          </p:cNvCxnSpPr>
          <p:nvPr/>
        </p:nvCxnSpPr>
        <p:spPr>
          <a:xfrm rot="-5400000" flipH="1">
            <a:off x="4579425" y="3131000"/>
            <a:ext cx="606000" cy="1712700"/>
          </a:xfrm>
          <a:prstGeom prst="bentConnector3">
            <a:avLst>
              <a:gd name="adj1" fmla="val 49992"/>
            </a:avLst>
          </a:prstGeom>
          <a:noFill/>
          <a:ln w="19050" cap="flat" cmpd="sng">
            <a:solidFill>
              <a:schemeClr val="dk1"/>
            </a:solidFill>
            <a:prstDash val="solid"/>
            <a:round/>
            <a:headEnd type="none" w="med" len="med"/>
            <a:tailEnd type="none" w="med" len="med"/>
          </a:ln>
        </p:spPr>
      </p:cxnSp>
      <p:cxnSp>
        <p:nvCxnSpPr>
          <p:cNvPr id="331" name="Google Shape;331;p31"/>
          <p:cNvCxnSpPr>
            <a:endCxn id="306" idx="0"/>
          </p:cNvCxnSpPr>
          <p:nvPr/>
        </p:nvCxnSpPr>
        <p:spPr>
          <a:xfrm rot="-5400000" flipH="1">
            <a:off x="5329162" y="3880600"/>
            <a:ext cx="818100" cy="1200"/>
          </a:xfrm>
          <a:prstGeom prst="bentConnector3">
            <a:avLst>
              <a:gd name="adj1" fmla="val 50000"/>
            </a:avLst>
          </a:prstGeom>
          <a:noFill/>
          <a:ln w="19050" cap="flat" cmpd="sng">
            <a:solidFill>
              <a:schemeClr val="dk1"/>
            </a:solidFill>
            <a:prstDash val="solid"/>
            <a:round/>
            <a:headEnd type="none" w="med" len="med"/>
            <a:tailEnd type="none" w="med" len="med"/>
          </a:ln>
        </p:spPr>
      </p:cxnSp>
      <p:cxnSp>
        <p:nvCxnSpPr>
          <p:cNvPr id="332" name="Google Shape;332;p31"/>
          <p:cNvCxnSpPr>
            <a:stCxn id="305" idx="2"/>
            <a:endCxn id="306" idx="0"/>
          </p:cNvCxnSpPr>
          <p:nvPr/>
        </p:nvCxnSpPr>
        <p:spPr>
          <a:xfrm rot="5400000">
            <a:off x="6302725" y="3120525"/>
            <a:ext cx="606000" cy="1733700"/>
          </a:xfrm>
          <a:prstGeom prst="bentConnector3">
            <a:avLst>
              <a:gd name="adj1" fmla="val 49990"/>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2"/>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Previous Work (Sem 4)</a:t>
            </a:r>
            <a:endParaRPr/>
          </a:p>
          <a:p>
            <a:pPr marL="0" lvl="0" indent="0" algn="l" rtl="0">
              <a:spcBef>
                <a:spcPts val="0"/>
              </a:spcBef>
              <a:spcAft>
                <a:spcPts val="0"/>
              </a:spcAft>
              <a:buNone/>
            </a:pPr>
            <a:endParaRPr/>
          </a:p>
        </p:txBody>
      </p:sp>
      <p:sp>
        <p:nvSpPr>
          <p:cNvPr id="338" name="Google Shape;338;p32"/>
          <p:cNvSpPr txBox="1"/>
          <p:nvPr/>
        </p:nvSpPr>
        <p:spPr>
          <a:xfrm>
            <a:off x="4864725" y="3187925"/>
            <a:ext cx="3417300" cy="1611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solidFill>
                  <a:schemeClr val="dk1"/>
                </a:solidFill>
                <a:latin typeface="Hanken Grotesk"/>
                <a:ea typeface="Hanken Grotesk"/>
                <a:cs typeface="Hanken Grotesk"/>
                <a:sym typeface="Hanken Grotesk"/>
              </a:rPr>
              <a:t>I.Sheth, J.Gala, P.Mehta, K.Shah, K.Ghag, and M. Narvekar,“ QUALITY ANALYSIS OF BOREWELL WATER” presented at the International Conference on Advancing Technology in Engineering and Science (ICATES-2025), Mumbai, India, Oct. 2025.</a:t>
            </a:r>
            <a:endParaRPr sz="1300">
              <a:solidFill>
                <a:schemeClr val="dk1"/>
              </a:solidFill>
              <a:latin typeface="Hanken Grotesk"/>
              <a:ea typeface="Hanken Grotesk"/>
              <a:cs typeface="Hanken Grotesk"/>
              <a:sym typeface="Hanken Grotesk"/>
            </a:endParaRPr>
          </a:p>
        </p:txBody>
      </p:sp>
      <p:sp>
        <p:nvSpPr>
          <p:cNvPr id="339" name="Google Shape;339;p32"/>
          <p:cNvSpPr txBox="1"/>
          <p:nvPr/>
        </p:nvSpPr>
        <p:spPr>
          <a:xfrm>
            <a:off x="713225" y="1213000"/>
            <a:ext cx="3668400" cy="294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b="1"/>
              <a:t>Focus:</a:t>
            </a:r>
            <a:r>
              <a:rPr lang="en" sz="1300"/>
              <a:t> Making and testing of prototype, connecting IoT Processor(ESP32 &amp; Arduino UNO) with Water Sensors</a:t>
            </a:r>
            <a:endParaRPr sz="1600">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Designed a 4-layer architecture (Sensor, Communication, Server, Application)</a:t>
            </a:r>
            <a:endParaRPr>
              <a:solidFill>
                <a:schemeClr val="dk1"/>
              </a:solidFill>
              <a:latin typeface="Hanken Grotesk"/>
              <a:ea typeface="Hanken Grotesk"/>
              <a:cs typeface="Hanken Grotesk"/>
              <a:sym typeface="Hanken Grotesk"/>
            </a:endParaRPr>
          </a:p>
          <a:p>
            <a:pPr marL="457200" lvl="0" indent="-298450" algn="l" rtl="0">
              <a:lnSpc>
                <a:spcPct val="115000"/>
              </a:lnSpc>
              <a:spcBef>
                <a:spcPts val="0"/>
              </a:spcBef>
              <a:spcAft>
                <a:spcPts val="0"/>
              </a:spcAft>
              <a:buSzPts val="1100"/>
              <a:buChar char="●"/>
            </a:pPr>
            <a:r>
              <a:rPr lang="en">
                <a:solidFill>
                  <a:schemeClr val="dk1"/>
                </a:solidFill>
                <a:latin typeface="Hanken Grotesk"/>
                <a:ea typeface="Hanken Grotesk"/>
                <a:cs typeface="Hanken Grotesk"/>
                <a:sym typeface="Hanken Grotesk"/>
              </a:rPr>
              <a:t>Identified all required components: pH, TDS+EC, Turbidity, DO, MQ135 sensors, ESP32-S3 microcontroller.</a:t>
            </a:r>
            <a:endParaRPr>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Prepared feature mapping of completed, ongoing, and planned tasks.</a:t>
            </a:r>
            <a:endParaRPr>
              <a:solidFill>
                <a:schemeClr val="dk1"/>
              </a:solidFill>
              <a:latin typeface="Hanken Grotesk"/>
              <a:ea typeface="Hanken Grotesk"/>
              <a:cs typeface="Hanken Grotesk"/>
              <a:sym typeface="Hanken Grotesk"/>
            </a:endParaRPr>
          </a:p>
        </p:txBody>
      </p:sp>
      <p:pic>
        <p:nvPicPr>
          <p:cNvPr id="340" name="Google Shape;340;p32">
            <a:hlinkClick r:id="rId3"/>
          </p:cNvPr>
          <p:cNvPicPr preferRelativeResize="0"/>
          <p:nvPr/>
        </p:nvPicPr>
        <p:blipFill>
          <a:blip r:embed="rId4">
            <a:alphaModFix/>
          </a:blip>
          <a:stretch>
            <a:fillRect/>
          </a:stretch>
        </p:blipFill>
        <p:spPr>
          <a:xfrm>
            <a:off x="4572000" y="1127274"/>
            <a:ext cx="3740028" cy="2060650"/>
          </a:xfrm>
          <a:prstGeom prst="rect">
            <a:avLst/>
          </a:prstGeom>
          <a:noFill/>
          <a:ln w="76200" cap="flat" cmpd="sng">
            <a:solidFill>
              <a:schemeClr val="dk1"/>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3"/>
          <p:cNvSpPr/>
          <p:nvPr/>
        </p:nvSpPr>
        <p:spPr>
          <a:xfrm>
            <a:off x="2593875" y="3526538"/>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1984275" y="2381975"/>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1374675" y="1209225"/>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349" name="Google Shape;349;p33"/>
          <p:cNvSpPr txBox="1">
            <a:spLocks noGrp="1"/>
          </p:cNvSpPr>
          <p:nvPr>
            <p:ph type="subTitle" idx="1"/>
          </p:nvPr>
        </p:nvSpPr>
        <p:spPr>
          <a:xfrm>
            <a:off x="2032350" y="1295050"/>
            <a:ext cx="4876800" cy="798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Increasing dependence on borewell water necessitates real-time quality monitoring.</a:t>
            </a:r>
            <a:endParaRPr/>
          </a:p>
          <a:p>
            <a:pPr marL="457200" lvl="0" indent="-317500" algn="l" rtl="0">
              <a:spcBef>
                <a:spcPts val="0"/>
              </a:spcBef>
              <a:spcAft>
                <a:spcPts val="0"/>
              </a:spcAft>
              <a:buSzPts val="1400"/>
              <a:buChar char="➔"/>
            </a:pPr>
            <a:r>
              <a:rPr lang="en"/>
              <a:t>Traditional methods are expensive, slow, and lack continuous monitoring.</a:t>
            </a:r>
            <a:endParaRPr/>
          </a:p>
        </p:txBody>
      </p:sp>
      <p:sp>
        <p:nvSpPr>
          <p:cNvPr id="350" name="Google Shape;350;p33"/>
          <p:cNvSpPr txBox="1">
            <a:spLocks noGrp="1"/>
          </p:cNvSpPr>
          <p:nvPr>
            <p:ph type="subTitle" idx="2"/>
          </p:nvPr>
        </p:nvSpPr>
        <p:spPr>
          <a:xfrm>
            <a:off x="2680050" y="2467633"/>
            <a:ext cx="4876800" cy="8859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Remote areas struggle due to poor accessibility and infrastructure.</a:t>
            </a:r>
            <a:endParaRPr/>
          </a:p>
          <a:p>
            <a:pPr marL="457200" lvl="0" indent="-317500" algn="l" rtl="0">
              <a:spcBef>
                <a:spcPts val="0"/>
              </a:spcBef>
              <a:spcAft>
                <a:spcPts val="0"/>
              </a:spcAft>
              <a:buSzPts val="1400"/>
              <a:buChar char="➔"/>
            </a:pPr>
            <a:r>
              <a:rPr lang="en"/>
              <a:t>Proposed IoT-based system uses biosensors and AI/ML.</a:t>
            </a:r>
            <a:endParaRPr/>
          </a:p>
        </p:txBody>
      </p:sp>
      <p:sp>
        <p:nvSpPr>
          <p:cNvPr id="351" name="Google Shape;351;p33"/>
          <p:cNvSpPr txBox="1">
            <a:spLocks noGrp="1"/>
          </p:cNvSpPr>
          <p:nvPr>
            <p:ph type="subTitle" idx="3"/>
          </p:nvPr>
        </p:nvSpPr>
        <p:spPr>
          <a:xfrm>
            <a:off x="3251550" y="3640525"/>
            <a:ext cx="4876800" cy="974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Enables real-time monitoring, predictive analysis, and anomaly detection.</a:t>
            </a:r>
            <a:endParaRPr/>
          </a:p>
        </p:txBody>
      </p:sp>
      <p:grpSp>
        <p:nvGrpSpPr>
          <p:cNvPr id="352" name="Google Shape;352;p33"/>
          <p:cNvGrpSpPr/>
          <p:nvPr/>
        </p:nvGrpSpPr>
        <p:grpSpPr>
          <a:xfrm>
            <a:off x="2103113" y="2467625"/>
            <a:ext cx="278600" cy="345000"/>
            <a:chOff x="2532463" y="3657550"/>
            <a:chExt cx="278600" cy="345000"/>
          </a:xfrm>
        </p:grpSpPr>
        <p:sp>
          <p:nvSpPr>
            <p:cNvPr id="353" name="Google Shape;353;p33"/>
            <p:cNvSpPr/>
            <p:nvPr/>
          </p:nvSpPr>
          <p:spPr>
            <a:xfrm>
              <a:off x="2752363"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3"/>
            <p:cNvSpPr/>
            <p:nvPr/>
          </p:nvSpPr>
          <p:spPr>
            <a:xfrm>
              <a:off x="2708538"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3"/>
            <p:cNvSpPr/>
            <p:nvPr/>
          </p:nvSpPr>
          <p:spPr>
            <a:xfrm>
              <a:off x="2598588" y="3950225"/>
              <a:ext cx="58725" cy="52325"/>
            </a:xfrm>
            <a:custGeom>
              <a:avLst/>
              <a:gdLst/>
              <a:ahLst/>
              <a:cxnLst/>
              <a:rect l="l" t="t" r="r" b="b"/>
              <a:pathLst>
                <a:path w="2349" h="2093" extrusionOk="0">
                  <a:moveTo>
                    <a:pt x="1" y="1"/>
                  </a:moveTo>
                  <a:lnTo>
                    <a:pt x="1" y="1795"/>
                  </a:lnTo>
                  <a:cubicBezTo>
                    <a:pt x="1" y="1918"/>
                    <a:pt x="83" y="2051"/>
                    <a:pt x="216" y="2051"/>
                  </a:cubicBezTo>
                  <a:cubicBezTo>
                    <a:pt x="257" y="2072"/>
                    <a:pt x="288" y="2082"/>
                    <a:pt x="313" y="2082"/>
                  </a:cubicBezTo>
                  <a:cubicBezTo>
                    <a:pt x="339" y="2082"/>
                    <a:pt x="359" y="2072"/>
                    <a:pt x="380" y="2051"/>
                  </a:cubicBezTo>
                  <a:lnTo>
                    <a:pt x="1200" y="1836"/>
                  </a:lnTo>
                  <a:lnTo>
                    <a:pt x="1969" y="2051"/>
                  </a:lnTo>
                  <a:cubicBezTo>
                    <a:pt x="2010" y="2092"/>
                    <a:pt x="2010" y="2092"/>
                    <a:pt x="2051" y="2092"/>
                  </a:cubicBezTo>
                  <a:cubicBezTo>
                    <a:pt x="2133" y="2092"/>
                    <a:pt x="2266" y="2051"/>
                    <a:pt x="2307" y="1918"/>
                  </a:cubicBezTo>
                  <a:cubicBezTo>
                    <a:pt x="2348" y="1877"/>
                    <a:pt x="2348" y="1836"/>
                    <a:pt x="2348" y="1795"/>
                  </a:cubicBezTo>
                  <a:lnTo>
                    <a:pt x="2348" y="1"/>
                  </a:lnTo>
                  <a:lnTo>
                    <a:pt x="1754" y="1"/>
                  </a:lnTo>
                  <a:lnTo>
                    <a:pt x="1754" y="1405"/>
                  </a:lnTo>
                  <a:lnTo>
                    <a:pt x="1241" y="1231"/>
                  </a:lnTo>
                  <a:lnTo>
                    <a:pt x="1108" y="1231"/>
                  </a:lnTo>
                  <a:lnTo>
                    <a:pt x="595" y="1405"/>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3"/>
            <p:cNvSpPr/>
            <p:nvPr/>
          </p:nvSpPr>
          <p:spPr>
            <a:xfrm>
              <a:off x="2532463" y="3657550"/>
              <a:ext cx="278600" cy="300150"/>
            </a:xfrm>
            <a:custGeom>
              <a:avLst/>
              <a:gdLst/>
              <a:ahLst/>
              <a:cxnLst/>
              <a:rect l="l" t="t" r="r" b="b"/>
              <a:pathLst>
                <a:path w="11144" h="12006" extrusionOk="0">
                  <a:moveTo>
                    <a:pt x="9606" y="595"/>
                  </a:moveTo>
                  <a:cubicBezTo>
                    <a:pt x="10119" y="595"/>
                    <a:pt x="10549" y="1026"/>
                    <a:pt x="10549" y="1539"/>
                  </a:cubicBezTo>
                  <a:lnTo>
                    <a:pt x="10549" y="10509"/>
                  </a:lnTo>
                  <a:cubicBezTo>
                    <a:pt x="10549" y="11021"/>
                    <a:pt x="10119" y="11400"/>
                    <a:pt x="9606" y="11400"/>
                  </a:cubicBezTo>
                  <a:lnTo>
                    <a:pt x="2000" y="11400"/>
                  </a:lnTo>
                  <a:cubicBezTo>
                    <a:pt x="1702" y="11400"/>
                    <a:pt x="1487" y="11195"/>
                    <a:pt x="1487" y="10888"/>
                  </a:cubicBezTo>
                  <a:lnTo>
                    <a:pt x="1487" y="10252"/>
                  </a:lnTo>
                  <a:lnTo>
                    <a:pt x="2051" y="10252"/>
                  </a:lnTo>
                  <a:cubicBezTo>
                    <a:pt x="2215" y="10252"/>
                    <a:pt x="2348" y="10170"/>
                    <a:pt x="2389" y="9996"/>
                  </a:cubicBezTo>
                  <a:cubicBezTo>
                    <a:pt x="2389" y="9822"/>
                    <a:pt x="2256" y="9658"/>
                    <a:pt x="2092" y="9658"/>
                  </a:cubicBezTo>
                  <a:lnTo>
                    <a:pt x="1487" y="9658"/>
                  </a:lnTo>
                  <a:lnTo>
                    <a:pt x="1487" y="7648"/>
                  </a:lnTo>
                  <a:lnTo>
                    <a:pt x="2051" y="7648"/>
                  </a:lnTo>
                  <a:cubicBezTo>
                    <a:pt x="2215" y="7648"/>
                    <a:pt x="2348" y="7556"/>
                    <a:pt x="2389" y="7392"/>
                  </a:cubicBezTo>
                  <a:cubicBezTo>
                    <a:pt x="2389" y="7218"/>
                    <a:pt x="2256" y="7044"/>
                    <a:pt x="2092" y="7044"/>
                  </a:cubicBezTo>
                  <a:lnTo>
                    <a:pt x="1487" y="7044"/>
                  </a:lnTo>
                  <a:lnTo>
                    <a:pt x="1487" y="4993"/>
                  </a:lnTo>
                  <a:lnTo>
                    <a:pt x="2051" y="4993"/>
                  </a:lnTo>
                  <a:cubicBezTo>
                    <a:pt x="2215" y="4993"/>
                    <a:pt x="2348" y="4911"/>
                    <a:pt x="2389" y="4788"/>
                  </a:cubicBezTo>
                  <a:cubicBezTo>
                    <a:pt x="2389" y="4573"/>
                    <a:pt x="2256" y="4440"/>
                    <a:pt x="2092" y="4440"/>
                  </a:cubicBezTo>
                  <a:lnTo>
                    <a:pt x="1487" y="4440"/>
                  </a:lnTo>
                  <a:lnTo>
                    <a:pt x="1487" y="2389"/>
                  </a:lnTo>
                  <a:lnTo>
                    <a:pt x="2051" y="2389"/>
                  </a:lnTo>
                  <a:cubicBezTo>
                    <a:pt x="2215" y="2389"/>
                    <a:pt x="2348" y="2307"/>
                    <a:pt x="2389" y="2133"/>
                  </a:cubicBezTo>
                  <a:cubicBezTo>
                    <a:pt x="2389" y="1969"/>
                    <a:pt x="2256" y="1795"/>
                    <a:pt x="2092" y="1795"/>
                  </a:cubicBezTo>
                  <a:lnTo>
                    <a:pt x="1487" y="1795"/>
                  </a:lnTo>
                  <a:lnTo>
                    <a:pt x="1487" y="1108"/>
                  </a:lnTo>
                  <a:cubicBezTo>
                    <a:pt x="1487" y="811"/>
                    <a:pt x="1702" y="595"/>
                    <a:pt x="2000" y="595"/>
                  </a:cubicBezTo>
                  <a:close/>
                  <a:moveTo>
                    <a:pt x="2000" y="1"/>
                  </a:moveTo>
                  <a:cubicBezTo>
                    <a:pt x="1405" y="1"/>
                    <a:pt x="893" y="513"/>
                    <a:pt x="893" y="1108"/>
                  </a:cubicBezTo>
                  <a:lnTo>
                    <a:pt x="893" y="1795"/>
                  </a:lnTo>
                  <a:lnTo>
                    <a:pt x="339" y="1795"/>
                  </a:lnTo>
                  <a:cubicBezTo>
                    <a:pt x="165" y="1795"/>
                    <a:pt x="42" y="1918"/>
                    <a:pt x="42" y="2051"/>
                  </a:cubicBezTo>
                  <a:cubicBezTo>
                    <a:pt x="1" y="2266"/>
                    <a:pt x="165" y="2389"/>
                    <a:pt x="339" y="2389"/>
                  </a:cubicBezTo>
                  <a:lnTo>
                    <a:pt x="893" y="2389"/>
                  </a:lnTo>
                  <a:lnTo>
                    <a:pt x="893" y="4440"/>
                  </a:lnTo>
                  <a:lnTo>
                    <a:pt x="339" y="4440"/>
                  </a:lnTo>
                  <a:cubicBezTo>
                    <a:pt x="165" y="4440"/>
                    <a:pt x="42" y="4532"/>
                    <a:pt x="42" y="4655"/>
                  </a:cubicBezTo>
                  <a:cubicBezTo>
                    <a:pt x="1" y="4870"/>
                    <a:pt x="165" y="4993"/>
                    <a:pt x="339" y="4993"/>
                  </a:cubicBezTo>
                  <a:lnTo>
                    <a:pt x="893" y="4993"/>
                  </a:lnTo>
                  <a:lnTo>
                    <a:pt x="893" y="7044"/>
                  </a:lnTo>
                  <a:lnTo>
                    <a:pt x="339" y="7044"/>
                  </a:lnTo>
                  <a:cubicBezTo>
                    <a:pt x="165" y="7044"/>
                    <a:pt x="42" y="7177"/>
                    <a:pt x="42" y="7300"/>
                  </a:cubicBezTo>
                  <a:cubicBezTo>
                    <a:pt x="1" y="7474"/>
                    <a:pt x="165" y="7648"/>
                    <a:pt x="339" y="7648"/>
                  </a:cubicBezTo>
                  <a:lnTo>
                    <a:pt x="893" y="7648"/>
                  </a:lnTo>
                  <a:lnTo>
                    <a:pt x="893" y="9658"/>
                  </a:lnTo>
                  <a:lnTo>
                    <a:pt x="339" y="9658"/>
                  </a:lnTo>
                  <a:cubicBezTo>
                    <a:pt x="165" y="9658"/>
                    <a:pt x="42" y="9781"/>
                    <a:pt x="42" y="9914"/>
                  </a:cubicBezTo>
                  <a:cubicBezTo>
                    <a:pt x="1" y="10078"/>
                    <a:pt x="165" y="10252"/>
                    <a:pt x="339" y="10252"/>
                  </a:cubicBezTo>
                  <a:lnTo>
                    <a:pt x="893" y="10252"/>
                  </a:lnTo>
                  <a:lnTo>
                    <a:pt x="893" y="10888"/>
                  </a:lnTo>
                  <a:cubicBezTo>
                    <a:pt x="893" y="11534"/>
                    <a:pt x="1405" y="12005"/>
                    <a:pt x="2000" y="12005"/>
                  </a:cubicBezTo>
                  <a:lnTo>
                    <a:pt x="9606" y="12005"/>
                  </a:lnTo>
                  <a:cubicBezTo>
                    <a:pt x="10457" y="12005"/>
                    <a:pt x="11144" y="11318"/>
                    <a:pt x="11144" y="10509"/>
                  </a:cubicBezTo>
                  <a:lnTo>
                    <a:pt x="11144" y="1539"/>
                  </a:lnTo>
                  <a:cubicBezTo>
                    <a:pt x="11144" y="688"/>
                    <a:pt x="10457" y="1"/>
                    <a:pt x="960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3"/>
            <p:cNvSpPr/>
            <p:nvPr/>
          </p:nvSpPr>
          <p:spPr>
            <a:xfrm>
              <a:off x="2619863" y="3702400"/>
              <a:ext cx="60000" cy="14900"/>
            </a:xfrm>
            <a:custGeom>
              <a:avLst/>
              <a:gdLst/>
              <a:ahLst/>
              <a:cxnLst/>
              <a:rect l="l" t="t" r="r" b="b"/>
              <a:pathLst>
                <a:path w="2400" h="596" extrusionOk="0">
                  <a:moveTo>
                    <a:pt x="349" y="1"/>
                  </a:moveTo>
                  <a:cubicBezTo>
                    <a:pt x="134" y="1"/>
                    <a:pt x="0" y="175"/>
                    <a:pt x="41" y="339"/>
                  </a:cubicBezTo>
                  <a:cubicBezTo>
                    <a:pt x="41" y="513"/>
                    <a:pt x="175" y="595"/>
                    <a:pt x="349" y="595"/>
                  </a:cubicBezTo>
                  <a:lnTo>
                    <a:pt x="2092" y="595"/>
                  </a:lnTo>
                  <a:cubicBezTo>
                    <a:pt x="2266" y="595"/>
                    <a:pt x="2399" y="472"/>
                    <a:pt x="2348" y="257"/>
                  </a:cubicBezTo>
                  <a:cubicBezTo>
                    <a:pt x="2348" y="124"/>
                    <a:pt x="2225" y="1"/>
                    <a:pt x="20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3"/>
            <p:cNvSpPr/>
            <p:nvPr/>
          </p:nvSpPr>
          <p:spPr>
            <a:xfrm>
              <a:off x="2619863" y="3746225"/>
              <a:ext cx="38475" cy="14900"/>
            </a:xfrm>
            <a:custGeom>
              <a:avLst/>
              <a:gdLst/>
              <a:ahLst/>
              <a:cxnLst/>
              <a:rect l="l" t="t" r="r" b="b"/>
              <a:pathLst>
                <a:path w="1539" h="596" extrusionOk="0">
                  <a:moveTo>
                    <a:pt x="349" y="1"/>
                  </a:moveTo>
                  <a:cubicBezTo>
                    <a:pt x="134" y="1"/>
                    <a:pt x="0" y="165"/>
                    <a:pt x="41" y="339"/>
                  </a:cubicBezTo>
                  <a:cubicBezTo>
                    <a:pt x="41" y="513"/>
                    <a:pt x="175" y="595"/>
                    <a:pt x="349" y="595"/>
                  </a:cubicBezTo>
                  <a:lnTo>
                    <a:pt x="1200" y="595"/>
                  </a:lnTo>
                  <a:cubicBezTo>
                    <a:pt x="1374" y="595"/>
                    <a:pt x="1538" y="421"/>
                    <a:pt x="1497" y="257"/>
                  </a:cubicBezTo>
                  <a:cubicBezTo>
                    <a:pt x="1456" y="124"/>
                    <a:pt x="1323" y="1"/>
                    <a:pt x="120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33"/>
          <p:cNvGrpSpPr/>
          <p:nvPr/>
        </p:nvGrpSpPr>
        <p:grpSpPr>
          <a:xfrm>
            <a:off x="1460838" y="1295038"/>
            <a:ext cx="343950" cy="344675"/>
            <a:chOff x="2509913" y="2520475"/>
            <a:chExt cx="343950" cy="344675"/>
          </a:xfrm>
        </p:grpSpPr>
        <p:sp>
          <p:nvSpPr>
            <p:cNvPr id="360" name="Google Shape;360;p33"/>
            <p:cNvSpPr/>
            <p:nvPr/>
          </p:nvSpPr>
          <p:spPr>
            <a:xfrm>
              <a:off x="2509913" y="2608825"/>
              <a:ext cx="343950" cy="256325"/>
            </a:xfrm>
            <a:custGeom>
              <a:avLst/>
              <a:gdLst/>
              <a:ahLst/>
              <a:cxnLst/>
              <a:rect l="l" t="t" r="r" b="b"/>
              <a:pathLst>
                <a:path w="13758" h="10253" extrusionOk="0">
                  <a:moveTo>
                    <a:pt x="5126" y="8674"/>
                  </a:moveTo>
                  <a:cubicBezTo>
                    <a:pt x="5557" y="8674"/>
                    <a:pt x="5977" y="8848"/>
                    <a:pt x="6326" y="9104"/>
                  </a:cubicBezTo>
                  <a:cubicBezTo>
                    <a:pt x="6233" y="9145"/>
                    <a:pt x="6192" y="9145"/>
                    <a:pt x="6151" y="9186"/>
                  </a:cubicBezTo>
                  <a:cubicBezTo>
                    <a:pt x="5977" y="9319"/>
                    <a:pt x="5854" y="9484"/>
                    <a:pt x="5772" y="9658"/>
                  </a:cubicBezTo>
                  <a:lnTo>
                    <a:pt x="554" y="9658"/>
                  </a:lnTo>
                  <a:lnTo>
                    <a:pt x="554" y="8674"/>
                  </a:lnTo>
                  <a:close/>
                  <a:moveTo>
                    <a:pt x="13153" y="8674"/>
                  </a:moveTo>
                  <a:lnTo>
                    <a:pt x="13153" y="9658"/>
                  </a:lnTo>
                  <a:lnTo>
                    <a:pt x="7945" y="9658"/>
                  </a:lnTo>
                  <a:cubicBezTo>
                    <a:pt x="7822" y="9401"/>
                    <a:pt x="7648" y="9227"/>
                    <a:pt x="7392" y="9104"/>
                  </a:cubicBezTo>
                  <a:cubicBezTo>
                    <a:pt x="7730" y="8848"/>
                    <a:pt x="8161" y="8674"/>
                    <a:pt x="8591" y="8674"/>
                  </a:cubicBezTo>
                  <a:close/>
                  <a:moveTo>
                    <a:pt x="298" y="1"/>
                  </a:moveTo>
                  <a:cubicBezTo>
                    <a:pt x="134" y="1"/>
                    <a:pt x="1" y="134"/>
                    <a:pt x="1" y="298"/>
                  </a:cubicBezTo>
                  <a:lnTo>
                    <a:pt x="1" y="8417"/>
                  </a:lnTo>
                  <a:lnTo>
                    <a:pt x="1" y="9955"/>
                  </a:lnTo>
                  <a:cubicBezTo>
                    <a:pt x="1" y="10129"/>
                    <a:pt x="134" y="10252"/>
                    <a:pt x="298" y="10252"/>
                  </a:cubicBezTo>
                  <a:lnTo>
                    <a:pt x="6028" y="10252"/>
                  </a:lnTo>
                  <a:cubicBezTo>
                    <a:pt x="6151" y="10252"/>
                    <a:pt x="6233" y="10170"/>
                    <a:pt x="6285" y="10037"/>
                  </a:cubicBezTo>
                  <a:lnTo>
                    <a:pt x="6326" y="9996"/>
                  </a:lnTo>
                  <a:cubicBezTo>
                    <a:pt x="6367" y="9873"/>
                    <a:pt x="6408" y="9740"/>
                    <a:pt x="6541" y="9699"/>
                  </a:cubicBezTo>
                  <a:cubicBezTo>
                    <a:pt x="6623" y="9617"/>
                    <a:pt x="6746" y="9576"/>
                    <a:pt x="6879" y="9576"/>
                  </a:cubicBezTo>
                  <a:cubicBezTo>
                    <a:pt x="6961" y="9576"/>
                    <a:pt x="7002" y="9576"/>
                    <a:pt x="7054" y="9617"/>
                  </a:cubicBezTo>
                  <a:cubicBezTo>
                    <a:pt x="7259" y="9658"/>
                    <a:pt x="7392" y="9781"/>
                    <a:pt x="7474" y="9996"/>
                  </a:cubicBezTo>
                  <a:lnTo>
                    <a:pt x="7474" y="10037"/>
                  </a:lnTo>
                  <a:cubicBezTo>
                    <a:pt x="7515" y="10170"/>
                    <a:pt x="7648" y="10252"/>
                    <a:pt x="7771" y="10252"/>
                  </a:cubicBezTo>
                  <a:lnTo>
                    <a:pt x="13461" y="10252"/>
                  </a:lnTo>
                  <a:cubicBezTo>
                    <a:pt x="13625" y="10252"/>
                    <a:pt x="13758" y="10129"/>
                    <a:pt x="13758" y="9955"/>
                  </a:cubicBezTo>
                  <a:lnTo>
                    <a:pt x="13758" y="8376"/>
                  </a:lnTo>
                  <a:lnTo>
                    <a:pt x="13758" y="8161"/>
                  </a:lnTo>
                  <a:lnTo>
                    <a:pt x="13758" y="298"/>
                  </a:lnTo>
                  <a:cubicBezTo>
                    <a:pt x="13758" y="134"/>
                    <a:pt x="13625" y="1"/>
                    <a:pt x="13461" y="1"/>
                  </a:cubicBezTo>
                  <a:lnTo>
                    <a:pt x="9698" y="1"/>
                  </a:lnTo>
                  <a:lnTo>
                    <a:pt x="9698" y="606"/>
                  </a:lnTo>
                  <a:lnTo>
                    <a:pt x="13153" y="606"/>
                  </a:lnTo>
                  <a:lnTo>
                    <a:pt x="13153" y="8079"/>
                  </a:lnTo>
                  <a:lnTo>
                    <a:pt x="8591" y="8079"/>
                  </a:lnTo>
                  <a:cubicBezTo>
                    <a:pt x="8079" y="8079"/>
                    <a:pt x="7566" y="8243"/>
                    <a:pt x="7136" y="8551"/>
                  </a:cubicBezTo>
                  <a:lnTo>
                    <a:pt x="7136" y="3374"/>
                  </a:lnTo>
                  <a:lnTo>
                    <a:pt x="6582" y="3374"/>
                  </a:lnTo>
                  <a:lnTo>
                    <a:pt x="6582" y="8551"/>
                  </a:lnTo>
                  <a:cubicBezTo>
                    <a:pt x="6151" y="8243"/>
                    <a:pt x="5639" y="8079"/>
                    <a:pt x="5085" y="8079"/>
                  </a:cubicBezTo>
                  <a:lnTo>
                    <a:pt x="554" y="8079"/>
                  </a:lnTo>
                  <a:lnTo>
                    <a:pt x="554" y="606"/>
                  </a:lnTo>
                  <a:lnTo>
                    <a:pt x="4019" y="606"/>
                  </a:lnTo>
                  <a:lnTo>
                    <a:pt x="4019"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3"/>
            <p:cNvSpPr/>
            <p:nvPr/>
          </p:nvSpPr>
          <p:spPr>
            <a:xfrm>
              <a:off x="2744938" y="2658050"/>
              <a:ext cx="65100" cy="14875"/>
            </a:xfrm>
            <a:custGeom>
              <a:avLst/>
              <a:gdLst/>
              <a:ahLst/>
              <a:cxnLst/>
              <a:rect l="l" t="t" r="r" b="b"/>
              <a:pathLst>
                <a:path w="2604" h="595" extrusionOk="0">
                  <a:moveTo>
                    <a:pt x="297" y="0"/>
                  </a:moveTo>
                  <a:cubicBezTo>
                    <a:pt x="123" y="0"/>
                    <a:pt x="0" y="123"/>
                    <a:pt x="0" y="338"/>
                  </a:cubicBezTo>
                  <a:cubicBezTo>
                    <a:pt x="41" y="472"/>
                    <a:pt x="164" y="595"/>
                    <a:pt x="297" y="595"/>
                  </a:cubicBezTo>
                  <a:lnTo>
                    <a:pt x="2266" y="595"/>
                  </a:lnTo>
                  <a:cubicBezTo>
                    <a:pt x="2471" y="595"/>
                    <a:pt x="2604" y="431"/>
                    <a:pt x="2563" y="256"/>
                  </a:cubicBezTo>
                  <a:cubicBezTo>
                    <a:pt x="2563" y="82"/>
                    <a:pt x="2430" y="0"/>
                    <a:pt x="226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3"/>
            <p:cNvSpPr/>
            <p:nvPr/>
          </p:nvSpPr>
          <p:spPr>
            <a:xfrm>
              <a:off x="2553738" y="2658050"/>
              <a:ext cx="65125" cy="14875"/>
            </a:xfrm>
            <a:custGeom>
              <a:avLst/>
              <a:gdLst/>
              <a:ahLst/>
              <a:cxnLst/>
              <a:rect l="l" t="t" r="r" b="b"/>
              <a:pathLst>
                <a:path w="2605" h="595" extrusionOk="0">
                  <a:moveTo>
                    <a:pt x="298" y="0"/>
                  </a:moveTo>
                  <a:cubicBezTo>
                    <a:pt x="124" y="0"/>
                    <a:pt x="1" y="123"/>
                    <a:pt x="1" y="338"/>
                  </a:cubicBezTo>
                  <a:cubicBezTo>
                    <a:pt x="42" y="472"/>
                    <a:pt x="175" y="595"/>
                    <a:pt x="298" y="595"/>
                  </a:cubicBezTo>
                  <a:lnTo>
                    <a:pt x="2266" y="595"/>
                  </a:lnTo>
                  <a:cubicBezTo>
                    <a:pt x="2430" y="595"/>
                    <a:pt x="2604" y="431"/>
                    <a:pt x="2563" y="256"/>
                  </a:cubicBezTo>
                  <a:cubicBezTo>
                    <a:pt x="2522" y="82"/>
                    <a:pt x="2389" y="0"/>
                    <a:pt x="226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3"/>
            <p:cNvSpPr/>
            <p:nvPr/>
          </p:nvSpPr>
          <p:spPr>
            <a:xfrm>
              <a:off x="2553738" y="2707250"/>
              <a:ext cx="91775" cy="14900"/>
            </a:xfrm>
            <a:custGeom>
              <a:avLst/>
              <a:gdLst/>
              <a:ahLst/>
              <a:cxnLst/>
              <a:rect l="l" t="t" r="r" b="b"/>
              <a:pathLst>
                <a:path w="3671" h="596" extrusionOk="0">
                  <a:moveTo>
                    <a:pt x="298" y="0"/>
                  </a:moveTo>
                  <a:cubicBezTo>
                    <a:pt x="124" y="0"/>
                    <a:pt x="1" y="165"/>
                    <a:pt x="1" y="339"/>
                  </a:cubicBezTo>
                  <a:cubicBezTo>
                    <a:pt x="42" y="513"/>
                    <a:pt x="175" y="595"/>
                    <a:pt x="298" y="595"/>
                  </a:cubicBezTo>
                  <a:lnTo>
                    <a:pt x="3373" y="595"/>
                  </a:lnTo>
                  <a:cubicBezTo>
                    <a:pt x="3548" y="595"/>
                    <a:pt x="3671" y="421"/>
                    <a:pt x="3671" y="257"/>
                  </a:cubicBezTo>
                  <a:cubicBezTo>
                    <a:pt x="3630" y="123"/>
                    <a:pt x="3507"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3"/>
            <p:cNvSpPr/>
            <p:nvPr/>
          </p:nvSpPr>
          <p:spPr>
            <a:xfrm>
              <a:off x="2564513" y="2756200"/>
              <a:ext cx="81000" cy="15150"/>
            </a:xfrm>
            <a:custGeom>
              <a:avLst/>
              <a:gdLst/>
              <a:ahLst/>
              <a:cxnLst/>
              <a:rect l="l" t="t" r="r" b="b"/>
              <a:pathLst>
                <a:path w="3240" h="606" extrusionOk="0">
                  <a:moveTo>
                    <a:pt x="297" y="1"/>
                  </a:moveTo>
                  <a:cubicBezTo>
                    <a:pt x="123" y="1"/>
                    <a:pt x="0" y="175"/>
                    <a:pt x="0" y="349"/>
                  </a:cubicBezTo>
                  <a:cubicBezTo>
                    <a:pt x="41" y="513"/>
                    <a:pt x="164" y="605"/>
                    <a:pt x="338" y="605"/>
                  </a:cubicBezTo>
                  <a:lnTo>
                    <a:pt x="2942" y="605"/>
                  </a:lnTo>
                  <a:cubicBezTo>
                    <a:pt x="3117" y="605"/>
                    <a:pt x="3240" y="431"/>
                    <a:pt x="3240" y="257"/>
                  </a:cubicBezTo>
                  <a:cubicBezTo>
                    <a:pt x="3199" y="134"/>
                    <a:pt x="3076" y="1"/>
                    <a:pt x="29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3"/>
            <p:cNvSpPr/>
            <p:nvPr/>
          </p:nvSpPr>
          <p:spPr>
            <a:xfrm>
              <a:off x="2716988" y="2707250"/>
              <a:ext cx="93050" cy="14900"/>
            </a:xfrm>
            <a:custGeom>
              <a:avLst/>
              <a:gdLst/>
              <a:ahLst/>
              <a:cxnLst/>
              <a:rect l="l" t="t" r="r" b="b"/>
              <a:pathLst>
                <a:path w="3722" h="596" extrusionOk="0">
                  <a:moveTo>
                    <a:pt x="349" y="0"/>
                  </a:moveTo>
                  <a:cubicBezTo>
                    <a:pt x="134" y="0"/>
                    <a:pt x="1" y="165"/>
                    <a:pt x="52" y="339"/>
                  </a:cubicBezTo>
                  <a:cubicBezTo>
                    <a:pt x="52" y="513"/>
                    <a:pt x="175" y="595"/>
                    <a:pt x="349" y="595"/>
                  </a:cubicBezTo>
                  <a:lnTo>
                    <a:pt x="3384" y="595"/>
                  </a:lnTo>
                  <a:cubicBezTo>
                    <a:pt x="3589" y="595"/>
                    <a:pt x="3722" y="421"/>
                    <a:pt x="3681" y="257"/>
                  </a:cubicBezTo>
                  <a:cubicBezTo>
                    <a:pt x="3681" y="123"/>
                    <a:pt x="3548" y="0"/>
                    <a:pt x="3384"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3"/>
            <p:cNvSpPr/>
            <p:nvPr/>
          </p:nvSpPr>
          <p:spPr>
            <a:xfrm>
              <a:off x="2716988" y="2756200"/>
              <a:ext cx="82300" cy="15150"/>
            </a:xfrm>
            <a:custGeom>
              <a:avLst/>
              <a:gdLst/>
              <a:ahLst/>
              <a:cxnLst/>
              <a:rect l="l" t="t" r="r" b="b"/>
              <a:pathLst>
                <a:path w="3292" h="606" extrusionOk="0">
                  <a:moveTo>
                    <a:pt x="349" y="1"/>
                  </a:moveTo>
                  <a:cubicBezTo>
                    <a:pt x="134" y="1"/>
                    <a:pt x="1" y="175"/>
                    <a:pt x="52" y="349"/>
                  </a:cubicBezTo>
                  <a:cubicBezTo>
                    <a:pt x="52" y="513"/>
                    <a:pt x="175" y="605"/>
                    <a:pt x="349" y="605"/>
                  </a:cubicBezTo>
                  <a:lnTo>
                    <a:pt x="2953" y="605"/>
                  </a:lnTo>
                  <a:cubicBezTo>
                    <a:pt x="3127" y="605"/>
                    <a:pt x="3291" y="431"/>
                    <a:pt x="3250" y="257"/>
                  </a:cubicBezTo>
                  <a:cubicBezTo>
                    <a:pt x="3209" y="134"/>
                    <a:pt x="3076" y="1"/>
                    <a:pt x="295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3"/>
            <p:cNvSpPr/>
            <p:nvPr/>
          </p:nvSpPr>
          <p:spPr>
            <a:xfrm>
              <a:off x="2548363" y="2520475"/>
              <a:ext cx="267075" cy="179100"/>
            </a:xfrm>
            <a:custGeom>
              <a:avLst/>
              <a:gdLst/>
              <a:ahLst/>
              <a:cxnLst/>
              <a:rect l="l" t="t" r="r" b="b"/>
              <a:pathLst>
                <a:path w="10683" h="7164" extrusionOk="0">
                  <a:moveTo>
                    <a:pt x="5341" y="634"/>
                  </a:moveTo>
                  <a:lnTo>
                    <a:pt x="9483" y="2089"/>
                  </a:lnTo>
                  <a:lnTo>
                    <a:pt x="5341" y="3494"/>
                  </a:lnTo>
                  <a:lnTo>
                    <a:pt x="1200" y="2089"/>
                  </a:lnTo>
                  <a:lnTo>
                    <a:pt x="5341" y="634"/>
                  </a:lnTo>
                  <a:close/>
                  <a:moveTo>
                    <a:pt x="7863" y="3279"/>
                  </a:moveTo>
                  <a:lnTo>
                    <a:pt x="7863" y="5585"/>
                  </a:lnTo>
                  <a:lnTo>
                    <a:pt x="5341" y="6569"/>
                  </a:lnTo>
                  <a:lnTo>
                    <a:pt x="2778" y="5585"/>
                  </a:lnTo>
                  <a:lnTo>
                    <a:pt x="2778" y="3279"/>
                  </a:lnTo>
                  <a:lnTo>
                    <a:pt x="5208" y="4089"/>
                  </a:lnTo>
                  <a:cubicBezTo>
                    <a:pt x="5259" y="4140"/>
                    <a:pt x="5300" y="4140"/>
                    <a:pt x="5341" y="4140"/>
                  </a:cubicBezTo>
                  <a:cubicBezTo>
                    <a:pt x="5382" y="4140"/>
                    <a:pt x="5382" y="4140"/>
                    <a:pt x="5423" y="4089"/>
                  </a:cubicBezTo>
                  <a:lnTo>
                    <a:pt x="7863" y="3279"/>
                  </a:lnTo>
                  <a:close/>
                  <a:moveTo>
                    <a:pt x="5335" y="1"/>
                  </a:moveTo>
                  <a:cubicBezTo>
                    <a:pt x="5298" y="1"/>
                    <a:pt x="5254" y="14"/>
                    <a:pt x="5208" y="39"/>
                  </a:cubicBezTo>
                  <a:lnTo>
                    <a:pt x="216" y="1782"/>
                  </a:lnTo>
                  <a:cubicBezTo>
                    <a:pt x="82" y="1874"/>
                    <a:pt x="0" y="1997"/>
                    <a:pt x="0" y="2171"/>
                  </a:cubicBezTo>
                  <a:cubicBezTo>
                    <a:pt x="41" y="2253"/>
                    <a:pt x="133" y="2346"/>
                    <a:pt x="216" y="2387"/>
                  </a:cubicBezTo>
                  <a:lnTo>
                    <a:pt x="2184" y="3063"/>
                  </a:lnTo>
                  <a:lnTo>
                    <a:pt x="2184" y="5800"/>
                  </a:lnTo>
                  <a:cubicBezTo>
                    <a:pt x="2184" y="5934"/>
                    <a:pt x="2266" y="6016"/>
                    <a:pt x="2389" y="6057"/>
                  </a:cubicBezTo>
                  <a:lnTo>
                    <a:pt x="5208" y="7164"/>
                  </a:lnTo>
                  <a:lnTo>
                    <a:pt x="5423" y="7164"/>
                  </a:lnTo>
                  <a:lnTo>
                    <a:pt x="8283" y="6057"/>
                  </a:lnTo>
                  <a:cubicBezTo>
                    <a:pt x="8376" y="6016"/>
                    <a:pt x="8458" y="5934"/>
                    <a:pt x="8458" y="5800"/>
                  </a:cubicBezTo>
                  <a:lnTo>
                    <a:pt x="8458" y="3063"/>
                  </a:lnTo>
                  <a:lnTo>
                    <a:pt x="10426" y="2387"/>
                  </a:lnTo>
                  <a:cubicBezTo>
                    <a:pt x="10549" y="2346"/>
                    <a:pt x="10590" y="2253"/>
                    <a:pt x="10641" y="2171"/>
                  </a:cubicBezTo>
                  <a:cubicBezTo>
                    <a:pt x="10682" y="1997"/>
                    <a:pt x="10590" y="1874"/>
                    <a:pt x="10467" y="1782"/>
                  </a:cubicBezTo>
                  <a:lnTo>
                    <a:pt x="5423" y="39"/>
                  </a:lnTo>
                  <a:cubicBezTo>
                    <a:pt x="5403" y="14"/>
                    <a:pt x="5372" y="1"/>
                    <a:pt x="5335"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 name="Google Shape;368;p33"/>
          <p:cNvGrpSpPr/>
          <p:nvPr/>
        </p:nvGrpSpPr>
        <p:grpSpPr>
          <a:xfrm>
            <a:off x="2680038" y="3640513"/>
            <a:ext cx="343950" cy="288325"/>
            <a:chOff x="7796863" y="2004525"/>
            <a:chExt cx="343950" cy="288325"/>
          </a:xfrm>
        </p:grpSpPr>
        <p:sp>
          <p:nvSpPr>
            <p:cNvPr id="369" name="Google Shape;369;p33"/>
            <p:cNvSpPr/>
            <p:nvPr/>
          </p:nvSpPr>
          <p:spPr>
            <a:xfrm>
              <a:off x="7796863" y="2004525"/>
              <a:ext cx="343950" cy="288325"/>
            </a:xfrm>
            <a:custGeom>
              <a:avLst/>
              <a:gdLst/>
              <a:ahLst/>
              <a:cxnLst/>
              <a:rect l="l" t="t" r="r" b="b"/>
              <a:pathLst>
                <a:path w="13758" h="11533" extrusionOk="0">
                  <a:moveTo>
                    <a:pt x="6582" y="595"/>
                  </a:moveTo>
                  <a:lnTo>
                    <a:pt x="6582" y="8755"/>
                  </a:lnTo>
                  <a:lnTo>
                    <a:pt x="1026" y="8755"/>
                  </a:lnTo>
                  <a:lnTo>
                    <a:pt x="1026" y="1107"/>
                  </a:lnTo>
                  <a:cubicBezTo>
                    <a:pt x="1026" y="851"/>
                    <a:pt x="1282" y="595"/>
                    <a:pt x="1579" y="595"/>
                  </a:cubicBezTo>
                  <a:close/>
                  <a:moveTo>
                    <a:pt x="12179" y="595"/>
                  </a:moveTo>
                  <a:cubicBezTo>
                    <a:pt x="12477" y="595"/>
                    <a:pt x="12733" y="810"/>
                    <a:pt x="12733" y="1107"/>
                  </a:cubicBezTo>
                  <a:lnTo>
                    <a:pt x="12733" y="8755"/>
                  </a:lnTo>
                  <a:lnTo>
                    <a:pt x="7177" y="8755"/>
                  </a:lnTo>
                  <a:lnTo>
                    <a:pt x="7177" y="595"/>
                  </a:lnTo>
                  <a:close/>
                  <a:moveTo>
                    <a:pt x="13163" y="9349"/>
                  </a:moveTo>
                  <a:lnTo>
                    <a:pt x="13163" y="9995"/>
                  </a:lnTo>
                  <a:cubicBezTo>
                    <a:pt x="13163" y="10508"/>
                    <a:pt x="12774" y="10938"/>
                    <a:pt x="12261" y="10938"/>
                  </a:cubicBezTo>
                  <a:lnTo>
                    <a:pt x="1497" y="10938"/>
                  </a:lnTo>
                  <a:cubicBezTo>
                    <a:pt x="985" y="10938"/>
                    <a:pt x="605" y="10508"/>
                    <a:pt x="605" y="9995"/>
                  </a:cubicBezTo>
                  <a:lnTo>
                    <a:pt x="605" y="9349"/>
                  </a:lnTo>
                  <a:close/>
                  <a:moveTo>
                    <a:pt x="1579" y="0"/>
                  </a:moveTo>
                  <a:cubicBezTo>
                    <a:pt x="985" y="0"/>
                    <a:pt x="472" y="513"/>
                    <a:pt x="472" y="1107"/>
                  </a:cubicBezTo>
                  <a:lnTo>
                    <a:pt x="472" y="8755"/>
                  </a:lnTo>
                  <a:lnTo>
                    <a:pt x="298" y="8755"/>
                  </a:lnTo>
                  <a:cubicBezTo>
                    <a:pt x="134" y="8755"/>
                    <a:pt x="0" y="8888"/>
                    <a:pt x="0" y="9052"/>
                  </a:cubicBezTo>
                  <a:lnTo>
                    <a:pt x="0" y="9995"/>
                  </a:lnTo>
                  <a:cubicBezTo>
                    <a:pt x="0" y="10846"/>
                    <a:pt x="687" y="11533"/>
                    <a:pt x="1497" y="11533"/>
                  </a:cubicBezTo>
                  <a:lnTo>
                    <a:pt x="12261" y="11533"/>
                  </a:lnTo>
                  <a:cubicBezTo>
                    <a:pt x="13071" y="11533"/>
                    <a:pt x="13758" y="10846"/>
                    <a:pt x="13758" y="9995"/>
                  </a:cubicBezTo>
                  <a:lnTo>
                    <a:pt x="13758" y="9052"/>
                  </a:lnTo>
                  <a:cubicBezTo>
                    <a:pt x="13758" y="8888"/>
                    <a:pt x="13625" y="8755"/>
                    <a:pt x="13461" y="8755"/>
                  </a:cubicBezTo>
                  <a:lnTo>
                    <a:pt x="13286" y="8755"/>
                  </a:lnTo>
                  <a:lnTo>
                    <a:pt x="13286" y="1107"/>
                  </a:lnTo>
                  <a:cubicBezTo>
                    <a:pt x="13286" y="513"/>
                    <a:pt x="12815" y="0"/>
                    <a:pt x="1217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3"/>
            <p:cNvSpPr/>
            <p:nvPr/>
          </p:nvSpPr>
          <p:spPr>
            <a:xfrm>
              <a:off x="7851463" y="2048350"/>
              <a:ext cx="48975" cy="58700"/>
            </a:xfrm>
            <a:custGeom>
              <a:avLst/>
              <a:gdLst/>
              <a:ahLst/>
              <a:cxnLst/>
              <a:rect l="l" t="t" r="r" b="b"/>
              <a:pathLst>
                <a:path w="1959" h="2348" extrusionOk="0">
                  <a:moveTo>
                    <a:pt x="338" y="0"/>
                  </a:moveTo>
                  <a:cubicBezTo>
                    <a:pt x="164" y="0"/>
                    <a:pt x="41" y="82"/>
                    <a:pt x="41" y="256"/>
                  </a:cubicBezTo>
                  <a:cubicBezTo>
                    <a:pt x="0" y="420"/>
                    <a:pt x="164" y="595"/>
                    <a:pt x="338" y="595"/>
                  </a:cubicBezTo>
                  <a:lnTo>
                    <a:pt x="677" y="595"/>
                  </a:lnTo>
                  <a:lnTo>
                    <a:pt x="677" y="2050"/>
                  </a:lnTo>
                  <a:cubicBezTo>
                    <a:pt x="677" y="2173"/>
                    <a:pt x="810" y="2307"/>
                    <a:pt x="933" y="2348"/>
                  </a:cubicBezTo>
                  <a:cubicBezTo>
                    <a:pt x="1107" y="2348"/>
                    <a:pt x="1281" y="2214"/>
                    <a:pt x="1281" y="2050"/>
                  </a:cubicBezTo>
                  <a:lnTo>
                    <a:pt x="1281" y="595"/>
                  </a:lnTo>
                  <a:lnTo>
                    <a:pt x="1620" y="595"/>
                  </a:lnTo>
                  <a:cubicBezTo>
                    <a:pt x="1794" y="595"/>
                    <a:pt x="1917" y="513"/>
                    <a:pt x="1917" y="338"/>
                  </a:cubicBezTo>
                  <a:cubicBezTo>
                    <a:pt x="1958" y="164"/>
                    <a:pt x="1835"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3"/>
            <p:cNvSpPr/>
            <p:nvPr/>
          </p:nvSpPr>
          <p:spPr>
            <a:xfrm>
              <a:off x="7905788" y="2092175"/>
              <a:ext cx="27950" cy="14875"/>
            </a:xfrm>
            <a:custGeom>
              <a:avLst/>
              <a:gdLst/>
              <a:ahLst/>
              <a:cxnLst/>
              <a:rect l="l" t="t" r="r" b="b"/>
              <a:pathLst>
                <a:path w="1118" h="595" extrusionOk="0">
                  <a:moveTo>
                    <a:pt x="349" y="0"/>
                  </a:moveTo>
                  <a:cubicBezTo>
                    <a:pt x="175" y="0"/>
                    <a:pt x="0" y="164"/>
                    <a:pt x="41" y="338"/>
                  </a:cubicBezTo>
                  <a:cubicBezTo>
                    <a:pt x="41" y="461"/>
                    <a:pt x="216" y="595"/>
                    <a:pt x="349" y="595"/>
                  </a:cubicBezTo>
                  <a:lnTo>
                    <a:pt x="769" y="595"/>
                  </a:lnTo>
                  <a:cubicBezTo>
                    <a:pt x="943" y="595"/>
                    <a:pt x="1118" y="420"/>
                    <a:pt x="1067" y="256"/>
                  </a:cubicBezTo>
                  <a:cubicBezTo>
                    <a:pt x="1026" y="82"/>
                    <a:pt x="902" y="0"/>
                    <a:pt x="76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3"/>
            <p:cNvSpPr/>
            <p:nvPr/>
          </p:nvSpPr>
          <p:spPr>
            <a:xfrm>
              <a:off x="7851463" y="2135725"/>
              <a:ext cx="82275" cy="15150"/>
            </a:xfrm>
            <a:custGeom>
              <a:avLst/>
              <a:gdLst/>
              <a:ahLst/>
              <a:cxnLst/>
              <a:rect l="l" t="t" r="r" b="b"/>
              <a:pathLst>
                <a:path w="3291" h="606" extrusionOk="0">
                  <a:moveTo>
                    <a:pt x="338" y="1"/>
                  </a:moveTo>
                  <a:cubicBezTo>
                    <a:pt x="123" y="1"/>
                    <a:pt x="0" y="175"/>
                    <a:pt x="41" y="349"/>
                  </a:cubicBezTo>
                  <a:cubicBezTo>
                    <a:pt x="41" y="472"/>
                    <a:pt x="164" y="606"/>
                    <a:pt x="338" y="606"/>
                  </a:cubicBezTo>
                  <a:lnTo>
                    <a:pt x="2942" y="606"/>
                  </a:lnTo>
                  <a:cubicBezTo>
                    <a:pt x="3116" y="606"/>
                    <a:pt x="3291" y="431"/>
                    <a:pt x="3240" y="257"/>
                  </a:cubicBezTo>
                  <a:cubicBezTo>
                    <a:pt x="3199" y="93"/>
                    <a:pt x="3075" y="1"/>
                    <a:pt x="294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3"/>
            <p:cNvSpPr/>
            <p:nvPr/>
          </p:nvSpPr>
          <p:spPr>
            <a:xfrm>
              <a:off x="8004188" y="2048350"/>
              <a:ext cx="82050" cy="14875"/>
            </a:xfrm>
            <a:custGeom>
              <a:avLst/>
              <a:gdLst/>
              <a:ahLst/>
              <a:cxnLst/>
              <a:rect l="l" t="t" r="r" b="b"/>
              <a:pathLst>
                <a:path w="3282" h="595" extrusionOk="0">
                  <a:moveTo>
                    <a:pt x="339" y="0"/>
                  </a:moveTo>
                  <a:cubicBezTo>
                    <a:pt x="165" y="0"/>
                    <a:pt x="1" y="164"/>
                    <a:pt x="42" y="338"/>
                  </a:cubicBezTo>
                  <a:cubicBezTo>
                    <a:pt x="83" y="513"/>
                    <a:pt x="206" y="595"/>
                    <a:pt x="339" y="595"/>
                  </a:cubicBezTo>
                  <a:lnTo>
                    <a:pt x="2943" y="595"/>
                  </a:lnTo>
                  <a:cubicBezTo>
                    <a:pt x="3158" y="595"/>
                    <a:pt x="3281" y="420"/>
                    <a:pt x="3240" y="256"/>
                  </a:cubicBezTo>
                  <a:cubicBezTo>
                    <a:pt x="3240" y="82"/>
                    <a:pt x="3117" y="0"/>
                    <a:pt x="294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8004188" y="2092175"/>
              <a:ext cx="82050" cy="14875"/>
            </a:xfrm>
            <a:custGeom>
              <a:avLst/>
              <a:gdLst/>
              <a:ahLst/>
              <a:cxnLst/>
              <a:rect l="l" t="t" r="r" b="b"/>
              <a:pathLst>
                <a:path w="3282" h="595" extrusionOk="0">
                  <a:moveTo>
                    <a:pt x="339" y="0"/>
                  </a:moveTo>
                  <a:cubicBezTo>
                    <a:pt x="165" y="0"/>
                    <a:pt x="1" y="164"/>
                    <a:pt x="42" y="338"/>
                  </a:cubicBezTo>
                  <a:cubicBezTo>
                    <a:pt x="83" y="461"/>
                    <a:pt x="206" y="595"/>
                    <a:pt x="339" y="595"/>
                  </a:cubicBezTo>
                  <a:lnTo>
                    <a:pt x="2943" y="595"/>
                  </a:lnTo>
                  <a:cubicBezTo>
                    <a:pt x="3158" y="595"/>
                    <a:pt x="3281" y="420"/>
                    <a:pt x="3240" y="256"/>
                  </a:cubicBezTo>
                  <a:cubicBezTo>
                    <a:pt x="3240" y="82"/>
                    <a:pt x="3117" y="0"/>
                    <a:pt x="294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8004188" y="2135725"/>
              <a:ext cx="82050" cy="15150"/>
            </a:xfrm>
            <a:custGeom>
              <a:avLst/>
              <a:gdLst/>
              <a:ahLst/>
              <a:cxnLst/>
              <a:rect l="l" t="t" r="r" b="b"/>
              <a:pathLst>
                <a:path w="3282" h="606" extrusionOk="0">
                  <a:moveTo>
                    <a:pt x="339" y="1"/>
                  </a:moveTo>
                  <a:cubicBezTo>
                    <a:pt x="165" y="1"/>
                    <a:pt x="1" y="175"/>
                    <a:pt x="42" y="349"/>
                  </a:cubicBezTo>
                  <a:cubicBezTo>
                    <a:pt x="83" y="472"/>
                    <a:pt x="206" y="606"/>
                    <a:pt x="339" y="606"/>
                  </a:cubicBezTo>
                  <a:lnTo>
                    <a:pt x="2943" y="606"/>
                  </a:lnTo>
                  <a:cubicBezTo>
                    <a:pt x="3158" y="606"/>
                    <a:pt x="3281" y="431"/>
                    <a:pt x="3240" y="257"/>
                  </a:cubicBezTo>
                  <a:cubicBezTo>
                    <a:pt x="3240" y="93"/>
                    <a:pt x="3117" y="1"/>
                    <a:pt x="294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3"/>
            <p:cNvSpPr/>
            <p:nvPr/>
          </p:nvSpPr>
          <p:spPr>
            <a:xfrm>
              <a:off x="8004188" y="2179550"/>
              <a:ext cx="82050" cy="15150"/>
            </a:xfrm>
            <a:custGeom>
              <a:avLst/>
              <a:gdLst/>
              <a:ahLst/>
              <a:cxnLst/>
              <a:rect l="l" t="t" r="r" b="b"/>
              <a:pathLst>
                <a:path w="3282" h="606" extrusionOk="0">
                  <a:moveTo>
                    <a:pt x="339" y="1"/>
                  </a:moveTo>
                  <a:cubicBezTo>
                    <a:pt x="165" y="1"/>
                    <a:pt x="1" y="175"/>
                    <a:pt x="42" y="349"/>
                  </a:cubicBezTo>
                  <a:cubicBezTo>
                    <a:pt x="83" y="472"/>
                    <a:pt x="206" y="606"/>
                    <a:pt x="339" y="606"/>
                  </a:cubicBezTo>
                  <a:lnTo>
                    <a:pt x="2943" y="606"/>
                  </a:lnTo>
                  <a:cubicBezTo>
                    <a:pt x="3158" y="606"/>
                    <a:pt x="3281" y="431"/>
                    <a:pt x="3240" y="257"/>
                  </a:cubicBezTo>
                  <a:cubicBezTo>
                    <a:pt x="3240" y="93"/>
                    <a:pt x="3117" y="1"/>
                    <a:pt x="294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3"/>
            <p:cNvSpPr/>
            <p:nvPr/>
          </p:nvSpPr>
          <p:spPr>
            <a:xfrm>
              <a:off x="7851463" y="2179550"/>
              <a:ext cx="82275" cy="15150"/>
            </a:xfrm>
            <a:custGeom>
              <a:avLst/>
              <a:gdLst/>
              <a:ahLst/>
              <a:cxnLst/>
              <a:rect l="l" t="t" r="r" b="b"/>
              <a:pathLst>
                <a:path w="3291" h="606" extrusionOk="0">
                  <a:moveTo>
                    <a:pt x="338" y="1"/>
                  </a:moveTo>
                  <a:cubicBezTo>
                    <a:pt x="123" y="1"/>
                    <a:pt x="0" y="175"/>
                    <a:pt x="41" y="349"/>
                  </a:cubicBezTo>
                  <a:cubicBezTo>
                    <a:pt x="41" y="472"/>
                    <a:pt x="164" y="606"/>
                    <a:pt x="338" y="606"/>
                  </a:cubicBezTo>
                  <a:lnTo>
                    <a:pt x="2942" y="606"/>
                  </a:lnTo>
                  <a:cubicBezTo>
                    <a:pt x="3116" y="606"/>
                    <a:pt x="3291" y="431"/>
                    <a:pt x="3240" y="257"/>
                  </a:cubicBezTo>
                  <a:cubicBezTo>
                    <a:pt x="3199" y="93"/>
                    <a:pt x="3075" y="1"/>
                    <a:pt x="29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78" name="Google Shape;378;p33"/>
          <p:cNvCxnSpPr>
            <a:stCxn id="347" idx="2"/>
          </p:cNvCxnSpPr>
          <p:nvPr/>
        </p:nvCxnSpPr>
        <p:spPr>
          <a:xfrm>
            <a:off x="1632825" y="1725525"/>
            <a:ext cx="600" cy="3215700"/>
          </a:xfrm>
          <a:prstGeom prst="straightConnector1">
            <a:avLst/>
          </a:prstGeom>
          <a:noFill/>
          <a:ln w="19050" cap="flat" cmpd="sng">
            <a:solidFill>
              <a:schemeClr val="dk1"/>
            </a:solidFill>
            <a:prstDash val="solid"/>
            <a:round/>
            <a:headEnd type="none" w="med" len="med"/>
            <a:tailEnd type="none" w="med" len="med"/>
          </a:ln>
        </p:spPr>
      </p:cxnSp>
      <p:cxnSp>
        <p:nvCxnSpPr>
          <p:cNvPr id="379" name="Google Shape;379;p33"/>
          <p:cNvCxnSpPr>
            <a:stCxn id="346" idx="2"/>
          </p:cNvCxnSpPr>
          <p:nvPr/>
        </p:nvCxnSpPr>
        <p:spPr>
          <a:xfrm flipH="1">
            <a:off x="2242125" y="2898275"/>
            <a:ext cx="300" cy="2010300"/>
          </a:xfrm>
          <a:prstGeom prst="straightConnector1">
            <a:avLst/>
          </a:prstGeom>
          <a:noFill/>
          <a:ln w="19050" cap="flat" cmpd="sng">
            <a:solidFill>
              <a:schemeClr val="dk1"/>
            </a:solidFill>
            <a:prstDash val="solid"/>
            <a:round/>
            <a:headEnd type="none" w="med" len="med"/>
            <a:tailEnd type="none" w="med" len="med"/>
          </a:ln>
        </p:spPr>
      </p:cxnSp>
      <p:cxnSp>
        <p:nvCxnSpPr>
          <p:cNvPr id="380" name="Google Shape;380;p33"/>
          <p:cNvCxnSpPr/>
          <p:nvPr/>
        </p:nvCxnSpPr>
        <p:spPr>
          <a:xfrm flipH="1">
            <a:off x="2840325" y="4042838"/>
            <a:ext cx="5700" cy="8658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4"/>
          <p:cNvSpPr txBox="1">
            <a:spLocks noGrp="1"/>
          </p:cNvSpPr>
          <p:nvPr>
            <p:ph type="title"/>
          </p:nvPr>
        </p:nvSpPr>
        <p:spPr>
          <a:xfrm>
            <a:off x="1216475" y="1977150"/>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Problem Statement</a:t>
            </a:r>
            <a:endParaRPr/>
          </a:p>
        </p:txBody>
      </p:sp>
      <p:sp>
        <p:nvSpPr>
          <p:cNvPr id="386" name="Google Shape;386;p34"/>
          <p:cNvSpPr txBox="1">
            <a:spLocks noGrp="1"/>
          </p:cNvSpPr>
          <p:nvPr>
            <p:ph type="subTitle" idx="1"/>
          </p:nvPr>
        </p:nvSpPr>
        <p:spPr>
          <a:xfrm>
            <a:off x="1216475" y="2730750"/>
            <a:ext cx="5067600" cy="14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Farmers in remote areas lack affordable, real-time ways to monitor borewell water quality because traditional testing is slow, costly, and requires lab facilities.</a:t>
            </a:r>
            <a:endParaRPr b="1"/>
          </a:p>
        </p:txBody>
      </p:sp>
      <p:sp>
        <p:nvSpPr>
          <p:cNvPr id="387" name="Google Shape;387;p34"/>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5"/>
          <p:cNvSpPr txBox="1">
            <a:spLocks noGrp="1"/>
          </p:cNvSpPr>
          <p:nvPr>
            <p:ph type="title"/>
          </p:nvPr>
        </p:nvSpPr>
        <p:spPr>
          <a:xfrm>
            <a:off x="1205600" y="1781550"/>
            <a:ext cx="5067600" cy="158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Literature Survey &amp; Gaps</a:t>
            </a:r>
            <a:endParaRPr/>
          </a:p>
        </p:txBody>
      </p:sp>
      <p:sp>
        <p:nvSpPr>
          <p:cNvPr id="393" name="Google Shape;393;p35"/>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6"/>
          <p:cNvSpPr txBox="1">
            <a:spLocks noGrp="1"/>
          </p:cNvSpPr>
          <p:nvPr>
            <p:ph type="title"/>
          </p:nvPr>
        </p:nvSpPr>
        <p:spPr>
          <a:xfrm>
            <a:off x="720000" y="44805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Literature Survey</a:t>
            </a:r>
            <a:endParaRPr/>
          </a:p>
        </p:txBody>
      </p:sp>
      <p:pic>
        <p:nvPicPr>
          <p:cNvPr id="399" name="Google Shape;399;p36"/>
          <p:cNvPicPr preferRelativeResize="0"/>
          <p:nvPr/>
        </p:nvPicPr>
        <p:blipFill>
          <a:blip r:embed="rId3">
            <a:alphaModFix/>
          </a:blip>
          <a:stretch>
            <a:fillRect/>
          </a:stretch>
        </p:blipFill>
        <p:spPr>
          <a:xfrm>
            <a:off x="797925" y="962125"/>
            <a:ext cx="7632976" cy="37944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7"/>
          <p:cNvSpPr txBox="1">
            <a:spLocks noGrp="1"/>
          </p:cNvSpPr>
          <p:nvPr>
            <p:ph type="title"/>
          </p:nvPr>
        </p:nvSpPr>
        <p:spPr>
          <a:xfrm>
            <a:off x="716550" y="27135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Comparative analysis of the research papers</a:t>
            </a:r>
            <a:endParaRPr/>
          </a:p>
        </p:txBody>
      </p:sp>
      <p:graphicFrame>
        <p:nvGraphicFramePr>
          <p:cNvPr id="405" name="Google Shape;405;p37"/>
          <p:cNvGraphicFramePr/>
          <p:nvPr>
            <p:extLst>
              <p:ext uri="{D42A27DB-BD31-4B8C-83A1-F6EECF244321}">
                <p14:modId xmlns:p14="http://schemas.microsoft.com/office/powerpoint/2010/main" val="3040171240"/>
              </p:ext>
            </p:extLst>
          </p:nvPr>
        </p:nvGraphicFramePr>
        <p:xfrm>
          <a:off x="797900" y="1137250"/>
          <a:ext cx="7548200" cy="3621204"/>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343800">
                <a:tc rowSpan="2">
                  <a:txBody>
                    <a:bodyPr/>
                    <a:lstStyle/>
                    <a:p>
                      <a:pPr marL="0" lvl="0" indent="0" algn="ctr" rtl="0">
                        <a:lnSpc>
                          <a:spcPct val="115000"/>
                        </a:lnSpc>
                        <a:spcBef>
                          <a:spcPts val="1200"/>
                        </a:spcBef>
                        <a:spcAft>
                          <a:spcPts val="1200"/>
                        </a:spcAft>
                        <a:buNone/>
                      </a:pPr>
                      <a:r>
                        <a:rPr lang="en" sz="1100" b="1" dirty="0"/>
                        <a:t>Reference Number</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2">
                  <a:txBody>
                    <a:bodyPr/>
                    <a:lstStyle/>
                    <a:p>
                      <a:pPr marL="0" lvl="0" indent="0" algn="ctr" rtl="0">
                        <a:lnSpc>
                          <a:spcPct val="115000"/>
                        </a:lnSpc>
                        <a:spcBef>
                          <a:spcPts val="1200"/>
                        </a:spcBef>
                        <a:spcAft>
                          <a:spcPts val="1200"/>
                        </a:spcAft>
                        <a:buNone/>
                      </a:pPr>
                      <a:r>
                        <a:rPr lang="en" sz="1100" b="1" dirty="0"/>
                        <a:t>Method</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2">
                  <a:txBody>
                    <a:bodyPr/>
                    <a:lstStyle/>
                    <a:p>
                      <a:pPr marL="0" lvl="0" indent="0" algn="ctr" rtl="0">
                        <a:lnSpc>
                          <a:spcPct val="115000"/>
                        </a:lnSpc>
                        <a:spcBef>
                          <a:spcPts val="1200"/>
                        </a:spcBef>
                        <a:spcAft>
                          <a:spcPts val="1200"/>
                        </a:spcAft>
                        <a:buNone/>
                      </a:pPr>
                      <a:r>
                        <a:rPr lang="en" sz="1100" b="1" dirty="0"/>
                        <a:t>Dataset</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gridSpan="4">
                  <a:txBody>
                    <a:bodyPr/>
                    <a:lstStyle/>
                    <a:p>
                      <a:pPr marL="0" lvl="0" indent="0" algn="ctr" rtl="0">
                        <a:lnSpc>
                          <a:spcPct val="115000"/>
                        </a:lnSpc>
                        <a:spcBef>
                          <a:spcPts val="1200"/>
                        </a:spcBef>
                        <a:spcAft>
                          <a:spcPts val="1200"/>
                        </a:spcAft>
                        <a:buNone/>
                      </a:pPr>
                      <a:r>
                        <a:rPr lang="en" sz="1100" b="1" dirty="0"/>
                        <a:t>Evaluation</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lvl="0" indent="0" algn="ctr" rtl="0">
                        <a:lnSpc>
                          <a:spcPct val="115000"/>
                        </a:lnSpc>
                        <a:spcBef>
                          <a:spcPts val="1200"/>
                        </a:spcBef>
                        <a:spcAft>
                          <a:spcPts val="1200"/>
                        </a:spcAft>
                        <a:buNone/>
                      </a:pPr>
                      <a:r>
                        <a:rPr lang="en" sz="1100" b="1" dirty="0"/>
                        <a:t>Research Gaps</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lvl="0" indent="0" algn="ctr" rtl="0">
                        <a:lnSpc>
                          <a:spcPct val="115000"/>
                        </a:lnSpc>
                        <a:spcBef>
                          <a:spcPts val="1200"/>
                        </a:spcBef>
                        <a:spcAft>
                          <a:spcPts val="1200"/>
                        </a:spcAft>
                        <a:buNone/>
                      </a:pPr>
                      <a:r>
                        <a:rPr lang="en" sz="1100" b="1" dirty="0"/>
                        <a:t>Accuracy</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dirty="0"/>
                        <a:t>Precision</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dirty="0"/>
                        <a:t>Recall</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dirty="0"/>
                        <a:t>F1-score</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1"/>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3" action="ppaction://hlinksldjump"/>
                        </a:rPr>
                        <a:t>[3]</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dirty="0"/>
                        <a:t>Hybrid IoT + ML using ANN &amp; SVM</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dirty="0"/>
                        <a:t>Lab-collected water samples (pH, DO, TDS, ORP, EC, turbidity, temperature)</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ANN &gt; SVM (exact values not reported)</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ANN higher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ANN higher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ANN higher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dirty="0"/>
                        <a:t>Small dataset; no real-world data; limited ML models; limited contaminants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4" action="ppaction://hlinksldjump"/>
                        </a:rPr>
                        <a:t>[4]</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IoT + ML</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Real-time sensor data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~95</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~93</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~92</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~93</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Energy efficiency, scalability</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5" action="ppaction://hlinksldjump"/>
                        </a:rPr>
                        <a:t>[5]</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IoT + Deep Learning</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Sensor + cloud data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96.8</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95.9</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96.1</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96.0</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High computation cost</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35750">
                <a:tc>
                  <a:txBody>
                    <a:bodyPr/>
                    <a:lstStyle/>
                    <a:p>
                      <a:pPr marL="0" lvl="0" indent="0" algn="ctr" rtl="0">
                        <a:lnSpc>
                          <a:spcPct val="115000"/>
                        </a:lnSpc>
                        <a:spcBef>
                          <a:spcPts val="1200"/>
                        </a:spcBef>
                        <a:spcAft>
                          <a:spcPts val="1200"/>
                        </a:spcAft>
                        <a:buNone/>
                      </a:pPr>
                      <a:r>
                        <a:rPr lang="en" sz="600" u="sng" dirty="0">
                          <a:solidFill>
                            <a:schemeClr val="hlink"/>
                          </a:solidFill>
                          <a:hlinkClick r:id="rId6" action="ppaction://hlinksldjump"/>
                        </a:rPr>
                        <a:t>[6]</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IoT + ML</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Smart monitoring data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600" dirty="0"/>
                        <a:t> Limited evaluation metrics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7" action="ppaction://hlinksldjump"/>
                        </a:rPr>
                        <a:t>[8]</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IoT + Deep Learning</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Sensor-based dataset</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97.2</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96.5</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96.8</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96.6</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Limited geographic validation</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8" action="ppaction://hlinksldjump"/>
                        </a:rPr>
                        <a:t>[10]</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ML models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Groundwater dataset</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91.4</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90.2</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89.8</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90.0</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Offline analysis only</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9" action="ppaction://hlinksldjump"/>
                        </a:rPr>
                        <a:t>[18]</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IoT + ML framework</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Sensor + device data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92.3</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91.6</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91.1</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91.3</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Limited real-world deployment</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8"/>
          <p:cNvSpPr txBox="1">
            <a:spLocks noGrp="1"/>
          </p:cNvSpPr>
          <p:nvPr>
            <p:ph type="title"/>
          </p:nvPr>
        </p:nvSpPr>
        <p:spPr>
          <a:xfrm>
            <a:off x="716550" y="27135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Comparative analysis of the research papers</a:t>
            </a:r>
            <a:endParaRPr/>
          </a:p>
        </p:txBody>
      </p:sp>
      <p:graphicFrame>
        <p:nvGraphicFramePr>
          <p:cNvPr id="411" name="Google Shape;411;p38"/>
          <p:cNvGraphicFramePr/>
          <p:nvPr>
            <p:extLst>
              <p:ext uri="{D42A27DB-BD31-4B8C-83A1-F6EECF244321}">
                <p14:modId xmlns:p14="http://schemas.microsoft.com/office/powerpoint/2010/main" val="1067279565"/>
              </p:ext>
            </p:extLst>
          </p:nvPr>
        </p:nvGraphicFramePr>
        <p:xfrm>
          <a:off x="797900" y="1137250"/>
          <a:ext cx="7548200" cy="3385098"/>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343800">
                <a:tc rowSpan="2">
                  <a:txBody>
                    <a:bodyPr/>
                    <a:lstStyle/>
                    <a:p>
                      <a:pPr marL="0" lvl="0" indent="0" algn="ctr" rtl="0">
                        <a:lnSpc>
                          <a:spcPct val="115000"/>
                        </a:lnSpc>
                        <a:spcBef>
                          <a:spcPts val="1200"/>
                        </a:spcBef>
                        <a:spcAft>
                          <a:spcPts val="1200"/>
                        </a:spcAft>
                        <a:buNone/>
                      </a:pPr>
                      <a:r>
                        <a:rPr lang="en" sz="1100" b="1" dirty="0"/>
                        <a:t>Reference Number</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2">
                  <a:txBody>
                    <a:bodyPr/>
                    <a:lstStyle/>
                    <a:p>
                      <a:pPr marL="0" lvl="0" indent="0" algn="ctr" rtl="0">
                        <a:lnSpc>
                          <a:spcPct val="115000"/>
                        </a:lnSpc>
                        <a:spcBef>
                          <a:spcPts val="1200"/>
                        </a:spcBef>
                        <a:spcAft>
                          <a:spcPts val="1200"/>
                        </a:spcAft>
                        <a:buNone/>
                      </a:pPr>
                      <a:r>
                        <a:rPr lang="en" sz="1100" b="1" dirty="0"/>
                        <a:t>Method</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2">
                  <a:txBody>
                    <a:bodyPr/>
                    <a:lstStyle/>
                    <a:p>
                      <a:pPr marL="0" lvl="0" indent="0" algn="ctr" rtl="0">
                        <a:lnSpc>
                          <a:spcPct val="115000"/>
                        </a:lnSpc>
                        <a:spcBef>
                          <a:spcPts val="1200"/>
                        </a:spcBef>
                        <a:spcAft>
                          <a:spcPts val="1200"/>
                        </a:spcAft>
                        <a:buNone/>
                      </a:pPr>
                      <a:r>
                        <a:rPr lang="en" sz="1100" b="1" dirty="0"/>
                        <a:t>Dataset</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gridSpan="4">
                  <a:txBody>
                    <a:bodyPr/>
                    <a:lstStyle/>
                    <a:p>
                      <a:pPr marL="0" lvl="0" indent="0" algn="ctr" rtl="0">
                        <a:lnSpc>
                          <a:spcPct val="115000"/>
                        </a:lnSpc>
                        <a:spcBef>
                          <a:spcPts val="1200"/>
                        </a:spcBef>
                        <a:spcAft>
                          <a:spcPts val="1200"/>
                        </a:spcAft>
                        <a:buNone/>
                      </a:pPr>
                      <a:r>
                        <a:rPr lang="en" sz="1100" b="1" dirty="0"/>
                        <a:t>Evaluation</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lvl="0" indent="0" algn="ctr" rtl="0">
                        <a:lnSpc>
                          <a:spcPct val="115000"/>
                        </a:lnSpc>
                        <a:spcBef>
                          <a:spcPts val="1200"/>
                        </a:spcBef>
                        <a:spcAft>
                          <a:spcPts val="1200"/>
                        </a:spcAft>
                        <a:buNone/>
                      </a:pPr>
                      <a:r>
                        <a:rPr lang="en" sz="1100" b="1" dirty="0"/>
                        <a:t>Research Gaps</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lvl="0" indent="0" algn="ctr" rtl="0">
                        <a:lnSpc>
                          <a:spcPct val="115000"/>
                        </a:lnSpc>
                        <a:spcBef>
                          <a:spcPts val="1200"/>
                        </a:spcBef>
                        <a:spcAft>
                          <a:spcPts val="1200"/>
                        </a:spcAft>
                        <a:buNone/>
                      </a:pPr>
                      <a:r>
                        <a:rPr lang="en" sz="1100" b="1" dirty="0"/>
                        <a:t>Accuracy</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dirty="0"/>
                        <a:t>Precision</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dirty="0"/>
                        <a:t>Recall</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dirty="0"/>
                        <a:t>F1-score</a:t>
                      </a:r>
                      <a:endParaRPr sz="1100" b="1"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1"/>
                  </a:ext>
                </a:extLst>
              </a:tr>
              <a:tr h="357475">
                <a:tc>
                  <a:txBody>
                    <a:bodyPr/>
                    <a:lstStyle/>
                    <a:p>
                      <a:pPr marL="0" lvl="0" indent="0" algn="ctr" rtl="0">
                        <a:lnSpc>
                          <a:spcPct val="115000"/>
                        </a:lnSpc>
                        <a:spcBef>
                          <a:spcPts val="1200"/>
                        </a:spcBef>
                        <a:spcAft>
                          <a:spcPts val="1200"/>
                        </a:spcAft>
                        <a:buNone/>
                      </a:pPr>
                      <a:r>
                        <a:rPr lang="en" sz="600" u="sng" dirty="0">
                          <a:solidFill>
                            <a:schemeClr val="hlink"/>
                          </a:solidFill>
                          <a:hlinkClick r:id="rId3" action="ppaction://hlinksldjump"/>
                        </a:rPr>
                        <a:t>[1]</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dirty="0"/>
                        <a:t>ML (ANN, time-series)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dirty="0"/>
                        <a:t>USGS NWIS water data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dirty="0"/>
                        <a:t>Regression-based (R, RMSE); no classification</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57475">
                <a:tc>
                  <a:txBody>
                    <a:bodyPr/>
                    <a:lstStyle/>
                    <a:p>
                      <a:pPr marL="0" lvl="0" indent="0" algn="ctr" rtl="0">
                        <a:lnSpc>
                          <a:spcPct val="115000"/>
                        </a:lnSpc>
                        <a:spcBef>
                          <a:spcPts val="1200"/>
                        </a:spcBef>
                        <a:spcAft>
                          <a:spcPts val="1200"/>
                        </a:spcAft>
                        <a:buNone/>
                      </a:pPr>
                      <a:r>
                        <a:rPr lang="en" sz="600" u="sng" dirty="0">
                          <a:solidFill>
                            <a:schemeClr val="hlink"/>
                          </a:solidFill>
                          <a:hlinkClick r:id="rId4" action="ppaction://hlinksldjump"/>
                        </a:rPr>
                        <a:t>[7]</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ML + geochemical indicators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Groundwater samples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~90</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600" dirty="0"/>
                        <a:t> No real time IOT</a:t>
                      </a:r>
                      <a:endParaRPr sz="600" dirty="0"/>
                    </a:p>
                    <a:p>
                      <a:pPr marL="0" lvl="0" indent="0" algn="ctr" rtl="0">
                        <a:lnSpc>
                          <a:spcPct val="115000"/>
                        </a:lnSpc>
                        <a:spcBef>
                          <a:spcPts val="1200"/>
                        </a:spcBef>
                        <a:spcAft>
                          <a:spcPts val="1200"/>
                        </a:spcAft>
                        <a:buNone/>
                      </a:pPr>
                      <a:r>
                        <a:rPr lang="en" sz="600" dirty="0"/>
                        <a:t> </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57475">
                <a:tc>
                  <a:txBody>
                    <a:bodyPr/>
                    <a:lstStyle/>
                    <a:p>
                      <a:pPr marL="0" lvl="0" indent="0" algn="ctr" rtl="0">
                        <a:lnSpc>
                          <a:spcPct val="115000"/>
                        </a:lnSpc>
                        <a:spcBef>
                          <a:spcPts val="1200"/>
                        </a:spcBef>
                        <a:spcAft>
                          <a:spcPts val="1200"/>
                        </a:spcAft>
                        <a:buNone/>
                      </a:pPr>
                      <a:r>
                        <a:rPr lang="en" sz="600" u="sng" dirty="0">
                          <a:solidFill>
                            <a:schemeClr val="hlink"/>
                          </a:solidFill>
                          <a:hlinkClick r:id="rId5" action="ppaction://hlinksldjump"/>
                        </a:rPr>
                        <a:t>[2]</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dirty="0" err="1"/>
                        <a:t>Physico</a:t>
                      </a:r>
                      <a:r>
                        <a:rPr lang="en" sz="600" dirty="0"/>
                        <a:t>-chemical analysis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dirty="0"/>
                        <a:t>Groundwater (Bangalore)</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600" dirty="0"/>
                        <a:t> </a:t>
                      </a:r>
                      <a:r>
                        <a:rPr lang="en" sz="600" dirty="0">
                          <a:latin typeface="Times New Roman"/>
                          <a:ea typeface="Times New Roman"/>
                          <a:cs typeface="Times New Roman"/>
                          <a:sym typeface="Times New Roman"/>
                        </a:rPr>
                        <a:t>No ML or prediction</a:t>
                      </a:r>
                      <a:endParaRPr sz="600" dirty="0"/>
                    </a:p>
                    <a:p>
                      <a:pPr marL="0" lvl="0" indent="0" algn="ctr" rtl="0">
                        <a:lnSpc>
                          <a:spcPct val="115000"/>
                        </a:lnSpc>
                        <a:spcBef>
                          <a:spcPts val="1200"/>
                        </a:spcBef>
                        <a:spcAft>
                          <a:spcPts val="1200"/>
                        </a:spcAft>
                        <a:buNone/>
                      </a:pPr>
                      <a:r>
                        <a:rPr lang="en" sz="600" dirty="0"/>
                        <a:t> </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6" action="ppaction://hlinksldjump"/>
                        </a:rPr>
                        <a:t>[9] </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IoT monitoring system</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Real-time sensors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NR</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No ML prediction</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7" action="ppaction://hlinksldjump"/>
                        </a:rPr>
                        <a:t>[11]</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GIS + DRASTIC</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Hydrogeological data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No ML / IoT</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9900">
                <a:tc>
                  <a:txBody>
                    <a:bodyPr/>
                    <a:lstStyle/>
                    <a:p>
                      <a:pPr marL="0" lvl="0" indent="0" algn="ctr" rtl="0">
                        <a:lnSpc>
                          <a:spcPct val="115000"/>
                        </a:lnSpc>
                        <a:spcBef>
                          <a:spcPts val="1200"/>
                        </a:spcBef>
                        <a:spcAft>
                          <a:spcPts val="1200"/>
                        </a:spcAft>
                        <a:buNone/>
                      </a:pPr>
                      <a:r>
                        <a:rPr lang="en" sz="600" u="sng" dirty="0">
                          <a:solidFill>
                            <a:schemeClr val="hlink"/>
                          </a:solidFill>
                          <a:hlinkClick r:id="rId8" action="ppaction://hlinksldjump"/>
                        </a:rPr>
                        <a:t>[12]</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err="1"/>
                        <a:t>Physico</a:t>
                      </a:r>
                      <a:r>
                        <a:rPr lang="en" sz="600" dirty="0"/>
                        <a:t>-chemical analysis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Borewell samples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N/A</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dirty="0"/>
                        <a:t>Traditional analysis</a:t>
                      </a:r>
                      <a:endParaRPr sz="6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9"/>
          <p:cNvSpPr txBox="1">
            <a:spLocks noGrp="1"/>
          </p:cNvSpPr>
          <p:nvPr>
            <p:ph type="title"/>
          </p:nvPr>
        </p:nvSpPr>
        <p:spPr>
          <a:xfrm>
            <a:off x="716550" y="27135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Comparative analysis of the research papers</a:t>
            </a:r>
            <a:endParaRPr/>
          </a:p>
        </p:txBody>
      </p:sp>
      <p:graphicFrame>
        <p:nvGraphicFramePr>
          <p:cNvPr id="417" name="Google Shape;417;p39"/>
          <p:cNvGraphicFramePr/>
          <p:nvPr/>
        </p:nvGraphicFramePr>
        <p:xfrm>
          <a:off x="797900" y="1137250"/>
          <a:ext cx="7548200" cy="2987350"/>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434000">
                <a:tc rowSpan="2">
                  <a:txBody>
                    <a:bodyPr/>
                    <a:lstStyle/>
                    <a:p>
                      <a:pPr marL="0" lvl="0" indent="0" algn="ctr" rtl="0">
                        <a:lnSpc>
                          <a:spcPct val="115000"/>
                        </a:lnSpc>
                        <a:spcBef>
                          <a:spcPts val="1200"/>
                        </a:spcBef>
                        <a:spcAft>
                          <a:spcPts val="1200"/>
                        </a:spcAft>
                        <a:buNone/>
                      </a:pPr>
                      <a:r>
                        <a:rPr lang="en" sz="1100" b="1"/>
                        <a:t>Reference Number</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2">
                  <a:txBody>
                    <a:bodyPr/>
                    <a:lstStyle/>
                    <a:p>
                      <a:pPr marL="0" lvl="0" indent="0" algn="ctr" rtl="0">
                        <a:lnSpc>
                          <a:spcPct val="115000"/>
                        </a:lnSpc>
                        <a:spcBef>
                          <a:spcPts val="1200"/>
                        </a:spcBef>
                        <a:spcAft>
                          <a:spcPts val="1200"/>
                        </a:spcAft>
                        <a:buNone/>
                      </a:pPr>
                      <a:r>
                        <a:rPr lang="en" sz="1100" b="1"/>
                        <a:t>Method</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2">
                  <a:txBody>
                    <a:bodyPr/>
                    <a:lstStyle/>
                    <a:p>
                      <a:pPr marL="0" lvl="0" indent="0" algn="ctr" rtl="0">
                        <a:lnSpc>
                          <a:spcPct val="115000"/>
                        </a:lnSpc>
                        <a:spcBef>
                          <a:spcPts val="1200"/>
                        </a:spcBef>
                        <a:spcAft>
                          <a:spcPts val="1200"/>
                        </a:spcAft>
                        <a:buNone/>
                      </a:pPr>
                      <a:r>
                        <a:rPr lang="en" sz="1100" b="1"/>
                        <a:t>Dataset</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gridSpan="4">
                  <a:txBody>
                    <a:bodyPr/>
                    <a:lstStyle/>
                    <a:p>
                      <a:pPr marL="0" lvl="0" indent="0" algn="ctr" rtl="0">
                        <a:lnSpc>
                          <a:spcPct val="115000"/>
                        </a:lnSpc>
                        <a:spcBef>
                          <a:spcPts val="1200"/>
                        </a:spcBef>
                        <a:spcAft>
                          <a:spcPts val="1200"/>
                        </a:spcAft>
                        <a:buNone/>
                      </a:pPr>
                      <a:r>
                        <a:rPr lang="en" sz="1100" b="1"/>
                        <a:t>Evaluation</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lvl="0" indent="0" algn="ctr" rtl="0">
                        <a:lnSpc>
                          <a:spcPct val="115000"/>
                        </a:lnSpc>
                        <a:spcBef>
                          <a:spcPts val="1200"/>
                        </a:spcBef>
                        <a:spcAft>
                          <a:spcPts val="1200"/>
                        </a:spcAft>
                        <a:buNone/>
                      </a:pPr>
                      <a:r>
                        <a:rPr lang="en" sz="1100" b="1"/>
                        <a:t>Research Gaps</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340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lvl="0" indent="0" algn="ctr" rtl="0">
                        <a:lnSpc>
                          <a:spcPct val="115000"/>
                        </a:lnSpc>
                        <a:spcBef>
                          <a:spcPts val="1200"/>
                        </a:spcBef>
                        <a:spcAft>
                          <a:spcPts val="1200"/>
                        </a:spcAft>
                        <a:buNone/>
                      </a:pPr>
                      <a:r>
                        <a:rPr lang="en" sz="1100" b="1"/>
                        <a:t>Accuracy</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a:t>Precision</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a:t>Recall</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100" b="1"/>
                        <a:t>F1-score</a:t>
                      </a:r>
                      <a:endParaRPr sz="1100" b="1"/>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1"/>
                  </a:ext>
                </a:extLst>
              </a:tr>
              <a:tr h="33965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[13]</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 Review paper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Multiple studies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No experimentation</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2675">
                <a:tc>
                  <a:txBody>
                    <a:bodyPr/>
                    <a:lstStyle/>
                    <a:p>
                      <a:pPr marL="0" lvl="0" indent="0" algn="ctr" rtl="0">
                        <a:lnSpc>
                          <a:spcPct val="115000"/>
                        </a:lnSpc>
                        <a:spcBef>
                          <a:spcPts val="1200"/>
                        </a:spcBef>
                        <a:spcAft>
                          <a:spcPts val="1200"/>
                        </a:spcAft>
                        <a:buNone/>
                      </a:pPr>
                      <a:r>
                        <a:rPr lang="en" sz="600" u="sng">
                          <a:solidFill>
                            <a:schemeClr val="hlink"/>
                          </a:solidFill>
                          <a:hlinkClick r:id="rId4" action="ppaction://hlinksldjump"/>
                        </a:rPr>
                        <a:t>[14]</a:t>
                      </a:r>
                      <a:r>
                        <a:rPr lang="en" sz="600"/>
                        <a:t>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Early IoT + ML</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 Water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~85</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Outdated methods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45675">
                <a:tc>
                  <a:txBody>
                    <a:bodyPr/>
                    <a:lstStyle/>
                    <a:p>
                      <a:pPr marL="0" lvl="0" indent="0" algn="ctr" rtl="0">
                        <a:lnSpc>
                          <a:spcPct val="115000"/>
                        </a:lnSpc>
                        <a:spcBef>
                          <a:spcPts val="1200"/>
                        </a:spcBef>
                        <a:spcAft>
                          <a:spcPts val="1200"/>
                        </a:spcAft>
                        <a:buNone/>
                      </a:pPr>
                      <a:r>
                        <a:rPr lang="en" sz="600" u="sng">
                          <a:solidFill>
                            <a:schemeClr val="hlink"/>
                          </a:solidFill>
                          <a:hlinkClick r:id="rId5" action="ppaction://hlinksldjump"/>
                        </a:rPr>
                        <a:t>[15]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Cloud</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 Sensor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No ML evaluation</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45675">
                <a:tc>
                  <a:txBody>
                    <a:bodyPr/>
                    <a:lstStyle/>
                    <a:p>
                      <a:pPr marL="0" lvl="0" indent="0" algn="ctr" rtl="0">
                        <a:lnSpc>
                          <a:spcPct val="115000"/>
                        </a:lnSpc>
                        <a:spcBef>
                          <a:spcPts val="1200"/>
                        </a:spcBef>
                        <a:spcAft>
                          <a:spcPts val="1200"/>
                        </a:spcAft>
                        <a:buNone/>
                      </a:pPr>
                      <a:r>
                        <a:rPr lang="en" sz="600" u="sng">
                          <a:solidFill>
                            <a:schemeClr val="hlink"/>
                          </a:solidFill>
                          <a:hlinkClick r:id="rId6" action="ppaction://hlinksldjump"/>
                        </a:rPr>
                        <a:t>[16]</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ML</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Real-time water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~88</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Small dataset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45675">
                <a:tc>
                  <a:txBody>
                    <a:bodyPr/>
                    <a:lstStyle/>
                    <a:p>
                      <a:pPr marL="0" lvl="0" indent="0" algn="ctr" rtl="0">
                        <a:lnSpc>
                          <a:spcPct val="115000"/>
                        </a:lnSpc>
                        <a:spcBef>
                          <a:spcPts val="1200"/>
                        </a:spcBef>
                        <a:spcAft>
                          <a:spcPts val="1200"/>
                        </a:spcAft>
                        <a:buNone/>
                      </a:pPr>
                      <a:r>
                        <a:rPr lang="en" sz="600" u="sng">
                          <a:solidFill>
                            <a:schemeClr val="hlink"/>
                          </a:solidFill>
                          <a:hlinkClick r:id="rId7" action="ppaction://hlinksldjump"/>
                        </a:rPr>
                        <a:t>[17]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Cloud</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Sensor dataset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Monitoring only</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40"/>
          <p:cNvSpPr txBox="1">
            <a:spLocks noGrp="1"/>
          </p:cNvSpPr>
          <p:nvPr>
            <p:ph type="title"/>
          </p:nvPr>
        </p:nvSpPr>
        <p:spPr>
          <a:xfrm>
            <a:off x="1205600" y="1781550"/>
            <a:ext cx="5067600" cy="158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Proposed solution</a:t>
            </a:r>
            <a:endParaRPr/>
          </a:p>
        </p:txBody>
      </p:sp>
      <p:sp>
        <p:nvSpPr>
          <p:cNvPr id="423" name="Google Shape;423;p40"/>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41"/>
          <p:cNvSpPr txBox="1">
            <a:spLocks noGrp="1"/>
          </p:cNvSpPr>
          <p:nvPr>
            <p:ph type="title"/>
          </p:nvPr>
        </p:nvSpPr>
        <p:spPr>
          <a:xfrm>
            <a:off x="878875" y="384325"/>
            <a:ext cx="7540500" cy="68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Proposed System Architecture</a:t>
            </a:r>
            <a:endParaRPr/>
          </a:p>
        </p:txBody>
      </p:sp>
      <p:sp>
        <p:nvSpPr>
          <p:cNvPr id="429" name="Google Shape;429;p41"/>
          <p:cNvSpPr txBox="1">
            <a:spLocks noGrp="1"/>
          </p:cNvSpPr>
          <p:nvPr>
            <p:ph type="subTitle" idx="1"/>
          </p:nvPr>
        </p:nvSpPr>
        <p:spPr>
          <a:xfrm>
            <a:off x="450350" y="2291263"/>
            <a:ext cx="3024900" cy="1211400"/>
          </a:xfrm>
          <a:prstGeom prst="rect">
            <a:avLst/>
          </a:prstGeom>
        </p:spPr>
        <p:txBody>
          <a:bodyPr spcFirstLastPara="1" wrap="square" lIns="91425" tIns="91425" rIns="91425" bIns="91425" anchor="t" anchorCtr="0">
            <a:noAutofit/>
          </a:bodyPr>
          <a:lstStyle/>
          <a:p>
            <a:pPr marL="0" lvl="0" indent="457200" algn="l" rtl="0">
              <a:spcBef>
                <a:spcPts val="0"/>
              </a:spcBef>
              <a:spcAft>
                <a:spcPts val="0"/>
              </a:spcAft>
              <a:buNone/>
            </a:pPr>
            <a:r>
              <a:rPr lang="en" sz="2000" b="1">
                <a:solidFill>
                  <a:srgbClr val="93C47D"/>
                </a:solidFill>
              </a:rPr>
              <a:t>Completed</a:t>
            </a:r>
            <a:r>
              <a:rPr lang="en" sz="2000" b="1"/>
              <a:t> </a:t>
            </a:r>
            <a:br>
              <a:rPr lang="en" sz="2000"/>
            </a:br>
            <a:r>
              <a:rPr lang="en" sz="2000"/>
              <a:t>	</a:t>
            </a:r>
            <a:r>
              <a:rPr lang="en" sz="2000" b="1">
                <a:solidFill>
                  <a:srgbClr val="FFD966"/>
                </a:solidFill>
              </a:rPr>
              <a:t>In Progress</a:t>
            </a:r>
            <a:br>
              <a:rPr lang="en" sz="2000"/>
            </a:br>
            <a:r>
              <a:rPr lang="en" sz="2000"/>
              <a:t>	</a:t>
            </a:r>
            <a:r>
              <a:rPr lang="en" sz="2000" b="1">
                <a:solidFill>
                  <a:srgbClr val="EA9999"/>
                </a:solidFill>
              </a:rPr>
              <a:t>Planned</a:t>
            </a:r>
            <a:endParaRPr sz="2000" b="1">
              <a:solidFill>
                <a:srgbClr val="EA9999"/>
              </a:solidFill>
            </a:endParaRPr>
          </a:p>
        </p:txBody>
      </p:sp>
      <p:pic>
        <p:nvPicPr>
          <p:cNvPr id="430" name="Google Shape;430;p41"/>
          <p:cNvPicPr preferRelativeResize="0"/>
          <p:nvPr/>
        </p:nvPicPr>
        <p:blipFill>
          <a:blip r:embed="rId3">
            <a:alphaModFix/>
          </a:blip>
          <a:stretch>
            <a:fillRect/>
          </a:stretch>
        </p:blipFill>
        <p:spPr>
          <a:xfrm>
            <a:off x="3031450" y="971550"/>
            <a:ext cx="5630901" cy="3850826"/>
          </a:xfrm>
          <a:prstGeom prst="rect">
            <a:avLst/>
          </a:prstGeom>
          <a:noFill/>
          <a:ln>
            <a:noFill/>
          </a:ln>
        </p:spPr>
      </p:pic>
      <p:grpSp>
        <p:nvGrpSpPr>
          <p:cNvPr id="431" name="Google Shape;431;p41"/>
          <p:cNvGrpSpPr/>
          <p:nvPr/>
        </p:nvGrpSpPr>
        <p:grpSpPr>
          <a:xfrm>
            <a:off x="532109" y="2318324"/>
            <a:ext cx="346760" cy="1157292"/>
            <a:chOff x="745250" y="1668450"/>
            <a:chExt cx="219900" cy="733950"/>
          </a:xfrm>
        </p:grpSpPr>
        <p:sp>
          <p:nvSpPr>
            <p:cNvPr id="432" name="Google Shape;432;p41"/>
            <p:cNvSpPr/>
            <p:nvPr/>
          </p:nvSpPr>
          <p:spPr>
            <a:xfrm>
              <a:off x="745250" y="1668450"/>
              <a:ext cx="219900" cy="188400"/>
            </a:xfrm>
            <a:prstGeom prst="ellipse">
              <a:avLst/>
            </a:prstGeom>
            <a:solidFill>
              <a:srgbClr val="93C47D"/>
            </a:solidFill>
            <a:ln w="15025" cap="flat" cmpd="sng">
              <a:solidFill>
                <a:schemeClr val="dk2"/>
              </a:solidFill>
              <a:prstDash val="solid"/>
              <a:round/>
              <a:headEnd type="none" w="sm" len="sm"/>
              <a:tailEnd type="none" w="sm" len="sm"/>
            </a:ln>
          </p:spPr>
          <p:txBody>
            <a:bodyPr spcFirstLastPara="1" wrap="square" lIns="144150" tIns="144150" rIns="144150" bIns="144150" anchor="ctr" anchorCtr="0">
              <a:noAutofit/>
            </a:bodyPr>
            <a:lstStyle/>
            <a:p>
              <a:pPr marL="0" lvl="0" indent="0" algn="ctr" rtl="0">
                <a:spcBef>
                  <a:spcPts val="0"/>
                </a:spcBef>
                <a:spcAft>
                  <a:spcPts val="0"/>
                </a:spcAft>
                <a:buNone/>
              </a:pPr>
              <a:endParaRPr sz="2522">
                <a:latin typeface="Hanken Grotesk"/>
                <a:ea typeface="Hanken Grotesk"/>
                <a:cs typeface="Hanken Grotesk"/>
                <a:sym typeface="Hanken Grotesk"/>
              </a:endParaRPr>
            </a:p>
          </p:txBody>
        </p:sp>
        <p:sp>
          <p:nvSpPr>
            <p:cNvPr id="433" name="Google Shape;433;p41"/>
            <p:cNvSpPr/>
            <p:nvPr/>
          </p:nvSpPr>
          <p:spPr>
            <a:xfrm>
              <a:off x="745250" y="1941225"/>
              <a:ext cx="219900" cy="188400"/>
            </a:xfrm>
            <a:prstGeom prst="ellipse">
              <a:avLst/>
            </a:prstGeom>
            <a:solidFill>
              <a:srgbClr val="FFD966"/>
            </a:solidFill>
            <a:ln w="15025" cap="flat" cmpd="sng">
              <a:solidFill>
                <a:schemeClr val="dk2"/>
              </a:solidFill>
              <a:prstDash val="solid"/>
              <a:round/>
              <a:headEnd type="none" w="sm" len="sm"/>
              <a:tailEnd type="none" w="sm" len="sm"/>
            </a:ln>
          </p:spPr>
          <p:txBody>
            <a:bodyPr spcFirstLastPara="1" wrap="square" lIns="144150" tIns="144150" rIns="144150" bIns="144150" anchor="ctr" anchorCtr="0">
              <a:noAutofit/>
            </a:bodyPr>
            <a:lstStyle/>
            <a:p>
              <a:pPr marL="0" lvl="0" indent="0" algn="ctr" rtl="0">
                <a:spcBef>
                  <a:spcPts val="0"/>
                </a:spcBef>
                <a:spcAft>
                  <a:spcPts val="0"/>
                </a:spcAft>
                <a:buNone/>
              </a:pPr>
              <a:endParaRPr sz="2522">
                <a:latin typeface="Hanken Grotesk"/>
                <a:ea typeface="Hanken Grotesk"/>
                <a:cs typeface="Hanken Grotesk"/>
                <a:sym typeface="Hanken Grotesk"/>
              </a:endParaRPr>
            </a:p>
          </p:txBody>
        </p:sp>
        <p:sp>
          <p:nvSpPr>
            <p:cNvPr id="434" name="Google Shape;434;p41"/>
            <p:cNvSpPr/>
            <p:nvPr/>
          </p:nvSpPr>
          <p:spPr>
            <a:xfrm>
              <a:off x="745250" y="2214000"/>
              <a:ext cx="219900" cy="188400"/>
            </a:xfrm>
            <a:prstGeom prst="ellipse">
              <a:avLst/>
            </a:prstGeom>
            <a:solidFill>
              <a:srgbClr val="E06666"/>
            </a:solidFill>
            <a:ln w="15025" cap="flat" cmpd="sng">
              <a:solidFill>
                <a:schemeClr val="dk2"/>
              </a:solidFill>
              <a:prstDash val="solid"/>
              <a:round/>
              <a:headEnd type="none" w="sm" len="sm"/>
              <a:tailEnd type="none" w="sm" len="sm"/>
            </a:ln>
          </p:spPr>
          <p:txBody>
            <a:bodyPr spcFirstLastPara="1" wrap="square" lIns="144150" tIns="144150" rIns="144150" bIns="144150" anchor="ctr" anchorCtr="0">
              <a:noAutofit/>
            </a:bodyPr>
            <a:lstStyle/>
            <a:p>
              <a:pPr marL="0" lvl="0" indent="0" algn="ctr" rtl="0">
                <a:spcBef>
                  <a:spcPts val="0"/>
                </a:spcBef>
                <a:spcAft>
                  <a:spcPts val="0"/>
                </a:spcAft>
                <a:buNone/>
              </a:pPr>
              <a:endParaRPr sz="2522">
                <a:latin typeface="Hanken Grotesk"/>
                <a:ea typeface="Hanken Grotesk"/>
                <a:cs typeface="Hanken Grotesk"/>
                <a:sym typeface="Hanken Grotesk"/>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pic>
        <p:nvPicPr>
          <p:cNvPr id="439" name="Google Shape;439;p42"/>
          <p:cNvPicPr preferRelativeResize="0"/>
          <p:nvPr/>
        </p:nvPicPr>
        <p:blipFill>
          <a:blip r:embed="rId3">
            <a:alphaModFix/>
          </a:blip>
          <a:stretch>
            <a:fillRect/>
          </a:stretch>
        </p:blipFill>
        <p:spPr>
          <a:xfrm>
            <a:off x="968100" y="450800"/>
            <a:ext cx="7367925" cy="4348176"/>
          </a:xfrm>
          <a:prstGeom prst="rect">
            <a:avLst/>
          </a:prstGeom>
          <a:noFill/>
          <a:ln>
            <a:noFill/>
          </a:ln>
        </p:spPr>
      </p:pic>
      <p:sp>
        <p:nvSpPr>
          <p:cNvPr id="440" name="Google Shape;440;p42"/>
          <p:cNvSpPr txBox="1">
            <a:spLocks noGrp="1"/>
          </p:cNvSpPr>
          <p:nvPr>
            <p:ph type="title"/>
          </p:nvPr>
        </p:nvSpPr>
        <p:spPr>
          <a:xfrm>
            <a:off x="321000" y="110975"/>
            <a:ext cx="7540500" cy="68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Database Design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Proposed solution</a:t>
            </a:r>
            <a:endParaRPr/>
          </a:p>
        </p:txBody>
      </p:sp>
      <p:sp>
        <p:nvSpPr>
          <p:cNvPr id="446" name="Google Shape;446;p43"/>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a:t>Our ML models [3] will predict the Water Quality Index (WQI) or classify water as Safe, Moderately Safe, or Unsafe, using live sensor data validated against benchmark standards [4] —unlike previous approaches relying on static datasets.</a:t>
            </a:r>
            <a:endParaRPr/>
          </a:p>
          <a:p>
            <a:pPr marL="0" lvl="0" indent="0" algn="l" rtl="0">
              <a:lnSpc>
                <a:spcPct val="100000"/>
              </a:lnSpc>
              <a:spcBef>
                <a:spcPts val="1200"/>
              </a:spcBef>
              <a:spcAft>
                <a:spcPts val="0"/>
              </a:spcAft>
              <a:buNone/>
            </a:pPr>
            <a:r>
              <a:rPr lang="en"/>
              <a:t>Hardware used for water quality analysis includes:</a:t>
            </a:r>
            <a:endParaRPr/>
          </a:p>
          <a:p>
            <a:pPr marL="457200" lvl="0" indent="-298450" algn="l" rtl="0">
              <a:spcBef>
                <a:spcPts val="1200"/>
              </a:spcBef>
              <a:spcAft>
                <a:spcPts val="0"/>
              </a:spcAft>
              <a:buClr>
                <a:srgbClr val="000000"/>
              </a:buClr>
              <a:buSzPts val="1100"/>
              <a:buFont typeface="Arial"/>
              <a:buChar char="●"/>
            </a:pPr>
            <a:r>
              <a:rPr lang="en"/>
              <a:t>pH sensor – Measures acidity/alkalinity</a:t>
            </a:r>
            <a:endParaRPr/>
          </a:p>
          <a:p>
            <a:pPr marL="457200" lvl="0" indent="-298450" algn="l" rtl="0">
              <a:spcBef>
                <a:spcPts val="0"/>
              </a:spcBef>
              <a:spcAft>
                <a:spcPts val="0"/>
              </a:spcAft>
              <a:buClr>
                <a:srgbClr val="000000"/>
              </a:buClr>
              <a:buSzPts val="1100"/>
              <a:buFont typeface="Arial"/>
              <a:buChar char="●"/>
            </a:pPr>
            <a:r>
              <a:rPr lang="en"/>
              <a:t>TDS sensor – Detects total dissolved solids</a:t>
            </a:r>
            <a:endParaRPr/>
          </a:p>
          <a:p>
            <a:pPr marL="457200" lvl="0" indent="-298450" algn="l" rtl="0">
              <a:spcBef>
                <a:spcPts val="0"/>
              </a:spcBef>
              <a:spcAft>
                <a:spcPts val="0"/>
              </a:spcAft>
              <a:buClr>
                <a:srgbClr val="000000"/>
              </a:buClr>
              <a:buSzPts val="1100"/>
              <a:buFont typeface="Arial"/>
              <a:buChar char="●"/>
            </a:pPr>
            <a:r>
              <a:rPr lang="en"/>
              <a:t>Turbidity sensor – Gauges water clarity</a:t>
            </a:r>
            <a:endParaRPr/>
          </a:p>
          <a:p>
            <a:pPr marL="457200" lvl="0" indent="-298450" algn="l" rtl="0">
              <a:spcBef>
                <a:spcPts val="0"/>
              </a:spcBef>
              <a:spcAft>
                <a:spcPts val="0"/>
              </a:spcAft>
              <a:buClr>
                <a:srgbClr val="000000"/>
              </a:buClr>
              <a:buSzPts val="1100"/>
              <a:buFont typeface="Arial"/>
              <a:buChar char="●"/>
            </a:pPr>
            <a:r>
              <a:rPr lang="en"/>
              <a:t>MQ135 sensor – Detects the presence of gases like ammonia, sulphide</a:t>
            </a:r>
            <a:endParaRPr/>
          </a:p>
          <a:p>
            <a:pPr marL="457200" lvl="0" indent="-298450" algn="l" rtl="0">
              <a:spcBef>
                <a:spcPts val="0"/>
              </a:spcBef>
              <a:spcAft>
                <a:spcPts val="0"/>
              </a:spcAft>
              <a:buClr>
                <a:srgbClr val="000000"/>
              </a:buClr>
              <a:buSzPts val="1100"/>
              <a:buFont typeface="Arial"/>
              <a:buChar char="●"/>
            </a:pPr>
            <a:r>
              <a:rPr lang="en"/>
              <a:t>Microcontroller (e.g., Arduino/ESP32) – For data collection and transmission</a:t>
            </a:r>
            <a:endParaRPr/>
          </a:p>
          <a:p>
            <a:pPr marL="457200" lvl="0" indent="-298450" algn="l" rtl="0">
              <a:spcBef>
                <a:spcPts val="0"/>
              </a:spcBef>
              <a:spcAft>
                <a:spcPts val="0"/>
              </a:spcAft>
              <a:buClr>
                <a:srgbClr val="000000"/>
              </a:buClr>
              <a:buSzPts val="1100"/>
              <a:buFont typeface="Arial"/>
              <a:buChar char="●"/>
            </a:pPr>
            <a:r>
              <a:rPr lang="en"/>
              <a:t>Dissolved Oxygen sensor – Enables real-time data access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44"/>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Methods</a:t>
            </a:r>
            <a:endParaRPr/>
          </a:p>
        </p:txBody>
      </p:sp>
      <p:sp>
        <p:nvSpPr>
          <p:cNvPr id="452" name="Google Shape;452;p44"/>
          <p:cNvSpPr txBox="1"/>
          <p:nvPr/>
        </p:nvSpPr>
        <p:spPr>
          <a:xfrm>
            <a:off x="5098326" y="1207750"/>
            <a:ext cx="33324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Linear AR + MA terms	Stationary series modeling</a:t>
            </a:r>
            <a:endParaRPr>
              <a:solidFill>
                <a:schemeClr val="dk1"/>
              </a:solidFill>
              <a:latin typeface="Hanken Grotesk"/>
              <a:ea typeface="Hanken Grotesk"/>
              <a:cs typeface="Hanken Grotesk"/>
              <a:sym typeface="Hanken Grotesk"/>
            </a:endParaRPr>
          </a:p>
        </p:txBody>
      </p:sp>
      <p:sp>
        <p:nvSpPr>
          <p:cNvPr id="453" name="Google Shape;453;p44"/>
          <p:cNvSpPr txBox="1"/>
          <p:nvPr/>
        </p:nvSpPr>
        <p:spPr>
          <a:xfrm>
            <a:off x="5094378" y="2024904"/>
            <a:ext cx="3332400" cy="70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ARIMA + seasonal lag polynomials	Captures seasonality</a:t>
            </a:r>
            <a:endParaRPr>
              <a:solidFill>
                <a:schemeClr val="dk1"/>
              </a:solidFill>
              <a:latin typeface="Hanken Grotesk"/>
              <a:ea typeface="Hanken Grotesk"/>
              <a:cs typeface="Hanken Grotesk"/>
              <a:sym typeface="Hanken Grotesk"/>
            </a:endParaRPr>
          </a:p>
        </p:txBody>
      </p:sp>
      <p:sp>
        <p:nvSpPr>
          <p:cNvPr id="454" name="Google Shape;454;p44"/>
          <p:cNvSpPr txBox="1"/>
          <p:nvPr/>
        </p:nvSpPr>
        <p:spPr>
          <a:xfrm>
            <a:off x="5094375" y="2898883"/>
            <a:ext cx="3332400" cy="699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dk1"/>
                </a:solidFill>
                <a:latin typeface="Hanken Grotesk"/>
                <a:ea typeface="Hanken Grotesk"/>
                <a:cs typeface="Hanken Grotesk"/>
                <a:sym typeface="Hanken Grotesk"/>
              </a:rPr>
              <a:t>Additive decomposition (trend + seasonality + holidays)	Flexible, interpretable</a:t>
            </a:r>
            <a:endParaRPr>
              <a:solidFill>
                <a:schemeClr val="dk1"/>
              </a:solidFill>
              <a:latin typeface="Hanken Grotesk"/>
              <a:ea typeface="Hanken Grotesk"/>
              <a:cs typeface="Hanken Grotesk"/>
              <a:sym typeface="Hanken Grotesk"/>
            </a:endParaRPr>
          </a:p>
        </p:txBody>
      </p:sp>
      <p:sp>
        <p:nvSpPr>
          <p:cNvPr id="455" name="Google Shape;455;p44"/>
          <p:cNvSpPr txBox="1"/>
          <p:nvPr/>
        </p:nvSpPr>
        <p:spPr>
          <a:xfrm>
            <a:off x="5098326" y="3738900"/>
            <a:ext cx="33324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Gate equations (forget, input, output) Neural memory for sequences</a:t>
            </a:r>
            <a:endParaRPr>
              <a:solidFill>
                <a:schemeClr val="dk1"/>
              </a:solidFill>
              <a:latin typeface="Hanken Grotesk"/>
              <a:ea typeface="Hanken Grotesk"/>
              <a:cs typeface="Hanken Grotesk"/>
              <a:sym typeface="Hanken Grotesk"/>
            </a:endParaRPr>
          </a:p>
        </p:txBody>
      </p:sp>
      <p:sp>
        <p:nvSpPr>
          <p:cNvPr id="456" name="Google Shape;456;p44"/>
          <p:cNvSpPr txBox="1"/>
          <p:nvPr/>
        </p:nvSpPr>
        <p:spPr>
          <a:xfrm>
            <a:off x="665800" y="2586275"/>
            <a:ext cx="1374900" cy="8982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ML Models</a:t>
            </a:r>
            <a:endParaRPr sz="1900">
              <a:solidFill>
                <a:schemeClr val="dk1"/>
              </a:solidFill>
              <a:latin typeface="Figtree Black"/>
              <a:ea typeface="Figtree Black"/>
              <a:cs typeface="Figtree Black"/>
              <a:sym typeface="Figtree Black"/>
            </a:endParaRPr>
          </a:p>
        </p:txBody>
      </p:sp>
      <p:sp>
        <p:nvSpPr>
          <p:cNvPr id="457" name="Google Shape;457;p44"/>
          <p:cNvSpPr txBox="1"/>
          <p:nvPr/>
        </p:nvSpPr>
        <p:spPr>
          <a:xfrm>
            <a:off x="2884875" y="1322648"/>
            <a:ext cx="2163600" cy="4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ARIMA</a:t>
            </a:r>
            <a:endParaRPr sz="1500">
              <a:solidFill>
                <a:schemeClr val="lt1"/>
              </a:solidFill>
              <a:latin typeface="Figtree Black"/>
              <a:ea typeface="Figtree Black"/>
              <a:cs typeface="Figtree Black"/>
              <a:sym typeface="Figtree Black"/>
            </a:endParaRPr>
          </a:p>
        </p:txBody>
      </p:sp>
      <p:sp>
        <p:nvSpPr>
          <p:cNvPr id="458" name="Google Shape;458;p44"/>
          <p:cNvSpPr txBox="1"/>
          <p:nvPr/>
        </p:nvSpPr>
        <p:spPr>
          <a:xfrm>
            <a:off x="2884875" y="2166363"/>
            <a:ext cx="2163600" cy="4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SARIMA</a:t>
            </a:r>
            <a:endParaRPr sz="1500">
              <a:solidFill>
                <a:schemeClr val="lt1"/>
              </a:solidFill>
              <a:latin typeface="Figtree Black"/>
              <a:ea typeface="Figtree Black"/>
              <a:cs typeface="Figtree Black"/>
              <a:sym typeface="Figtree Black"/>
            </a:endParaRPr>
          </a:p>
        </p:txBody>
      </p:sp>
      <p:sp>
        <p:nvSpPr>
          <p:cNvPr id="459" name="Google Shape;459;p44"/>
          <p:cNvSpPr txBox="1"/>
          <p:nvPr/>
        </p:nvSpPr>
        <p:spPr>
          <a:xfrm>
            <a:off x="2884875" y="3010078"/>
            <a:ext cx="2163600" cy="4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Prophet</a:t>
            </a:r>
            <a:endParaRPr sz="1500">
              <a:solidFill>
                <a:schemeClr val="lt1"/>
              </a:solidFill>
              <a:latin typeface="Figtree Black"/>
              <a:ea typeface="Figtree Black"/>
              <a:cs typeface="Figtree Black"/>
              <a:sym typeface="Figtree Black"/>
            </a:endParaRPr>
          </a:p>
        </p:txBody>
      </p:sp>
      <p:sp>
        <p:nvSpPr>
          <p:cNvPr id="460" name="Google Shape;460;p44"/>
          <p:cNvSpPr txBox="1"/>
          <p:nvPr/>
        </p:nvSpPr>
        <p:spPr>
          <a:xfrm>
            <a:off x="2884875" y="3853793"/>
            <a:ext cx="2163600" cy="4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LSTM</a:t>
            </a:r>
            <a:endParaRPr sz="1500">
              <a:solidFill>
                <a:schemeClr val="lt1"/>
              </a:solidFill>
              <a:latin typeface="Figtree Black"/>
              <a:ea typeface="Figtree Black"/>
              <a:cs typeface="Figtree Black"/>
              <a:sym typeface="Figtree Black"/>
            </a:endParaRPr>
          </a:p>
        </p:txBody>
      </p:sp>
      <p:cxnSp>
        <p:nvCxnSpPr>
          <p:cNvPr id="461" name="Google Shape;461;p44"/>
          <p:cNvCxnSpPr>
            <a:stCxn id="456" idx="3"/>
            <a:endCxn id="457" idx="1"/>
          </p:cNvCxnSpPr>
          <p:nvPr/>
        </p:nvCxnSpPr>
        <p:spPr>
          <a:xfrm rot="10800000" flipH="1">
            <a:off x="2040700" y="1559675"/>
            <a:ext cx="844200" cy="1475700"/>
          </a:xfrm>
          <a:prstGeom prst="bentConnector3">
            <a:avLst>
              <a:gd name="adj1" fmla="val 49999"/>
            </a:avLst>
          </a:prstGeom>
          <a:noFill/>
          <a:ln w="19050" cap="flat" cmpd="sng">
            <a:solidFill>
              <a:schemeClr val="dk1"/>
            </a:solidFill>
            <a:prstDash val="solid"/>
            <a:round/>
            <a:headEnd type="none" w="med" len="med"/>
            <a:tailEnd type="none" w="med" len="med"/>
          </a:ln>
        </p:spPr>
      </p:cxnSp>
      <p:cxnSp>
        <p:nvCxnSpPr>
          <p:cNvPr id="462" name="Google Shape;462;p44"/>
          <p:cNvCxnSpPr>
            <a:stCxn id="456" idx="3"/>
            <a:endCxn id="458" idx="1"/>
          </p:cNvCxnSpPr>
          <p:nvPr/>
        </p:nvCxnSpPr>
        <p:spPr>
          <a:xfrm rot="10800000" flipH="1">
            <a:off x="2040700" y="2403575"/>
            <a:ext cx="844200" cy="631800"/>
          </a:xfrm>
          <a:prstGeom prst="bentConnector3">
            <a:avLst>
              <a:gd name="adj1" fmla="val 49999"/>
            </a:avLst>
          </a:prstGeom>
          <a:noFill/>
          <a:ln w="19050" cap="flat" cmpd="sng">
            <a:solidFill>
              <a:schemeClr val="dk1"/>
            </a:solidFill>
            <a:prstDash val="solid"/>
            <a:round/>
            <a:headEnd type="none" w="med" len="med"/>
            <a:tailEnd type="none" w="med" len="med"/>
          </a:ln>
        </p:spPr>
      </p:cxnSp>
      <p:cxnSp>
        <p:nvCxnSpPr>
          <p:cNvPr id="463" name="Google Shape;463;p44"/>
          <p:cNvCxnSpPr>
            <a:stCxn id="456" idx="3"/>
            <a:endCxn id="459" idx="1"/>
          </p:cNvCxnSpPr>
          <p:nvPr/>
        </p:nvCxnSpPr>
        <p:spPr>
          <a:xfrm>
            <a:off x="2040700" y="3035375"/>
            <a:ext cx="844200" cy="211800"/>
          </a:xfrm>
          <a:prstGeom prst="bentConnector3">
            <a:avLst>
              <a:gd name="adj1" fmla="val 49999"/>
            </a:avLst>
          </a:prstGeom>
          <a:noFill/>
          <a:ln w="19050" cap="flat" cmpd="sng">
            <a:solidFill>
              <a:schemeClr val="dk1"/>
            </a:solidFill>
            <a:prstDash val="solid"/>
            <a:round/>
            <a:headEnd type="none" w="med" len="med"/>
            <a:tailEnd type="none" w="med" len="med"/>
          </a:ln>
        </p:spPr>
      </p:cxnSp>
      <p:cxnSp>
        <p:nvCxnSpPr>
          <p:cNvPr id="464" name="Google Shape;464;p44"/>
          <p:cNvCxnSpPr>
            <a:stCxn id="456" idx="3"/>
            <a:endCxn id="460" idx="1"/>
          </p:cNvCxnSpPr>
          <p:nvPr/>
        </p:nvCxnSpPr>
        <p:spPr>
          <a:xfrm>
            <a:off x="2040700" y="3035375"/>
            <a:ext cx="844200" cy="1055700"/>
          </a:xfrm>
          <a:prstGeom prst="bentConnector3">
            <a:avLst>
              <a:gd name="adj1" fmla="val 49999"/>
            </a:avLst>
          </a:prstGeom>
          <a:noFill/>
          <a:ln w="19050" cap="flat" cmpd="sng">
            <a:solidFill>
              <a:schemeClr val="dk1"/>
            </a:solidFill>
            <a:prstDash val="solid"/>
            <a:round/>
            <a:headEnd type="none" w="med" len="med"/>
            <a:tailEnd type="none" w="med" len="med"/>
          </a:ln>
        </p:spPr>
      </p:cxnSp>
      <p:grpSp>
        <p:nvGrpSpPr>
          <p:cNvPr id="465" name="Google Shape;465;p44"/>
          <p:cNvGrpSpPr/>
          <p:nvPr/>
        </p:nvGrpSpPr>
        <p:grpSpPr>
          <a:xfrm>
            <a:off x="1095870" y="1996617"/>
            <a:ext cx="514759" cy="516741"/>
            <a:chOff x="1751813" y="2520150"/>
            <a:chExt cx="343700" cy="345000"/>
          </a:xfrm>
        </p:grpSpPr>
        <p:sp>
          <p:nvSpPr>
            <p:cNvPr id="466" name="Google Shape;466;p44"/>
            <p:cNvSpPr/>
            <p:nvPr/>
          </p:nvSpPr>
          <p:spPr>
            <a:xfrm>
              <a:off x="1949413" y="2527850"/>
              <a:ext cx="14900" cy="328850"/>
            </a:xfrm>
            <a:custGeom>
              <a:avLst/>
              <a:gdLst/>
              <a:ahLst/>
              <a:cxnLst/>
              <a:rect l="l" t="t" r="r" b="b"/>
              <a:pathLst>
                <a:path w="596" h="13154" extrusionOk="0">
                  <a:moveTo>
                    <a:pt x="0" y="0"/>
                  </a:moveTo>
                  <a:lnTo>
                    <a:pt x="0" y="13153"/>
                  </a:lnTo>
                  <a:lnTo>
                    <a:pt x="595" y="1315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4"/>
            <p:cNvSpPr/>
            <p:nvPr/>
          </p:nvSpPr>
          <p:spPr>
            <a:xfrm>
              <a:off x="1905588" y="2527850"/>
              <a:ext cx="14900" cy="329875"/>
            </a:xfrm>
            <a:custGeom>
              <a:avLst/>
              <a:gdLst/>
              <a:ahLst/>
              <a:cxnLst/>
              <a:rect l="l" t="t" r="r" b="b"/>
              <a:pathLst>
                <a:path w="596" h="13195" extrusionOk="0">
                  <a:moveTo>
                    <a:pt x="0" y="0"/>
                  </a:moveTo>
                  <a:lnTo>
                    <a:pt x="0" y="13194"/>
                  </a:lnTo>
                  <a:lnTo>
                    <a:pt x="595" y="13194"/>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4"/>
            <p:cNvSpPr/>
            <p:nvPr/>
          </p:nvSpPr>
          <p:spPr>
            <a:xfrm>
              <a:off x="2044238" y="2575775"/>
              <a:ext cx="43850" cy="14900"/>
            </a:xfrm>
            <a:custGeom>
              <a:avLst/>
              <a:gdLst/>
              <a:ahLst/>
              <a:cxnLst/>
              <a:rect l="l" t="t" r="r" b="b"/>
              <a:pathLst>
                <a:path w="1754" h="596" extrusionOk="0">
                  <a:moveTo>
                    <a:pt x="1" y="0"/>
                  </a:moveTo>
                  <a:lnTo>
                    <a:pt x="1" y="595"/>
                  </a:lnTo>
                  <a:lnTo>
                    <a:pt x="1754" y="595"/>
                  </a:lnTo>
                  <a:lnTo>
                    <a:pt x="17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4"/>
            <p:cNvSpPr/>
            <p:nvPr/>
          </p:nvSpPr>
          <p:spPr>
            <a:xfrm>
              <a:off x="1751813" y="2520150"/>
              <a:ext cx="256325" cy="345000"/>
            </a:xfrm>
            <a:custGeom>
              <a:avLst/>
              <a:gdLst/>
              <a:ahLst/>
              <a:cxnLst/>
              <a:rect l="l" t="t" r="r" b="b"/>
              <a:pathLst>
                <a:path w="10253" h="13800" extrusionOk="0">
                  <a:moveTo>
                    <a:pt x="9135" y="606"/>
                  </a:moveTo>
                  <a:cubicBezTo>
                    <a:pt x="9442" y="606"/>
                    <a:pt x="9647" y="862"/>
                    <a:pt x="9647" y="1118"/>
                  </a:cubicBezTo>
                  <a:lnTo>
                    <a:pt x="9647" y="12692"/>
                  </a:lnTo>
                  <a:cubicBezTo>
                    <a:pt x="9647" y="12990"/>
                    <a:pt x="9442" y="13205"/>
                    <a:pt x="9135" y="13205"/>
                  </a:cubicBezTo>
                  <a:lnTo>
                    <a:pt x="595" y="13205"/>
                  </a:lnTo>
                  <a:lnTo>
                    <a:pt x="595" y="606"/>
                  </a:lnTo>
                  <a:close/>
                  <a:moveTo>
                    <a:pt x="298" y="1"/>
                  </a:moveTo>
                  <a:cubicBezTo>
                    <a:pt x="124" y="1"/>
                    <a:pt x="1" y="134"/>
                    <a:pt x="1" y="308"/>
                  </a:cubicBezTo>
                  <a:lnTo>
                    <a:pt x="1" y="13502"/>
                  </a:lnTo>
                  <a:cubicBezTo>
                    <a:pt x="1" y="13676"/>
                    <a:pt x="124" y="13799"/>
                    <a:pt x="298" y="13799"/>
                  </a:cubicBezTo>
                  <a:lnTo>
                    <a:pt x="9135" y="13799"/>
                  </a:lnTo>
                  <a:cubicBezTo>
                    <a:pt x="9740" y="13799"/>
                    <a:pt x="10252" y="13287"/>
                    <a:pt x="10252" y="12692"/>
                  </a:cubicBezTo>
                  <a:lnTo>
                    <a:pt x="10252" y="1118"/>
                  </a:lnTo>
                  <a:cubicBezTo>
                    <a:pt x="10252" y="513"/>
                    <a:pt x="9740" y="1"/>
                    <a:pt x="91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4"/>
            <p:cNvSpPr/>
            <p:nvPr/>
          </p:nvSpPr>
          <p:spPr>
            <a:xfrm>
              <a:off x="2036813" y="2521350"/>
              <a:ext cx="58700" cy="343800"/>
            </a:xfrm>
            <a:custGeom>
              <a:avLst/>
              <a:gdLst/>
              <a:ahLst/>
              <a:cxnLst/>
              <a:rect l="l" t="t" r="r" b="b"/>
              <a:pathLst>
                <a:path w="2348" h="13752" extrusionOk="0">
                  <a:moveTo>
                    <a:pt x="1170" y="594"/>
                  </a:moveTo>
                  <a:cubicBezTo>
                    <a:pt x="1193" y="594"/>
                    <a:pt x="1217" y="596"/>
                    <a:pt x="1241" y="599"/>
                  </a:cubicBezTo>
                  <a:cubicBezTo>
                    <a:pt x="1538" y="599"/>
                    <a:pt x="1753" y="855"/>
                    <a:pt x="1753" y="1152"/>
                  </a:cubicBezTo>
                  <a:lnTo>
                    <a:pt x="1753" y="12214"/>
                  </a:lnTo>
                  <a:lnTo>
                    <a:pt x="1159" y="12942"/>
                  </a:lnTo>
                  <a:lnTo>
                    <a:pt x="605" y="12214"/>
                  </a:lnTo>
                  <a:lnTo>
                    <a:pt x="605" y="1152"/>
                  </a:lnTo>
                  <a:cubicBezTo>
                    <a:pt x="605" y="838"/>
                    <a:pt x="862" y="594"/>
                    <a:pt x="1170" y="594"/>
                  </a:cubicBezTo>
                  <a:close/>
                  <a:moveTo>
                    <a:pt x="1211" y="1"/>
                  </a:moveTo>
                  <a:cubicBezTo>
                    <a:pt x="1180" y="1"/>
                    <a:pt x="1149" y="2"/>
                    <a:pt x="1118" y="4"/>
                  </a:cubicBezTo>
                  <a:cubicBezTo>
                    <a:pt x="472" y="4"/>
                    <a:pt x="0" y="517"/>
                    <a:pt x="0" y="1152"/>
                  </a:cubicBezTo>
                  <a:lnTo>
                    <a:pt x="0" y="12347"/>
                  </a:lnTo>
                  <a:cubicBezTo>
                    <a:pt x="0" y="12388"/>
                    <a:pt x="0" y="12470"/>
                    <a:pt x="41" y="12511"/>
                  </a:cubicBezTo>
                  <a:lnTo>
                    <a:pt x="943" y="13628"/>
                  </a:lnTo>
                  <a:cubicBezTo>
                    <a:pt x="984" y="13710"/>
                    <a:pt x="1066" y="13751"/>
                    <a:pt x="1159" y="13751"/>
                  </a:cubicBezTo>
                  <a:cubicBezTo>
                    <a:pt x="1241" y="13751"/>
                    <a:pt x="1323" y="13710"/>
                    <a:pt x="1415" y="13628"/>
                  </a:cubicBezTo>
                  <a:lnTo>
                    <a:pt x="2266" y="12511"/>
                  </a:lnTo>
                  <a:cubicBezTo>
                    <a:pt x="2307" y="12470"/>
                    <a:pt x="2348" y="12388"/>
                    <a:pt x="2348" y="12347"/>
                  </a:cubicBezTo>
                  <a:lnTo>
                    <a:pt x="2348" y="1152"/>
                  </a:lnTo>
                  <a:cubicBezTo>
                    <a:pt x="2348" y="497"/>
                    <a:pt x="1844" y="1"/>
                    <a:pt x="12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4"/>
            <p:cNvSpPr/>
            <p:nvPr/>
          </p:nvSpPr>
          <p:spPr>
            <a:xfrm>
              <a:off x="1795638" y="2565000"/>
              <a:ext cx="70500" cy="15150"/>
            </a:xfrm>
            <a:custGeom>
              <a:avLst/>
              <a:gdLst/>
              <a:ahLst/>
              <a:cxnLst/>
              <a:rect l="l" t="t" r="r" b="b"/>
              <a:pathLst>
                <a:path w="2820" h="606" extrusionOk="0">
                  <a:moveTo>
                    <a:pt x="339" y="1"/>
                  </a:moveTo>
                  <a:cubicBezTo>
                    <a:pt x="124" y="1"/>
                    <a:pt x="1" y="175"/>
                    <a:pt x="42" y="349"/>
                  </a:cubicBezTo>
                  <a:cubicBezTo>
                    <a:pt x="42" y="472"/>
                    <a:pt x="165" y="606"/>
                    <a:pt x="339" y="606"/>
                  </a:cubicBezTo>
                  <a:lnTo>
                    <a:pt x="2512" y="606"/>
                  </a:lnTo>
                  <a:cubicBezTo>
                    <a:pt x="2686" y="606"/>
                    <a:pt x="2820" y="431"/>
                    <a:pt x="2820" y="257"/>
                  </a:cubicBezTo>
                  <a:cubicBezTo>
                    <a:pt x="2769" y="93"/>
                    <a:pt x="2645" y="1"/>
                    <a:pt x="25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4"/>
            <p:cNvSpPr/>
            <p:nvPr/>
          </p:nvSpPr>
          <p:spPr>
            <a:xfrm>
              <a:off x="1795638" y="2608825"/>
              <a:ext cx="48975" cy="15150"/>
            </a:xfrm>
            <a:custGeom>
              <a:avLst/>
              <a:gdLst/>
              <a:ahLst/>
              <a:cxnLst/>
              <a:rect l="l" t="t" r="r" b="b"/>
              <a:pathLst>
                <a:path w="1959" h="606" extrusionOk="0">
                  <a:moveTo>
                    <a:pt x="339" y="1"/>
                  </a:moveTo>
                  <a:cubicBezTo>
                    <a:pt x="124" y="1"/>
                    <a:pt x="1" y="175"/>
                    <a:pt x="42" y="349"/>
                  </a:cubicBezTo>
                  <a:cubicBezTo>
                    <a:pt x="42" y="472"/>
                    <a:pt x="165" y="606"/>
                    <a:pt x="339" y="606"/>
                  </a:cubicBezTo>
                  <a:lnTo>
                    <a:pt x="1620" y="606"/>
                  </a:lnTo>
                  <a:cubicBezTo>
                    <a:pt x="1795" y="606"/>
                    <a:pt x="1959" y="431"/>
                    <a:pt x="1918" y="257"/>
                  </a:cubicBezTo>
                  <a:cubicBezTo>
                    <a:pt x="1918" y="93"/>
                    <a:pt x="1743" y="1"/>
                    <a:pt x="162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45"/>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Formulas</a:t>
            </a:r>
            <a:endParaRPr/>
          </a:p>
        </p:txBody>
      </p:sp>
      <p:pic>
        <p:nvPicPr>
          <p:cNvPr id="478" name="Google Shape;478;p45"/>
          <p:cNvPicPr preferRelativeResize="0"/>
          <p:nvPr/>
        </p:nvPicPr>
        <p:blipFill>
          <a:blip r:embed="rId3">
            <a:alphaModFix/>
          </a:blip>
          <a:stretch>
            <a:fillRect/>
          </a:stretch>
        </p:blipFill>
        <p:spPr>
          <a:xfrm>
            <a:off x="987475" y="1017725"/>
            <a:ext cx="6438900" cy="3419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6"/>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a:t>
            </a:r>
            <a:endParaRPr/>
          </a:p>
        </p:txBody>
      </p:sp>
      <p:grpSp>
        <p:nvGrpSpPr>
          <p:cNvPr id="484" name="Google Shape;484;p46"/>
          <p:cNvGrpSpPr/>
          <p:nvPr/>
        </p:nvGrpSpPr>
        <p:grpSpPr>
          <a:xfrm>
            <a:off x="338730" y="1377199"/>
            <a:ext cx="3584999" cy="2707098"/>
            <a:chOff x="753213" y="1342250"/>
            <a:chExt cx="4102299" cy="2705475"/>
          </a:xfrm>
        </p:grpSpPr>
        <p:pic>
          <p:nvPicPr>
            <p:cNvPr id="485" name="Google Shape;485;p46"/>
            <p:cNvPicPr preferRelativeResize="0"/>
            <p:nvPr/>
          </p:nvPicPr>
          <p:blipFill>
            <a:blip r:embed="rId3">
              <a:alphaModFix/>
            </a:blip>
            <a:stretch>
              <a:fillRect/>
            </a:stretch>
          </p:blipFill>
          <p:spPr>
            <a:xfrm>
              <a:off x="784050" y="1342250"/>
              <a:ext cx="4040625" cy="1138250"/>
            </a:xfrm>
            <a:prstGeom prst="rect">
              <a:avLst/>
            </a:prstGeom>
            <a:noFill/>
            <a:ln>
              <a:noFill/>
            </a:ln>
          </p:spPr>
        </p:pic>
        <p:pic>
          <p:nvPicPr>
            <p:cNvPr id="486" name="Google Shape;486;p46"/>
            <p:cNvPicPr preferRelativeResize="0"/>
            <p:nvPr/>
          </p:nvPicPr>
          <p:blipFill>
            <a:blip r:embed="rId4">
              <a:alphaModFix/>
            </a:blip>
            <a:stretch>
              <a:fillRect/>
            </a:stretch>
          </p:blipFill>
          <p:spPr>
            <a:xfrm>
              <a:off x="753213" y="2751425"/>
              <a:ext cx="4102299" cy="1296300"/>
            </a:xfrm>
            <a:prstGeom prst="rect">
              <a:avLst/>
            </a:prstGeom>
            <a:noFill/>
            <a:ln>
              <a:noFill/>
            </a:ln>
          </p:spPr>
        </p:pic>
      </p:grpSp>
      <p:sp>
        <p:nvSpPr>
          <p:cNvPr id="487" name="Google Shape;487;p46"/>
          <p:cNvSpPr txBox="1"/>
          <p:nvPr/>
        </p:nvSpPr>
        <p:spPr>
          <a:xfrm>
            <a:off x="3795775" y="184800"/>
            <a:ext cx="5160600" cy="5091900"/>
          </a:xfrm>
          <a:prstGeom prst="rect">
            <a:avLst/>
          </a:prstGeom>
          <a:noFill/>
          <a:ln>
            <a:noFill/>
          </a:ln>
        </p:spPr>
        <p:txBody>
          <a:bodyPr spcFirstLastPara="1" wrap="square" lIns="91425" tIns="91425" rIns="91425" bIns="91425" anchor="t" anchorCtr="0">
            <a:spAutoFit/>
          </a:bodyPr>
          <a:lstStyle/>
          <a:p>
            <a:pPr marL="457200" lvl="0" indent="-304800" algn="just" rtl="0">
              <a:lnSpc>
                <a:spcPct val="100000"/>
              </a:lnSpc>
              <a:spcBef>
                <a:spcPts val="1000"/>
              </a:spcBef>
              <a:spcAft>
                <a:spcPts val="0"/>
              </a:spcAft>
              <a:buSzPts val="1200"/>
              <a:buFont typeface="Hanken Grotesk"/>
              <a:buChar char="➔"/>
            </a:pPr>
            <a:r>
              <a:rPr lang="en" sz="1200" b="1" u="sng">
                <a:latin typeface="Hanken Grotesk"/>
                <a:ea typeface="Hanken Grotesk"/>
                <a:cs typeface="Hanken Grotesk"/>
                <a:sym typeface="Hanken Grotesk"/>
              </a:rPr>
              <a:t>LSTM Model (Chosen Model):</a:t>
            </a:r>
            <a:endParaRPr sz="1200" b="1" u="sng">
              <a:latin typeface="Hanken Grotesk"/>
              <a:ea typeface="Hanken Grotesk"/>
              <a:cs typeface="Hanken Grotesk"/>
              <a:sym typeface="Hanken Grotesk"/>
            </a:endParaRPr>
          </a:p>
          <a:p>
            <a:pPr marL="457200" lvl="0" indent="-298450" algn="just" rtl="0">
              <a:spcBef>
                <a:spcPts val="0"/>
              </a:spcBef>
              <a:spcAft>
                <a:spcPts val="0"/>
              </a:spcAft>
              <a:buSzPts val="1100"/>
              <a:buFont typeface="Hanken Grotesk"/>
              <a:buChar char="●"/>
            </a:pPr>
            <a:r>
              <a:rPr lang="en" sz="1100" b="1"/>
              <a:t>Prediction Accuracy:</a:t>
            </a:r>
            <a:r>
              <a:rPr lang="en" sz="1100"/>
              <a:t> Achieved the lowest RMSE, MAE, and MAPE, demonstrating highly consistent predictions and superior performance in nonlinear water quality forecasting [3], [7], [11].</a:t>
            </a:r>
            <a:endParaRPr sz="1100"/>
          </a:p>
          <a:p>
            <a:pPr marL="457200" lvl="0" indent="-298450" algn="just" rtl="0">
              <a:spcBef>
                <a:spcPts val="0"/>
              </a:spcBef>
              <a:spcAft>
                <a:spcPts val="0"/>
              </a:spcAft>
              <a:buSzPts val="1100"/>
              <a:buFont typeface="Hanken Grotesk"/>
              <a:buChar char="●"/>
            </a:pPr>
            <a:r>
              <a:rPr lang="en" sz="1100" b="1"/>
              <a:t>Confidence Intervals:</a:t>
            </a:r>
            <a:r>
              <a:rPr lang="en" sz="1100"/>
              <a:t> Produced the narrowest average confidence intervals, indicating high accuracy and strong reliability compared to other models [9], [18].</a:t>
            </a:r>
            <a:endParaRPr sz="1100"/>
          </a:p>
          <a:p>
            <a:pPr marL="457200" lvl="0" indent="-298450" algn="just" rtl="0">
              <a:spcBef>
                <a:spcPts val="0"/>
              </a:spcBef>
              <a:spcAft>
                <a:spcPts val="0"/>
              </a:spcAft>
              <a:buSzPts val="1100"/>
              <a:buFont typeface="Hanken Grotesk"/>
              <a:buChar char="●"/>
            </a:pPr>
            <a:r>
              <a:rPr lang="en" sz="1100" b="1"/>
              <a:t>Overall Performance:</a:t>
            </a:r>
            <a:r>
              <a:rPr lang="en" sz="1100"/>
              <a:t>Provided the balance of stability, precision,and predictive capability among all evaluated models [3], [19].</a:t>
            </a:r>
            <a:endParaRPr sz="1100" b="1">
              <a:latin typeface="Hanken Grotesk"/>
              <a:ea typeface="Hanken Grotesk"/>
              <a:cs typeface="Hanken Grotesk"/>
              <a:sym typeface="Hanken Grotesk"/>
            </a:endParaRPr>
          </a:p>
          <a:p>
            <a:pPr marL="457200" lvl="0" indent="-304800" algn="just" rtl="0">
              <a:lnSpc>
                <a:spcPct val="115000"/>
              </a:lnSpc>
              <a:spcBef>
                <a:spcPts val="0"/>
              </a:spcBef>
              <a:spcAft>
                <a:spcPts val="0"/>
              </a:spcAft>
              <a:buSzPts val="1200"/>
              <a:buFont typeface="Hanken Grotesk"/>
              <a:buChar char="➔"/>
            </a:pPr>
            <a:r>
              <a:rPr lang="en" sz="1200" b="1" u="sng">
                <a:latin typeface="Hanken Grotesk"/>
                <a:ea typeface="Hanken Grotesk"/>
                <a:cs typeface="Hanken Grotesk"/>
                <a:sym typeface="Hanken Grotesk"/>
              </a:rPr>
              <a:t>SARIMA Model:</a:t>
            </a:r>
            <a:endParaRPr sz="1200" u="sng">
              <a:latin typeface="Hanken Grotesk"/>
              <a:ea typeface="Hanken Grotesk"/>
              <a:cs typeface="Hanken Grotesk"/>
              <a:sym typeface="Hanken Grotesk"/>
            </a:endParaRPr>
          </a:p>
          <a:p>
            <a:pPr marL="457200" lvl="0" indent="-298450" algn="just" rtl="0">
              <a:spcBef>
                <a:spcPts val="0"/>
              </a:spcBef>
              <a:spcAft>
                <a:spcPts val="0"/>
              </a:spcAft>
              <a:buSzPts val="1100"/>
              <a:buFont typeface="Hanken Grotesk"/>
              <a:buChar char="●"/>
            </a:pPr>
            <a:r>
              <a:rPr lang="en" sz="1100" b="1"/>
              <a:t>Prediction Capability:</a:t>
            </a:r>
            <a:r>
              <a:rPr lang="en" sz="1100"/>
              <a:t> Effectively captured seasonal variations in the data, resulting in competitive MAE and MAPE values [4], [10].</a:t>
            </a:r>
            <a:endParaRPr sz="1100"/>
          </a:p>
          <a:p>
            <a:pPr marL="457200" lvl="0" indent="-298450" algn="just" rtl="0">
              <a:spcBef>
                <a:spcPts val="0"/>
              </a:spcBef>
              <a:spcAft>
                <a:spcPts val="0"/>
              </a:spcAft>
              <a:buSzPts val="1100"/>
              <a:buFont typeface="Hanken Grotesk"/>
              <a:buChar char="●"/>
            </a:pPr>
            <a:r>
              <a:rPr lang="en" sz="1100" b="1"/>
              <a:t>Confidence Intervals:</a:t>
            </a:r>
            <a:r>
              <a:rPr lang="en" sz="1100"/>
              <a:t> Exhibited the widest confidence intervals, indicating a higher level of forecast uncertainty compared to other models [18].</a:t>
            </a:r>
            <a:endParaRPr sz="1100"/>
          </a:p>
          <a:p>
            <a:pPr marL="457200" lvl="0" indent="-298450" algn="just" rtl="0">
              <a:spcBef>
                <a:spcPts val="0"/>
              </a:spcBef>
              <a:spcAft>
                <a:spcPts val="0"/>
              </a:spcAft>
              <a:buSzPts val="1100"/>
              <a:buFont typeface="Hanken Grotesk"/>
              <a:buChar char="●"/>
            </a:pPr>
            <a:r>
              <a:rPr lang="en" sz="1100" b="1"/>
              <a:t>Overall Performance:</a:t>
            </a:r>
            <a:r>
              <a:rPr lang="en" sz="1100"/>
              <a:t> Suitable for modeling seasonality, but less reliable for achieving high-precision and tight forecasting accuracy [4].</a:t>
            </a:r>
            <a:endParaRPr sz="1100" b="1">
              <a:latin typeface="Hanken Grotesk"/>
              <a:ea typeface="Hanken Grotesk"/>
              <a:cs typeface="Hanken Grotesk"/>
              <a:sym typeface="Hanken Grotesk"/>
            </a:endParaRPr>
          </a:p>
          <a:p>
            <a:pPr marL="457200" lvl="0" indent="-304800" algn="just" rtl="0">
              <a:lnSpc>
                <a:spcPct val="100000"/>
              </a:lnSpc>
              <a:spcBef>
                <a:spcPts val="0"/>
              </a:spcBef>
              <a:spcAft>
                <a:spcPts val="0"/>
              </a:spcAft>
              <a:buSzPts val="1200"/>
              <a:buFont typeface="Hanken Grotesk"/>
              <a:buChar char="➔"/>
            </a:pPr>
            <a:r>
              <a:rPr lang="en" sz="1200" b="1" u="sng">
                <a:latin typeface="Hanken Grotesk"/>
                <a:ea typeface="Hanken Grotesk"/>
                <a:cs typeface="Hanken Grotesk"/>
                <a:sym typeface="Hanken Grotesk"/>
              </a:rPr>
              <a:t>ARIMA Model:</a:t>
            </a:r>
            <a:endParaRPr sz="1200" u="sng">
              <a:latin typeface="Hanken Grotesk"/>
              <a:ea typeface="Hanken Grotesk"/>
              <a:cs typeface="Hanken Grotesk"/>
              <a:sym typeface="Hanken Grotesk"/>
            </a:endParaRPr>
          </a:p>
          <a:p>
            <a:pPr marL="457200" lvl="0" indent="-298450" algn="just" rtl="0">
              <a:lnSpc>
                <a:spcPct val="100000"/>
              </a:lnSpc>
              <a:spcBef>
                <a:spcPts val="0"/>
              </a:spcBef>
              <a:spcAft>
                <a:spcPts val="0"/>
              </a:spcAft>
              <a:buSzPts val="1100"/>
              <a:buFont typeface="Hanken Grotesk"/>
              <a:buChar char="●"/>
            </a:pPr>
            <a:r>
              <a:rPr lang="en" sz="1100" b="1"/>
              <a:t>Confidence Intervals:</a:t>
            </a:r>
            <a:r>
              <a:rPr lang="en" sz="1100"/>
              <a:t> Quite large, reflecting substantial forecast variability and reduced reliability in capturing complex temporal patterns [4], [17].</a:t>
            </a:r>
            <a:endParaRPr sz="1100">
              <a:latin typeface="Hanken Grotesk"/>
              <a:ea typeface="Hanken Grotesk"/>
              <a:cs typeface="Hanken Grotesk"/>
              <a:sym typeface="Hanken Grotesk"/>
            </a:endParaRPr>
          </a:p>
          <a:p>
            <a:pPr marL="457200" lvl="0" indent="-304800" algn="just" rtl="0">
              <a:lnSpc>
                <a:spcPct val="100000"/>
              </a:lnSpc>
              <a:spcBef>
                <a:spcPts val="0"/>
              </a:spcBef>
              <a:spcAft>
                <a:spcPts val="0"/>
              </a:spcAft>
              <a:buSzPts val="1200"/>
              <a:buFont typeface="Hanken Grotesk"/>
              <a:buChar char="➔"/>
            </a:pPr>
            <a:r>
              <a:rPr lang="en" sz="1200" b="1" u="sng">
                <a:latin typeface="Hanken Grotesk"/>
                <a:ea typeface="Hanken Grotesk"/>
                <a:cs typeface="Hanken Grotesk"/>
                <a:sym typeface="Hanken Grotesk"/>
              </a:rPr>
              <a:t>Prophet Model:</a:t>
            </a:r>
            <a:endParaRPr sz="1200" u="sng">
              <a:latin typeface="Hanken Grotesk"/>
              <a:ea typeface="Hanken Grotesk"/>
              <a:cs typeface="Hanken Grotesk"/>
              <a:sym typeface="Hanken Grotesk"/>
            </a:endParaRPr>
          </a:p>
          <a:p>
            <a:pPr marL="457200" lvl="0" indent="-298450" algn="just" rtl="0">
              <a:spcBef>
                <a:spcPts val="0"/>
              </a:spcBef>
              <a:spcAft>
                <a:spcPts val="0"/>
              </a:spcAft>
              <a:buSzPts val="1100"/>
              <a:buFont typeface="Hanken Grotesk"/>
              <a:buChar char="●"/>
            </a:pPr>
            <a:r>
              <a:rPr lang="en" sz="1100" b="1"/>
              <a:t>Predictions:</a:t>
            </a:r>
            <a:r>
              <a:rPr lang="en" sz="1100"/>
              <a:t> Exhibited smoother seasonal patterns, consistent with the model’s trend and seasonality framework [12], [18].</a:t>
            </a:r>
            <a:endParaRPr sz="1100"/>
          </a:p>
          <a:p>
            <a:pPr marL="457200" lvl="0" indent="-298450" algn="just" rtl="0">
              <a:spcBef>
                <a:spcPts val="0"/>
              </a:spcBef>
              <a:spcAft>
                <a:spcPts val="0"/>
              </a:spcAft>
              <a:buSzPts val="1100"/>
              <a:buFont typeface="Hanken Grotesk"/>
              <a:buChar char="●"/>
            </a:pPr>
            <a:r>
              <a:rPr lang="en" sz="1100" b="1"/>
              <a:t>Confidence Intervals:</a:t>
            </a:r>
            <a:r>
              <a:rPr lang="en" sz="1100"/>
              <a:t> Lower than SARIMA’s, but with noticeable deviations from actual test data, indicating moderate predictive accuracy [12], [18].</a:t>
            </a:r>
            <a:endParaRPr sz="1100" b="1">
              <a:latin typeface="Hanken Grotesk"/>
              <a:ea typeface="Hanken Grotesk"/>
              <a:cs typeface="Hanken Grotesk"/>
              <a:sym typeface="Hanken Grotesk"/>
            </a:endParaRPr>
          </a:p>
          <a:p>
            <a:pPr marL="12700" lvl="0" indent="0" algn="just" rtl="0">
              <a:lnSpc>
                <a:spcPct val="100000"/>
              </a:lnSpc>
              <a:spcBef>
                <a:spcPts val="600"/>
              </a:spcBef>
              <a:spcAft>
                <a:spcPts val="0"/>
              </a:spcAft>
              <a:buNone/>
            </a:pPr>
            <a:r>
              <a:rPr lang="en" sz="1100">
                <a:solidFill>
                  <a:srgbClr val="1B1C1D"/>
                </a:solidFill>
                <a:latin typeface="Hanken Grotesk"/>
                <a:ea typeface="Hanken Grotesk"/>
                <a:cs typeface="Hanken Grotesk"/>
                <a:sym typeface="Hanken Grotesk"/>
              </a:rPr>
              <a:t> </a:t>
            </a:r>
            <a:endParaRPr sz="1100">
              <a:latin typeface="Hanken Grotesk"/>
              <a:ea typeface="Hanken Grotesk"/>
              <a:cs typeface="Hanken Grotesk"/>
              <a:sym typeface="Hanken Grotes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47"/>
          <p:cNvSpPr txBox="1">
            <a:spLocks noGrp="1"/>
          </p:cNvSpPr>
          <p:nvPr>
            <p:ph type="title"/>
          </p:nvPr>
        </p:nvSpPr>
        <p:spPr>
          <a:xfrm>
            <a:off x="535125" y="353350"/>
            <a:ext cx="3198300" cy="110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Discussion</a:t>
            </a:r>
            <a:endParaRPr/>
          </a:p>
        </p:txBody>
      </p:sp>
      <p:sp>
        <p:nvSpPr>
          <p:cNvPr id="493" name="Google Shape;493;p47"/>
          <p:cNvSpPr txBox="1">
            <a:spLocks noGrp="1"/>
          </p:cNvSpPr>
          <p:nvPr>
            <p:ph type="subTitle" idx="1"/>
          </p:nvPr>
        </p:nvSpPr>
        <p:spPr>
          <a:xfrm>
            <a:off x="329175" y="778925"/>
            <a:ext cx="3610200" cy="3263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solidFill>
                  <a:srgbClr val="1B1C1D"/>
                </a:solidFill>
              </a:rPr>
              <a:t>Based on a comparison of the predicted values and Confidence Intervals (CI) across the four models:</a:t>
            </a:r>
            <a:endParaRPr sz="1100">
              <a:solidFill>
                <a:srgbClr val="1B1C1D"/>
              </a:solidFill>
            </a:endParaRPr>
          </a:p>
          <a:p>
            <a:pPr marL="0" lvl="0" indent="0" algn="l" rtl="0">
              <a:lnSpc>
                <a:spcPct val="115000"/>
              </a:lnSpc>
              <a:spcBef>
                <a:spcPts val="0"/>
              </a:spcBef>
              <a:spcAft>
                <a:spcPts val="0"/>
              </a:spcAft>
              <a:buNone/>
            </a:pPr>
            <a:endParaRPr sz="1100">
              <a:solidFill>
                <a:srgbClr val="1B1C1D"/>
              </a:solidFill>
            </a:endParaRPr>
          </a:p>
          <a:p>
            <a:pPr marL="12700" lvl="0" indent="0" algn="l" rtl="0">
              <a:spcBef>
                <a:spcPts val="0"/>
              </a:spcBef>
              <a:spcAft>
                <a:spcPts val="0"/>
              </a:spcAft>
              <a:buNone/>
            </a:pPr>
            <a:r>
              <a:rPr lang="en" sz="1100" b="1">
                <a:solidFill>
                  <a:srgbClr val="000000"/>
                </a:solidFill>
                <a:latin typeface="Arial"/>
                <a:ea typeface="Arial"/>
                <a:cs typeface="Arial"/>
                <a:sym typeface="Arial"/>
              </a:rPr>
              <a:t>LSTM Model:</a:t>
            </a:r>
            <a:r>
              <a:rPr lang="en" sz="1100">
                <a:solidFill>
                  <a:srgbClr val="000000"/>
                </a:solidFill>
                <a:latin typeface="Arial"/>
                <a:ea typeface="Arial"/>
                <a:cs typeface="Arial"/>
                <a:sym typeface="Arial"/>
              </a:rPr>
              <a:t> Demonstrated superior performance by achieving a virtually zero-width confidence interval, indicating highly precise and reliable predictions that closely matched the single predicted WQI value, consistent with the robustness of deep learning–based forecasting models [3], [7], [17], [19].</a:t>
            </a:r>
            <a:endParaRPr sz="1100">
              <a:solidFill>
                <a:srgbClr val="000000"/>
              </a:solidFill>
              <a:latin typeface="Arial"/>
              <a:ea typeface="Arial"/>
              <a:cs typeface="Arial"/>
              <a:sym typeface="Arial"/>
            </a:endParaRPr>
          </a:p>
          <a:p>
            <a:pPr marL="12700" lvl="0" indent="0" algn="l" rtl="0">
              <a:spcBef>
                <a:spcPts val="0"/>
              </a:spcBef>
              <a:spcAft>
                <a:spcPts val="0"/>
              </a:spcAft>
              <a:buNone/>
            </a:pPr>
            <a:r>
              <a:rPr lang="en" sz="1100" b="1">
                <a:solidFill>
                  <a:srgbClr val="000000"/>
                </a:solidFill>
                <a:latin typeface="Arial"/>
                <a:ea typeface="Arial"/>
                <a:cs typeface="Arial"/>
                <a:sym typeface="Arial"/>
              </a:rPr>
              <a:t>SARIMA and ARIMA Models:</a:t>
            </a:r>
            <a:r>
              <a:rPr lang="en" sz="1100">
                <a:solidFill>
                  <a:srgbClr val="000000"/>
                </a:solidFill>
                <a:latin typeface="Arial"/>
                <a:ea typeface="Arial"/>
                <a:cs typeface="Arial"/>
                <a:sym typeface="Arial"/>
              </a:rPr>
              <a:t> Exhibited the widest confidence intervals (up to approximately 107 units for SARIMA), reflecting high uncertainty and instability in forecasts, which is a known limitation of traditional statistical time-series models in complex water quality prediction tasks [4], [18].</a:t>
            </a:r>
            <a:endParaRPr sz="1100">
              <a:solidFill>
                <a:srgbClr val="000000"/>
              </a:solidFill>
              <a:latin typeface="Arial"/>
              <a:ea typeface="Arial"/>
              <a:cs typeface="Arial"/>
              <a:sym typeface="Arial"/>
            </a:endParaRPr>
          </a:p>
          <a:p>
            <a:pPr marL="12700" lvl="0" indent="0" algn="l" rtl="0">
              <a:spcBef>
                <a:spcPts val="0"/>
              </a:spcBef>
              <a:spcAft>
                <a:spcPts val="0"/>
              </a:spcAft>
              <a:buNone/>
            </a:pPr>
            <a:r>
              <a:rPr lang="en" sz="1100" b="1">
                <a:solidFill>
                  <a:srgbClr val="000000"/>
                </a:solidFill>
                <a:latin typeface="Arial"/>
                <a:ea typeface="Arial"/>
                <a:cs typeface="Arial"/>
                <a:sym typeface="Arial"/>
              </a:rPr>
              <a:t>Prophet Model:</a:t>
            </a:r>
            <a:r>
              <a:rPr lang="en" sz="1100">
                <a:solidFill>
                  <a:srgbClr val="000000"/>
                </a:solidFill>
                <a:latin typeface="Arial"/>
                <a:ea typeface="Arial"/>
                <a:cs typeface="Arial"/>
                <a:sym typeface="Arial"/>
              </a:rPr>
              <a:t> Showed intermediate performance with a confidence interval range of approximately 22 units, performing significantly better than ARIMA and SARIMA but lacking the predictive certainty and precision achieved by the LSTM model [12], [18].</a:t>
            </a:r>
            <a:endParaRPr sz="1100">
              <a:solidFill>
                <a:srgbClr val="000000"/>
              </a:solidFill>
              <a:latin typeface="Arial"/>
              <a:ea typeface="Arial"/>
              <a:cs typeface="Arial"/>
              <a:sym typeface="Arial"/>
            </a:endParaRPr>
          </a:p>
          <a:p>
            <a:pPr marL="12700" lvl="0" indent="0" algn="l" rtl="0">
              <a:lnSpc>
                <a:spcPct val="115000"/>
              </a:lnSpc>
              <a:spcBef>
                <a:spcPts val="0"/>
              </a:spcBef>
              <a:spcAft>
                <a:spcPts val="0"/>
              </a:spcAft>
              <a:buNone/>
            </a:pPr>
            <a:endParaRPr sz="1100">
              <a:solidFill>
                <a:srgbClr val="1B1C1D"/>
              </a:solidFill>
            </a:endParaRPr>
          </a:p>
          <a:p>
            <a:pPr marL="0" lvl="0" indent="0" algn="l" rtl="0">
              <a:spcBef>
                <a:spcPts val="0"/>
              </a:spcBef>
              <a:spcAft>
                <a:spcPts val="0"/>
              </a:spcAft>
              <a:buNone/>
            </a:pPr>
            <a:endParaRPr sz="1100"/>
          </a:p>
        </p:txBody>
      </p:sp>
      <p:pic>
        <p:nvPicPr>
          <p:cNvPr id="494" name="Google Shape;494;p47"/>
          <p:cNvPicPr preferRelativeResize="0"/>
          <p:nvPr/>
        </p:nvPicPr>
        <p:blipFill rotWithShape="1">
          <a:blip r:embed="rId3">
            <a:alphaModFix/>
          </a:blip>
          <a:srcRect l="1097"/>
          <a:stretch/>
        </p:blipFill>
        <p:spPr>
          <a:xfrm>
            <a:off x="3918300" y="251450"/>
            <a:ext cx="5063925" cy="4658851"/>
          </a:xfrm>
          <a:prstGeom prst="rect">
            <a:avLst/>
          </a:prstGeom>
          <a:noFill/>
          <a:ln w="9525" cap="flat" cmpd="sng">
            <a:solidFill>
              <a:srgbClr val="0E2841"/>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cxnSp>
        <p:nvCxnSpPr>
          <p:cNvPr id="499" name="Google Shape;499;p48"/>
          <p:cNvCxnSpPr>
            <a:stCxn id="500" idx="1"/>
          </p:cNvCxnSpPr>
          <p:nvPr/>
        </p:nvCxnSpPr>
        <p:spPr>
          <a:xfrm rot="10800000">
            <a:off x="-167825" y="3160425"/>
            <a:ext cx="6304800" cy="0"/>
          </a:xfrm>
          <a:prstGeom prst="straightConnector1">
            <a:avLst/>
          </a:prstGeom>
          <a:noFill/>
          <a:ln w="19050" cap="flat" cmpd="sng">
            <a:solidFill>
              <a:schemeClr val="dk1"/>
            </a:solidFill>
            <a:prstDash val="solid"/>
            <a:round/>
            <a:headEnd type="none" w="med" len="med"/>
            <a:tailEnd type="none" w="med" len="med"/>
          </a:ln>
        </p:spPr>
      </p:cxnSp>
      <p:cxnSp>
        <p:nvCxnSpPr>
          <p:cNvPr id="501" name="Google Shape;501;p48"/>
          <p:cNvCxnSpPr>
            <a:stCxn id="502" idx="3"/>
          </p:cNvCxnSpPr>
          <p:nvPr/>
        </p:nvCxnSpPr>
        <p:spPr>
          <a:xfrm>
            <a:off x="1285275" y="1502500"/>
            <a:ext cx="8009700" cy="0"/>
          </a:xfrm>
          <a:prstGeom prst="straightConnector1">
            <a:avLst/>
          </a:prstGeom>
          <a:noFill/>
          <a:ln w="19050" cap="flat" cmpd="sng">
            <a:solidFill>
              <a:schemeClr val="dk1"/>
            </a:solidFill>
            <a:prstDash val="solid"/>
            <a:round/>
            <a:headEnd type="none" w="med" len="med"/>
            <a:tailEnd type="none" w="med" len="med"/>
          </a:ln>
        </p:spPr>
      </p:cxnSp>
      <p:sp>
        <p:nvSpPr>
          <p:cNvPr id="503" name="Google Shape;503;p48"/>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Project Timeline</a:t>
            </a:r>
            <a:endParaRPr/>
          </a:p>
        </p:txBody>
      </p:sp>
      <p:sp>
        <p:nvSpPr>
          <p:cNvPr id="504" name="Google Shape;504;p48"/>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Purchased IoT sensors and conducted initial tests on sample data.</a:t>
            </a:r>
            <a:endParaRPr/>
          </a:p>
          <a:p>
            <a:pPr marL="0" lvl="0" indent="0" algn="l" rtl="0">
              <a:spcBef>
                <a:spcPts val="0"/>
              </a:spcBef>
              <a:spcAft>
                <a:spcPts val="0"/>
              </a:spcAft>
              <a:buNone/>
            </a:pPr>
            <a:endParaRPr/>
          </a:p>
        </p:txBody>
      </p:sp>
      <p:sp>
        <p:nvSpPr>
          <p:cNvPr id="505" name="Google Shape;505;p48"/>
          <p:cNvSpPr txBox="1">
            <a:spLocks noGrp="1"/>
          </p:cNvSpPr>
          <p:nvPr>
            <p:ph type="subTitle" idx="2"/>
          </p:nvPr>
        </p:nvSpPr>
        <p:spPr>
          <a:xfrm>
            <a:off x="788675" y="3772550"/>
            <a:ext cx="5259600" cy="962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Presented a research paper at a conference.</a:t>
            </a:r>
            <a:endParaRPr/>
          </a:p>
          <a:p>
            <a:pPr marL="457200" lvl="0" indent="-317500" algn="l" rtl="0">
              <a:spcBef>
                <a:spcPts val="0"/>
              </a:spcBef>
              <a:spcAft>
                <a:spcPts val="0"/>
              </a:spcAft>
              <a:buSzPts val="1400"/>
              <a:buChar char="➔"/>
            </a:pPr>
            <a:r>
              <a:rPr lang="en"/>
              <a:t>Reached the Semi finals in the Shark Tank competition.</a:t>
            </a:r>
            <a:endParaRPr/>
          </a:p>
          <a:p>
            <a:pPr marL="457200" lvl="0" indent="-317500" algn="l" rtl="0">
              <a:spcBef>
                <a:spcPts val="0"/>
              </a:spcBef>
              <a:spcAft>
                <a:spcPts val="0"/>
              </a:spcAft>
              <a:buSzPts val="1400"/>
              <a:buChar char="➔"/>
            </a:pPr>
            <a:r>
              <a:rPr lang="en"/>
              <a:t>Planned backend integration and application development.</a:t>
            </a:r>
            <a:endParaRPr/>
          </a:p>
          <a:p>
            <a:pPr marL="0" lvl="0" indent="0" algn="l" rtl="0">
              <a:spcBef>
                <a:spcPts val="0"/>
              </a:spcBef>
              <a:spcAft>
                <a:spcPts val="0"/>
              </a:spcAft>
              <a:buNone/>
            </a:pPr>
            <a:br>
              <a:rPr lang="en"/>
            </a:br>
            <a:endParaRPr/>
          </a:p>
        </p:txBody>
      </p:sp>
      <p:sp>
        <p:nvSpPr>
          <p:cNvPr id="502" name="Google Shape;502;p48"/>
          <p:cNvSpPr txBox="1">
            <a:spLocks noGrp="1"/>
          </p:cNvSpPr>
          <p:nvPr>
            <p:ph type="title" idx="5"/>
          </p:nvPr>
        </p:nvSpPr>
        <p:spPr>
          <a:xfrm>
            <a:off x="919575" y="1319650"/>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III</a:t>
            </a:r>
            <a:endParaRPr/>
          </a:p>
        </p:txBody>
      </p:sp>
      <p:sp>
        <p:nvSpPr>
          <p:cNvPr id="506" name="Google Shape;506;p48"/>
          <p:cNvSpPr txBox="1">
            <a:spLocks noGrp="1"/>
          </p:cNvSpPr>
          <p:nvPr>
            <p:ph type="title" idx="7"/>
          </p:nvPr>
        </p:nvSpPr>
        <p:spPr>
          <a:xfrm>
            <a:off x="919575"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a:t>
            </a:r>
            <a:endParaRPr/>
          </a:p>
        </p:txBody>
      </p:sp>
      <p:sp>
        <p:nvSpPr>
          <p:cNvPr id="507" name="Google Shape;507;p48"/>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Planned Integration of sensors with the application.</a:t>
            </a:r>
            <a:endParaRPr/>
          </a:p>
        </p:txBody>
      </p:sp>
      <p:sp>
        <p:nvSpPr>
          <p:cNvPr id="508" name="Google Shape;508;p48"/>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Build an ML model and evaluated it using online datasets.</a:t>
            </a:r>
            <a:endParaRPr/>
          </a:p>
        </p:txBody>
      </p:sp>
      <p:sp>
        <p:nvSpPr>
          <p:cNvPr id="500" name="Google Shape;500;p48"/>
          <p:cNvSpPr txBox="1">
            <a:spLocks noGrp="1"/>
          </p:cNvSpPr>
          <p:nvPr>
            <p:ph type="title" idx="14"/>
          </p:nvPr>
        </p:nvSpPr>
        <p:spPr>
          <a:xfrm>
            <a:off x="6136975"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VI</a:t>
            </a:r>
            <a:endParaRPr/>
          </a:p>
        </p:txBody>
      </p:sp>
      <p:sp>
        <p:nvSpPr>
          <p:cNvPr id="509" name="Google Shape;509;p48"/>
          <p:cNvSpPr txBox="1">
            <a:spLocks noGrp="1"/>
          </p:cNvSpPr>
          <p:nvPr>
            <p:ph type="title" idx="15"/>
          </p:nvPr>
        </p:nvSpPr>
        <p:spPr>
          <a:xfrm>
            <a:off x="6136975" y="1319650"/>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IV</a:t>
            </a:r>
            <a:endParaRPr/>
          </a:p>
        </p:txBody>
      </p:sp>
      <p:sp>
        <p:nvSpPr>
          <p:cNvPr id="510" name="Google Shape;510;p48"/>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Brainstorming </a:t>
            </a:r>
            <a:endParaRPr/>
          </a:p>
        </p:txBody>
      </p:sp>
      <p:sp>
        <p:nvSpPr>
          <p:cNvPr id="511" name="Google Shape;511;p48"/>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Showcased</a:t>
            </a:r>
            <a:endParaRPr/>
          </a:p>
        </p:txBody>
      </p:sp>
      <p:sp>
        <p:nvSpPr>
          <p:cNvPr id="512" name="Google Shape;512;p48"/>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Upcoming</a:t>
            </a:r>
            <a:endParaRPr/>
          </a:p>
        </p:txBody>
      </p:sp>
      <p:sp>
        <p:nvSpPr>
          <p:cNvPr id="513" name="Google Shape;513;p48"/>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Implementation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49"/>
          <p:cNvSpPr txBox="1">
            <a:spLocks noGrp="1"/>
          </p:cNvSpPr>
          <p:nvPr>
            <p:ph type="title"/>
          </p:nvPr>
        </p:nvSpPr>
        <p:spPr>
          <a:xfrm>
            <a:off x="720000" y="298350"/>
            <a:ext cx="7704000" cy="63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 &amp; Future Work</a:t>
            </a:r>
            <a:endParaRPr/>
          </a:p>
        </p:txBody>
      </p:sp>
      <p:sp>
        <p:nvSpPr>
          <p:cNvPr id="519" name="Google Shape;519;p49"/>
          <p:cNvSpPr txBox="1">
            <a:spLocks noGrp="1"/>
          </p:cNvSpPr>
          <p:nvPr>
            <p:ph type="body" idx="1"/>
          </p:nvPr>
        </p:nvSpPr>
        <p:spPr>
          <a:xfrm>
            <a:off x="321150" y="868975"/>
            <a:ext cx="8403000" cy="3579900"/>
          </a:xfrm>
          <a:prstGeom prst="rect">
            <a:avLst/>
          </a:prstGeom>
        </p:spPr>
        <p:txBody>
          <a:bodyPr spcFirstLastPara="1" wrap="square" lIns="91425" tIns="91425" rIns="91425" bIns="91425" anchor="t" anchorCtr="0">
            <a:noAutofit/>
          </a:bodyPr>
          <a:lstStyle/>
          <a:p>
            <a:pPr marL="457200" lvl="0" indent="-292100" algn="l" rtl="0">
              <a:spcBef>
                <a:spcPts val="1200"/>
              </a:spcBef>
              <a:spcAft>
                <a:spcPts val="0"/>
              </a:spcAft>
              <a:buSzPts val="1000"/>
              <a:buChar char="●"/>
            </a:pPr>
            <a:r>
              <a:rPr lang="en" sz="1000" b="1">
                <a:solidFill>
                  <a:srgbClr val="000000"/>
                </a:solidFill>
                <a:latin typeface="Arial"/>
                <a:ea typeface="Arial"/>
                <a:cs typeface="Arial"/>
                <a:sym typeface="Arial"/>
              </a:rPr>
              <a:t>Integrated Performance:</a:t>
            </a:r>
            <a:br>
              <a:rPr lang="en" sz="1000" b="1">
                <a:solidFill>
                  <a:srgbClr val="000000"/>
                </a:solidFill>
                <a:latin typeface="Arial"/>
                <a:ea typeface="Arial"/>
                <a:cs typeface="Arial"/>
                <a:sym typeface="Arial"/>
              </a:rPr>
            </a:br>
            <a:r>
              <a:rPr lang="en" sz="1000">
                <a:solidFill>
                  <a:srgbClr val="000000"/>
                </a:solidFill>
                <a:latin typeface="Arial"/>
                <a:ea typeface="Arial"/>
                <a:cs typeface="Arial"/>
                <a:sym typeface="Arial"/>
              </a:rPr>
              <a:t>The project successfully implemented a multi-parameter water-quality monitoring system, combining sensing, preprocessing, and predictive analytics. After evaluating ARIMA, SARIMA, Prophet, and LSTM on collected datasets, the LSTM model achieved the highest accuracy, with an overall error reduction of </a:t>
            </a:r>
            <a:r>
              <a:rPr lang="en" sz="1000" b="1">
                <a:solidFill>
                  <a:srgbClr val="000000"/>
                </a:solidFill>
                <a:latin typeface="Arial"/>
                <a:ea typeface="Arial"/>
                <a:cs typeface="Arial"/>
                <a:sym typeface="Arial"/>
              </a:rPr>
              <a:t>18–25%</a:t>
            </a:r>
            <a:r>
              <a:rPr lang="en" sz="1000">
                <a:solidFill>
                  <a:srgbClr val="000000"/>
                </a:solidFill>
                <a:latin typeface="Arial"/>
                <a:ea typeface="Arial"/>
                <a:cs typeface="Arial"/>
                <a:sym typeface="Arial"/>
              </a:rPr>
              <a:t> compared to the classical statistical models. This validated the end-to-end system’s reliability for real-time environmental assessment.</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marL="457200" lvl="0" indent="-292100" algn="l" rtl="0">
              <a:spcBef>
                <a:spcPts val="0"/>
              </a:spcBef>
              <a:spcAft>
                <a:spcPts val="0"/>
              </a:spcAft>
              <a:buSzPts val="1000"/>
              <a:buChar char="●"/>
            </a:pPr>
            <a:r>
              <a:rPr lang="en" sz="1000" b="1">
                <a:solidFill>
                  <a:srgbClr val="000000"/>
                </a:solidFill>
                <a:latin typeface="Arial"/>
                <a:ea typeface="Arial"/>
                <a:cs typeface="Arial"/>
                <a:sym typeface="Arial"/>
              </a:rPr>
              <a:t>System Architecture Strength:</a:t>
            </a:r>
            <a:br>
              <a:rPr lang="en" sz="1000" b="1">
                <a:solidFill>
                  <a:srgbClr val="000000"/>
                </a:solidFill>
                <a:latin typeface="Arial"/>
                <a:ea typeface="Arial"/>
                <a:cs typeface="Arial"/>
                <a:sym typeface="Arial"/>
              </a:rPr>
            </a:br>
            <a:r>
              <a:rPr lang="en" sz="1000">
                <a:solidFill>
                  <a:srgbClr val="000000"/>
                </a:solidFill>
                <a:latin typeface="Arial"/>
                <a:ea typeface="Arial"/>
                <a:cs typeface="Arial"/>
                <a:sym typeface="Arial"/>
              </a:rPr>
              <a:t>A complete workflow—from sensor calibration and anomaly filtering to time-series forecasting—was built and tested. While ARIMA and SARIMA performed well for linear seasonal trends (with RMSE values around </a:t>
            </a:r>
            <a:r>
              <a:rPr lang="en" sz="1000" b="1">
                <a:solidFill>
                  <a:srgbClr val="000000"/>
                </a:solidFill>
                <a:latin typeface="Arial"/>
                <a:ea typeface="Arial"/>
                <a:cs typeface="Arial"/>
                <a:sym typeface="Arial"/>
              </a:rPr>
              <a:t>1.8–2.3</a:t>
            </a:r>
            <a:r>
              <a:rPr lang="en" sz="1000">
                <a:solidFill>
                  <a:srgbClr val="000000"/>
                </a:solidFill>
                <a:latin typeface="Arial"/>
                <a:ea typeface="Arial"/>
                <a:cs typeface="Arial"/>
                <a:sym typeface="Arial"/>
              </a:rPr>
              <a:t>), they struggled with the non-linear variations in parameters such as turbidity and dissolved oxygen. LSTM, however, captured long-term dependencies effectively, achieving RMSE values as low as </a:t>
            </a:r>
            <a:r>
              <a:rPr lang="en" sz="1000" b="1">
                <a:solidFill>
                  <a:srgbClr val="000000"/>
                </a:solidFill>
                <a:latin typeface="Arial"/>
                <a:ea typeface="Arial"/>
                <a:cs typeface="Arial"/>
                <a:sym typeface="Arial"/>
              </a:rPr>
              <a:t>1.1–1.3</a:t>
            </a:r>
            <a:r>
              <a:rPr lang="en" sz="1000">
                <a:solidFill>
                  <a:srgbClr val="000000"/>
                </a:solidFill>
                <a:latin typeface="Arial"/>
                <a:ea typeface="Arial"/>
                <a:cs typeface="Arial"/>
                <a:sym typeface="Arial"/>
              </a:rPr>
              <a:t>, demonstrating superior adaptability to real-world fluctuations.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marL="457200" lvl="0" indent="-292100" algn="l" rtl="0">
              <a:spcBef>
                <a:spcPts val="0"/>
              </a:spcBef>
              <a:spcAft>
                <a:spcPts val="0"/>
              </a:spcAft>
              <a:buSzPts val="1000"/>
              <a:buChar char="●"/>
            </a:pPr>
            <a:r>
              <a:rPr lang="en" sz="1000" b="1">
                <a:solidFill>
                  <a:srgbClr val="000000"/>
                </a:solidFill>
                <a:latin typeface="Arial"/>
                <a:ea typeface="Arial"/>
                <a:cs typeface="Arial"/>
                <a:sym typeface="Arial"/>
              </a:rPr>
              <a:t>Scalability Advantage:</a:t>
            </a:r>
            <a:br>
              <a:rPr lang="en" sz="1000" b="1">
                <a:solidFill>
                  <a:srgbClr val="000000"/>
                </a:solidFill>
                <a:latin typeface="Arial"/>
                <a:ea typeface="Arial"/>
                <a:cs typeface="Arial"/>
                <a:sym typeface="Arial"/>
              </a:rPr>
            </a:br>
            <a:r>
              <a:rPr lang="en" sz="1000">
                <a:solidFill>
                  <a:srgbClr val="000000"/>
                </a:solidFill>
                <a:latin typeface="Arial"/>
                <a:ea typeface="Arial"/>
                <a:cs typeface="Arial"/>
                <a:sym typeface="Arial"/>
              </a:rPr>
              <a:t>The modular pipeline supports new sensor inputs, preprocessing rules, or ML models with minimal modification. The forecasting layer was designed to seamlessly integrate additional deep-learning architectures if future datasets grow in size or complexity, preserving flexibility for broader environmental or industrial deployments.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marL="457200" lvl="0" indent="-292100" algn="l" rtl="0">
              <a:spcBef>
                <a:spcPts val="0"/>
              </a:spcBef>
              <a:spcAft>
                <a:spcPts val="0"/>
              </a:spcAft>
              <a:buSzPts val="1000"/>
              <a:buChar char="●"/>
            </a:pPr>
            <a:r>
              <a:rPr lang="en" sz="1000" b="1">
                <a:solidFill>
                  <a:srgbClr val="000000"/>
                </a:solidFill>
                <a:latin typeface="Arial"/>
                <a:ea typeface="Arial"/>
                <a:cs typeface="Arial"/>
                <a:sym typeface="Arial"/>
              </a:rPr>
              <a:t>Future Direction:</a:t>
            </a:r>
            <a:br>
              <a:rPr lang="en" sz="1000" b="1">
                <a:solidFill>
                  <a:srgbClr val="000000"/>
                </a:solidFill>
                <a:latin typeface="Arial"/>
                <a:ea typeface="Arial"/>
                <a:cs typeface="Arial"/>
                <a:sym typeface="Arial"/>
              </a:rPr>
            </a:br>
            <a:r>
              <a:rPr lang="en" sz="1000">
                <a:solidFill>
                  <a:srgbClr val="000000"/>
                </a:solidFill>
                <a:latin typeface="Arial"/>
                <a:ea typeface="Arial"/>
                <a:cs typeface="Arial"/>
                <a:sym typeface="Arial"/>
              </a:rPr>
              <a:t>Upcoming enhancements will focus on optimizing LSTM’s inference speed, establishing full IoT connectivity with secure cloud deployment, expanding real-time dashboards, and implementing automated retraining loops. These improvements will move the system toward a scalable, field-ready solution capable of continuous monitoring, intelligent predictions, and long-term operational resilience</a:t>
            </a:r>
            <a:endParaRPr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50"/>
          <p:cNvSpPr txBox="1">
            <a:spLocks noGrp="1"/>
          </p:cNvSpPr>
          <p:nvPr>
            <p:ph type="title"/>
          </p:nvPr>
        </p:nvSpPr>
        <p:spPr>
          <a:xfrm>
            <a:off x="1714650" y="635675"/>
            <a:ext cx="5855100" cy="63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400"/>
              <a:t>Our Publication</a:t>
            </a:r>
            <a:endParaRPr sz="3400"/>
          </a:p>
        </p:txBody>
      </p:sp>
      <p:sp>
        <p:nvSpPr>
          <p:cNvPr id="525" name="Google Shape;525;p50"/>
          <p:cNvSpPr txBox="1"/>
          <p:nvPr/>
        </p:nvSpPr>
        <p:spPr>
          <a:xfrm>
            <a:off x="887700" y="1150750"/>
            <a:ext cx="7368600" cy="678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I.Sheth, J.Gala, P.Mehta, K.Shah, K.Ghag, and M. Narvekar,“ QUALITY ANALYSIS OF BOREWELL WATER” presented at the International Conference on Advancing Technology in Engineering and Science (ICATES-2025), Mumbai, India, Oct. 2025.</a:t>
            </a:r>
            <a:endParaRPr sz="1200">
              <a:solidFill>
                <a:schemeClr val="dk1"/>
              </a:solidFill>
              <a:latin typeface="Hanken Grotesk"/>
              <a:ea typeface="Hanken Grotesk"/>
              <a:cs typeface="Hanken Grotesk"/>
              <a:sym typeface="Hanken Grotesk"/>
            </a:endParaRPr>
          </a:p>
          <a:p>
            <a:pPr marL="0" lvl="0" indent="0" algn="l"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p:txBody>
      </p:sp>
      <p:pic>
        <p:nvPicPr>
          <p:cNvPr id="526" name="Google Shape;526;p50"/>
          <p:cNvPicPr preferRelativeResize="0"/>
          <p:nvPr/>
        </p:nvPicPr>
        <p:blipFill>
          <a:blip r:embed="rId3">
            <a:alphaModFix/>
          </a:blip>
          <a:stretch>
            <a:fillRect/>
          </a:stretch>
        </p:blipFill>
        <p:spPr>
          <a:xfrm>
            <a:off x="4572000" y="3279950"/>
            <a:ext cx="2220029" cy="1235711"/>
          </a:xfrm>
          <a:prstGeom prst="rect">
            <a:avLst/>
          </a:prstGeom>
          <a:noFill/>
          <a:ln w="9525" cap="flat" cmpd="sng">
            <a:solidFill>
              <a:srgbClr val="000000"/>
            </a:solidFill>
            <a:prstDash val="solid"/>
            <a:round/>
            <a:headEnd type="none" w="sm" len="sm"/>
            <a:tailEnd type="none" w="sm" len="sm"/>
          </a:ln>
        </p:spPr>
      </p:pic>
      <p:pic>
        <p:nvPicPr>
          <p:cNvPr id="527" name="Google Shape;527;p50"/>
          <p:cNvPicPr preferRelativeResize="0"/>
          <p:nvPr/>
        </p:nvPicPr>
        <p:blipFill>
          <a:blip r:embed="rId4">
            <a:alphaModFix/>
          </a:blip>
          <a:stretch>
            <a:fillRect/>
          </a:stretch>
        </p:blipFill>
        <p:spPr>
          <a:xfrm>
            <a:off x="1962375" y="1937100"/>
            <a:ext cx="2350150" cy="1234500"/>
          </a:xfrm>
          <a:prstGeom prst="rect">
            <a:avLst/>
          </a:prstGeom>
          <a:noFill/>
          <a:ln w="9525" cap="flat" cmpd="sng">
            <a:solidFill>
              <a:srgbClr val="000000"/>
            </a:solidFill>
            <a:prstDash val="solid"/>
            <a:round/>
            <a:headEnd type="none" w="sm" len="sm"/>
            <a:tailEnd type="none" w="sm" len="sm"/>
          </a:ln>
        </p:spPr>
      </p:pic>
      <p:pic>
        <p:nvPicPr>
          <p:cNvPr id="528" name="Google Shape;528;p50"/>
          <p:cNvPicPr preferRelativeResize="0"/>
          <p:nvPr/>
        </p:nvPicPr>
        <p:blipFill>
          <a:blip r:embed="rId5">
            <a:alphaModFix/>
          </a:blip>
          <a:stretch>
            <a:fillRect/>
          </a:stretch>
        </p:blipFill>
        <p:spPr>
          <a:xfrm>
            <a:off x="4572000" y="1936500"/>
            <a:ext cx="2220024" cy="1235700"/>
          </a:xfrm>
          <a:prstGeom prst="rect">
            <a:avLst/>
          </a:prstGeom>
          <a:noFill/>
          <a:ln w="9525" cap="flat" cmpd="sng">
            <a:solidFill>
              <a:schemeClr val="dk1"/>
            </a:solidFill>
            <a:prstDash val="solid"/>
            <a:round/>
            <a:headEnd type="none" w="sm" len="sm"/>
            <a:tailEnd type="none" w="sm" len="sm"/>
          </a:ln>
        </p:spPr>
      </p:pic>
      <p:pic>
        <p:nvPicPr>
          <p:cNvPr id="529" name="Google Shape;529;p50"/>
          <p:cNvPicPr preferRelativeResize="0"/>
          <p:nvPr/>
        </p:nvPicPr>
        <p:blipFill>
          <a:blip r:embed="rId6">
            <a:alphaModFix/>
          </a:blip>
          <a:stretch>
            <a:fillRect/>
          </a:stretch>
        </p:blipFill>
        <p:spPr>
          <a:xfrm>
            <a:off x="1962387" y="3279950"/>
            <a:ext cx="2306051" cy="1234493"/>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1"/>
          <p:cNvSpPr txBox="1">
            <a:spLocks noGrp="1"/>
          </p:cNvSpPr>
          <p:nvPr>
            <p:ph type="title"/>
          </p:nvPr>
        </p:nvSpPr>
        <p:spPr>
          <a:xfrm>
            <a:off x="1714650" y="635675"/>
            <a:ext cx="5855100" cy="63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400"/>
              <a:t>Our Participation</a:t>
            </a:r>
            <a:endParaRPr sz="3400"/>
          </a:p>
        </p:txBody>
      </p:sp>
      <p:sp>
        <p:nvSpPr>
          <p:cNvPr id="535" name="Google Shape;535;p51"/>
          <p:cNvSpPr txBox="1"/>
          <p:nvPr/>
        </p:nvSpPr>
        <p:spPr>
          <a:xfrm>
            <a:off x="887700" y="1150750"/>
            <a:ext cx="7368600" cy="678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solidFill>
                  <a:schemeClr val="dk1"/>
                </a:solidFill>
                <a:latin typeface="Hanken Grotesk"/>
                <a:ea typeface="Hanken Grotesk"/>
                <a:cs typeface="Hanken Grotesk"/>
                <a:sym typeface="Hanken Grotesk"/>
              </a:rPr>
              <a:t>We came in the Top 8 teams at the Shark Tank 2025 competition at Fr. Conceicao Rodrigues College of Engineering.</a:t>
            </a:r>
            <a:endParaRPr sz="1300">
              <a:solidFill>
                <a:schemeClr val="dk1"/>
              </a:solidFill>
              <a:latin typeface="Hanken Grotesk"/>
              <a:ea typeface="Hanken Grotesk"/>
              <a:cs typeface="Hanken Grotesk"/>
              <a:sym typeface="Hanken Grotesk"/>
            </a:endParaRPr>
          </a:p>
        </p:txBody>
      </p:sp>
      <p:pic>
        <p:nvPicPr>
          <p:cNvPr id="536" name="Google Shape;536;p51"/>
          <p:cNvPicPr preferRelativeResize="0"/>
          <p:nvPr/>
        </p:nvPicPr>
        <p:blipFill>
          <a:blip r:embed="rId3">
            <a:alphaModFix/>
          </a:blip>
          <a:stretch>
            <a:fillRect/>
          </a:stretch>
        </p:blipFill>
        <p:spPr>
          <a:xfrm rot="-5400000">
            <a:off x="2630287" y="1437524"/>
            <a:ext cx="1209502" cy="2233651"/>
          </a:xfrm>
          <a:prstGeom prst="rect">
            <a:avLst/>
          </a:prstGeom>
          <a:noFill/>
          <a:ln w="9525" cap="flat" cmpd="sng">
            <a:solidFill>
              <a:srgbClr val="000000"/>
            </a:solidFill>
            <a:prstDash val="solid"/>
            <a:round/>
            <a:headEnd type="none" w="sm" len="sm"/>
            <a:tailEnd type="none" w="sm" len="sm"/>
          </a:ln>
        </p:spPr>
      </p:pic>
      <p:pic>
        <p:nvPicPr>
          <p:cNvPr id="537" name="Google Shape;537;p51"/>
          <p:cNvPicPr preferRelativeResize="0"/>
          <p:nvPr/>
        </p:nvPicPr>
        <p:blipFill>
          <a:blip r:embed="rId4">
            <a:alphaModFix/>
          </a:blip>
          <a:stretch>
            <a:fillRect/>
          </a:stretch>
        </p:blipFill>
        <p:spPr>
          <a:xfrm rot="-5400000">
            <a:off x="5059437" y="1442963"/>
            <a:ext cx="1228550" cy="2203424"/>
          </a:xfrm>
          <a:prstGeom prst="rect">
            <a:avLst/>
          </a:prstGeom>
          <a:noFill/>
          <a:ln w="9525" cap="flat" cmpd="sng">
            <a:solidFill>
              <a:srgbClr val="000000"/>
            </a:solidFill>
            <a:prstDash val="solid"/>
            <a:round/>
            <a:headEnd type="none" w="sm" len="sm"/>
            <a:tailEnd type="none" w="sm" len="sm"/>
          </a:ln>
        </p:spPr>
      </p:pic>
      <p:pic>
        <p:nvPicPr>
          <p:cNvPr id="538" name="Google Shape;538;p51"/>
          <p:cNvPicPr preferRelativeResize="0"/>
          <p:nvPr/>
        </p:nvPicPr>
        <p:blipFill>
          <a:blip r:embed="rId5">
            <a:alphaModFix/>
          </a:blip>
          <a:stretch>
            <a:fillRect/>
          </a:stretch>
        </p:blipFill>
        <p:spPr>
          <a:xfrm>
            <a:off x="4572000" y="3279950"/>
            <a:ext cx="2203424" cy="1228551"/>
          </a:xfrm>
          <a:prstGeom prst="rect">
            <a:avLst/>
          </a:prstGeom>
          <a:noFill/>
          <a:ln>
            <a:noFill/>
          </a:ln>
        </p:spPr>
      </p:pic>
      <p:pic>
        <p:nvPicPr>
          <p:cNvPr id="539" name="Google Shape;539;p51"/>
          <p:cNvPicPr preferRelativeResize="0"/>
          <p:nvPr/>
        </p:nvPicPr>
        <p:blipFill>
          <a:blip r:embed="rId6">
            <a:alphaModFix/>
          </a:blip>
          <a:stretch>
            <a:fillRect/>
          </a:stretch>
        </p:blipFill>
        <p:spPr>
          <a:xfrm rot="-5400000">
            <a:off x="2536375" y="2780699"/>
            <a:ext cx="1390676" cy="22270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References</a:t>
            </a:r>
            <a:endParaRPr/>
          </a:p>
        </p:txBody>
      </p:sp>
      <p:sp>
        <p:nvSpPr>
          <p:cNvPr id="545" name="Google Shape;545;p52"/>
          <p:cNvSpPr txBox="1">
            <a:spLocks noGrp="1"/>
          </p:cNvSpPr>
          <p:nvPr>
            <p:ph type="body" idx="1"/>
          </p:nvPr>
        </p:nvSpPr>
        <p:spPr>
          <a:xfrm>
            <a:off x="720000" y="843750"/>
            <a:ext cx="3852000" cy="3233100"/>
          </a:xfrm>
          <a:prstGeom prst="rect">
            <a:avLst/>
          </a:prstGeom>
        </p:spPr>
        <p:txBody>
          <a:bodyPr spcFirstLastPara="1" wrap="square" lIns="91425" tIns="91425" rIns="91425" bIns="91425" anchor="t" anchorCtr="0">
            <a:noAutofit/>
          </a:bodyPr>
          <a:lstStyle/>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 Reddy, Y.S., Sunitha, V.: 'Assessment of heavy metal pollution and its health implications in groundwater for drinking purpose around inactive mines, SW region of Cuddapah Basin, South India', </a:t>
            </a:r>
            <a:r>
              <a:rPr lang="en" sz="1000" i="1">
                <a:solidFill>
                  <a:srgbClr val="000000"/>
                </a:solidFill>
                <a:latin typeface="Times New Roman"/>
                <a:ea typeface="Times New Roman"/>
                <a:cs typeface="Times New Roman"/>
                <a:sym typeface="Times New Roman"/>
              </a:rPr>
              <a:t>Total Environ. Res. Themes</a:t>
            </a:r>
            <a:r>
              <a:rPr lang="en" sz="1000">
                <a:solidFill>
                  <a:srgbClr val="000000"/>
                </a:solidFill>
                <a:latin typeface="Times New Roman"/>
                <a:ea typeface="Times New Roman"/>
                <a:cs typeface="Times New Roman"/>
                <a:sym typeface="Times New Roman"/>
              </a:rPr>
              <a:t>, 2023, </a:t>
            </a:r>
            <a:r>
              <a:rPr lang="en" sz="1000" b="1">
                <a:solidFill>
                  <a:srgbClr val="000000"/>
                </a:solidFill>
                <a:latin typeface="Times New Roman"/>
                <a:ea typeface="Times New Roman"/>
                <a:cs typeface="Times New Roman"/>
                <a:sym typeface="Times New Roman"/>
              </a:rPr>
              <a:t>8</a:t>
            </a:r>
            <a:r>
              <a:rPr lang="en" sz="1000">
                <a:solidFill>
                  <a:srgbClr val="000000"/>
                </a:solidFill>
                <a:latin typeface="Times New Roman"/>
                <a:ea typeface="Times New Roman"/>
                <a:cs typeface="Times New Roman"/>
                <a:sym typeface="Times New Roman"/>
              </a:rPr>
              <a:t>, p. 100069</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[2] Shyamala, R., Shanthi, M., Lalitha, P.: 'Physicochemical analysis of borewell water samples of Telungupalayam area in Coimbatore District, Tamilnadu, India', </a:t>
            </a:r>
            <a:r>
              <a:rPr lang="en" sz="1000" i="1">
                <a:solidFill>
                  <a:srgbClr val="000000"/>
                </a:solidFill>
                <a:latin typeface="Times New Roman"/>
                <a:ea typeface="Times New Roman"/>
                <a:cs typeface="Times New Roman"/>
                <a:sym typeface="Times New Roman"/>
              </a:rPr>
              <a:t>J. Chem.</a:t>
            </a:r>
            <a:r>
              <a:rPr lang="en" sz="1000">
                <a:solidFill>
                  <a:srgbClr val="000000"/>
                </a:solidFill>
                <a:latin typeface="Times New Roman"/>
                <a:ea typeface="Times New Roman"/>
                <a:cs typeface="Times New Roman"/>
                <a:sym typeface="Times New Roman"/>
              </a:rPr>
              <a:t>, 2008, </a:t>
            </a:r>
            <a:r>
              <a:rPr lang="en" sz="1000" b="1">
                <a:solidFill>
                  <a:srgbClr val="000000"/>
                </a:solidFill>
                <a:latin typeface="Times New Roman"/>
                <a:ea typeface="Times New Roman"/>
                <a:cs typeface="Times New Roman"/>
                <a:sym typeface="Times New Roman"/>
              </a:rPr>
              <a:t>5</a:t>
            </a:r>
            <a:r>
              <a:rPr lang="en" sz="1000">
                <a:solidFill>
                  <a:srgbClr val="000000"/>
                </a:solidFill>
                <a:latin typeface="Times New Roman"/>
                <a:ea typeface="Times New Roman"/>
                <a:cs typeface="Times New Roman"/>
                <a:sym typeface="Times New Roman"/>
              </a:rPr>
              <a:t>, (4), pp. 924–929</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[3] Nishat, M.H., Rahman, M.A., Islam, M.M., et al.: 'Comparative analysis of machine learning models for predicting water quality index in Dhaka's rivers of Bangladesh', </a:t>
            </a:r>
            <a:r>
              <a:rPr lang="en" sz="1000" i="1">
                <a:solidFill>
                  <a:srgbClr val="000000"/>
                </a:solidFill>
                <a:latin typeface="Times New Roman"/>
                <a:ea typeface="Times New Roman"/>
                <a:cs typeface="Times New Roman"/>
                <a:sym typeface="Times New Roman"/>
              </a:rPr>
              <a:t>Environ. Sci. Eur.</a:t>
            </a:r>
            <a:r>
              <a:rPr lang="en" sz="1000">
                <a:solidFill>
                  <a:srgbClr val="000000"/>
                </a:solidFill>
                <a:latin typeface="Times New Roman"/>
                <a:ea typeface="Times New Roman"/>
                <a:cs typeface="Times New Roman"/>
                <a:sym typeface="Times New Roman"/>
              </a:rPr>
              <a:t>, 2025, </a:t>
            </a:r>
            <a:r>
              <a:rPr lang="en" sz="1000" b="1">
                <a:solidFill>
                  <a:srgbClr val="000000"/>
                </a:solidFill>
                <a:latin typeface="Times New Roman"/>
                <a:ea typeface="Times New Roman"/>
                <a:cs typeface="Times New Roman"/>
                <a:sym typeface="Times New Roman"/>
              </a:rPr>
              <a:t>37</a:t>
            </a:r>
            <a:r>
              <a:rPr lang="en" sz="1000">
                <a:solidFill>
                  <a:srgbClr val="000000"/>
                </a:solidFill>
                <a:latin typeface="Times New Roman"/>
                <a:ea typeface="Times New Roman"/>
                <a:cs typeface="Times New Roman"/>
                <a:sym typeface="Times New Roman"/>
              </a:rPr>
              <a:t>, (1), p. 31</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[4] Khan, Y., See, C.S.: 'Predicting and analyzing water quality using machine learning: a comprehensive model', Proc. IEEE Long Island Syst., Appl. Technol. Conf. (LISAT), Farmingdale, NY, USA, May 2016, pp. 1–6</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1200"/>
              </a:spcAft>
              <a:buNone/>
            </a:pPr>
            <a:r>
              <a:rPr lang="en" sz="1000">
                <a:solidFill>
                  <a:srgbClr val="000000"/>
                </a:solidFill>
                <a:latin typeface="Times New Roman"/>
                <a:ea typeface="Times New Roman"/>
                <a:cs typeface="Times New Roman"/>
                <a:sym typeface="Times New Roman"/>
              </a:rPr>
              <a:t>[5] Ramesh, T.D.H., Kauser, K.F.: 'A microbiological study of bore well drinking water in and around Bengaluru metro city, India', </a:t>
            </a:r>
            <a:r>
              <a:rPr lang="en" sz="1000" i="1">
                <a:solidFill>
                  <a:srgbClr val="000000"/>
                </a:solidFill>
                <a:latin typeface="Times New Roman"/>
                <a:ea typeface="Times New Roman"/>
                <a:cs typeface="Times New Roman"/>
                <a:sym typeface="Times New Roman"/>
              </a:rPr>
              <a:t>Unpublished</a:t>
            </a:r>
            <a:r>
              <a:rPr lang="en" sz="1000">
                <a:solidFill>
                  <a:srgbClr val="000000"/>
                </a:solidFill>
                <a:latin typeface="Times New Roman"/>
                <a:ea typeface="Times New Roman"/>
                <a:cs typeface="Times New Roman"/>
                <a:sym typeface="Times New Roman"/>
              </a:rPr>
              <a:t>, 2015</a:t>
            </a:r>
            <a:endParaRPr/>
          </a:p>
        </p:txBody>
      </p:sp>
      <p:sp>
        <p:nvSpPr>
          <p:cNvPr id="546" name="Google Shape;546;p52"/>
          <p:cNvSpPr txBox="1">
            <a:spLocks noGrp="1"/>
          </p:cNvSpPr>
          <p:nvPr>
            <p:ph type="body" idx="1"/>
          </p:nvPr>
        </p:nvSpPr>
        <p:spPr>
          <a:xfrm>
            <a:off x="4572000" y="843750"/>
            <a:ext cx="3852000" cy="3233100"/>
          </a:xfrm>
          <a:prstGeom prst="rect">
            <a:avLst/>
          </a:prstGeom>
        </p:spPr>
        <p:txBody>
          <a:bodyPr spcFirstLastPara="1" wrap="square" lIns="91425" tIns="91425" rIns="91425" bIns="91425" anchor="t" anchorCtr="0">
            <a:noAutofit/>
          </a:bodyPr>
          <a:lstStyle/>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[6] Ahmad, T., Jamil, F., Kim, D., et al.: 'Impacts of seasonal variations on water quality, waterborne diseases, and related health risks', </a:t>
            </a:r>
            <a:r>
              <a:rPr lang="en" sz="1000" i="1">
                <a:solidFill>
                  <a:srgbClr val="000000"/>
                </a:solidFill>
                <a:latin typeface="Times New Roman"/>
                <a:ea typeface="Times New Roman"/>
                <a:cs typeface="Times New Roman"/>
                <a:sym typeface="Times New Roman"/>
              </a:rPr>
              <a:t>Desalin. Water Treat.</a:t>
            </a:r>
            <a:r>
              <a:rPr lang="en" sz="1000">
                <a:solidFill>
                  <a:srgbClr val="000000"/>
                </a:solidFill>
                <a:latin typeface="Times New Roman"/>
                <a:ea typeface="Times New Roman"/>
                <a:cs typeface="Times New Roman"/>
                <a:sym typeface="Times New Roman"/>
              </a:rPr>
              <a:t>, 2021, </a:t>
            </a:r>
            <a:r>
              <a:rPr lang="en" sz="1000" b="1">
                <a:solidFill>
                  <a:srgbClr val="000000"/>
                </a:solidFill>
                <a:latin typeface="Times New Roman"/>
                <a:ea typeface="Times New Roman"/>
                <a:cs typeface="Times New Roman"/>
                <a:sym typeface="Times New Roman"/>
              </a:rPr>
              <a:t>223</a:t>
            </a:r>
            <a:r>
              <a:rPr lang="en" sz="1000">
                <a:solidFill>
                  <a:srgbClr val="000000"/>
                </a:solidFill>
                <a:latin typeface="Times New Roman"/>
                <a:ea typeface="Times New Roman"/>
                <a:cs typeface="Times New Roman"/>
                <a:sym typeface="Times New Roman"/>
              </a:rPr>
              <a:t>, pp. 264–279</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[7] Bamini, A.M.A., Noor, F.M., Al-Mousa, A., et al.: 'IoT-based automatic water quality monitoring system with optimized neural network', </a:t>
            </a:r>
            <a:r>
              <a:rPr lang="en" sz="1000" i="1">
                <a:solidFill>
                  <a:srgbClr val="000000"/>
                </a:solidFill>
                <a:latin typeface="Times New Roman"/>
                <a:ea typeface="Times New Roman"/>
                <a:cs typeface="Times New Roman"/>
                <a:sym typeface="Times New Roman"/>
              </a:rPr>
              <a:t>KSII Trans. Internet Inf. Syst.</a:t>
            </a:r>
            <a:r>
              <a:rPr lang="en" sz="1000">
                <a:solidFill>
                  <a:srgbClr val="000000"/>
                </a:solidFill>
                <a:latin typeface="Times New Roman"/>
                <a:ea typeface="Times New Roman"/>
                <a:cs typeface="Times New Roman"/>
                <a:sym typeface="Times New Roman"/>
              </a:rPr>
              <a:t>, 2024, </a:t>
            </a:r>
            <a:r>
              <a:rPr lang="en" sz="1000" b="1">
                <a:solidFill>
                  <a:srgbClr val="000000"/>
                </a:solidFill>
                <a:latin typeface="Times New Roman"/>
                <a:ea typeface="Times New Roman"/>
                <a:cs typeface="Times New Roman"/>
                <a:sym typeface="Times New Roman"/>
              </a:rPr>
              <a:t>18</a:t>
            </a:r>
            <a:r>
              <a:rPr lang="en" sz="1000">
                <a:solidFill>
                  <a:srgbClr val="000000"/>
                </a:solidFill>
                <a:latin typeface="Times New Roman"/>
                <a:ea typeface="Times New Roman"/>
                <a:cs typeface="Times New Roman"/>
                <a:sym typeface="Times New Roman"/>
              </a:rPr>
              <a:t>, (1), pp. 46–63</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[8] Hassan, Z., Hossain, G.J., Islam, M.M.: 'Internet of Things (IoT) based water quality monitoring system', </a:t>
            </a:r>
            <a:r>
              <a:rPr lang="en" sz="1000" i="1">
                <a:solidFill>
                  <a:srgbClr val="000000"/>
                </a:solidFill>
                <a:latin typeface="Times New Roman"/>
                <a:ea typeface="Times New Roman"/>
                <a:cs typeface="Times New Roman"/>
                <a:sym typeface="Times New Roman"/>
              </a:rPr>
              <a:t>Educ. Res.</a:t>
            </a:r>
            <a:r>
              <a:rPr lang="en" sz="1000">
                <a:solidFill>
                  <a:srgbClr val="000000"/>
                </a:solidFill>
                <a:latin typeface="Times New Roman"/>
                <a:ea typeface="Times New Roman"/>
                <a:cs typeface="Times New Roman"/>
                <a:sym typeface="Times New Roman"/>
              </a:rPr>
              <a:t>, 2020, </a:t>
            </a:r>
            <a:r>
              <a:rPr lang="en" sz="1000" b="1">
                <a:solidFill>
                  <a:srgbClr val="000000"/>
                </a:solidFill>
                <a:latin typeface="Times New Roman"/>
                <a:ea typeface="Times New Roman"/>
                <a:cs typeface="Times New Roman"/>
                <a:sym typeface="Times New Roman"/>
              </a:rPr>
              <a:t>2</a:t>
            </a:r>
            <a:r>
              <a:rPr lang="en" sz="1000">
                <a:solidFill>
                  <a:srgbClr val="000000"/>
                </a:solidFill>
                <a:latin typeface="Times New Roman"/>
                <a:ea typeface="Times New Roman"/>
                <a:cs typeface="Times New Roman"/>
                <a:sym typeface="Times New Roman"/>
              </a:rPr>
              <a:t>, (4), pp. 168–180</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[9] Apogba, J.N., Asabere, N.Y., Gyamfi, E., et al.: 'Application of machine learning techniques to predict groundwater quality in the Nabogo Basin, Northern Ghana', </a:t>
            </a:r>
            <a:r>
              <a:rPr lang="en" sz="1000" i="1">
                <a:solidFill>
                  <a:srgbClr val="000000"/>
                </a:solidFill>
                <a:latin typeface="Times New Roman"/>
                <a:ea typeface="Times New Roman"/>
                <a:cs typeface="Times New Roman"/>
                <a:sym typeface="Times New Roman"/>
              </a:rPr>
              <a:t>Heliyon</a:t>
            </a:r>
            <a:r>
              <a:rPr lang="en" sz="1000">
                <a:solidFill>
                  <a:srgbClr val="000000"/>
                </a:solidFill>
                <a:latin typeface="Times New Roman"/>
                <a:ea typeface="Times New Roman"/>
                <a:cs typeface="Times New Roman"/>
                <a:sym typeface="Times New Roman"/>
              </a:rPr>
              <a:t>, 2024, </a:t>
            </a:r>
            <a:r>
              <a:rPr lang="en" sz="1000" b="1">
                <a:solidFill>
                  <a:srgbClr val="000000"/>
                </a:solidFill>
                <a:latin typeface="Times New Roman"/>
                <a:ea typeface="Times New Roman"/>
                <a:cs typeface="Times New Roman"/>
                <a:sym typeface="Times New Roman"/>
              </a:rPr>
              <a:t>10</a:t>
            </a:r>
            <a:r>
              <a:rPr lang="en" sz="1000">
                <a:solidFill>
                  <a:srgbClr val="000000"/>
                </a:solidFill>
                <a:latin typeface="Times New Roman"/>
                <a:ea typeface="Times New Roman"/>
                <a:cs typeface="Times New Roman"/>
                <a:sym typeface="Times New Roman"/>
              </a:rPr>
              <a:t>, (7)</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1200"/>
              </a:spcAft>
              <a:buNone/>
            </a:pPr>
            <a:r>
              <a:rPr lang="en" sz="1000">
                <a:solidFill>
                  <a:srgbClr val="000000"/>
                </a:solidFill>
                <a:latin typeface="Times New Roman"/>
                <a:ea typeface="Times New Roman"/>
                <a:cs typeface="Times New Roman"/>
                <a:sym typeface="Times New Roman"/>
              </a:rPr>
              <a:t>[10] Senhaji, S., Hamlich, M., Jamil, M.O.: 'Real time monitoring of water quality using IoT and deep learning', Proc. E3S Web Conf., 2021, </a:t>
            </a:r>
            <a:r>
              <a:rPr lang="en" sz="1000" b="1">
                <a:solidFill>
                  <a:srgbClr val="000000"/>
                </a:solidFill>
                <a:latin typeface="Times New Roman"/>
                <a:ea typeface="Times New Roman"/>
                <a:cs typeface="Times New Roman"/>
                <a:sym typeface="Times New Roman"/>
              </a:rPr>
              <a:t>297</a:t>
            </a:r>
            <a:r>
              <a:rPr lang="en" sz="1000">
                <a:solidFill>
                  <a:srgbClr val="000000"/>
                </a:solidFill>
                <a:latin typeface="Times New Roman"/>
                <a:ea typeface="Times New Roman"/>
                <a:cs typeface="Times New Roman"/>
                <a:sym typeface="Times New Roman"/>
              </a:rPr>
              <a:t>, p. 01059</a:t>
            </a:r>
            <a:endParaRPr sz="1000">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References</a:t>
            </a:r>
            <a:endParaRPr/>
          </a:p>
        </p:txBody>
      </p:sp>
      <p:sp>
        <p:nvSpPr>
          <p:cNvPr id="552" name="Google Shape;552;p53"/>
          <p:cNvSpPr txBox="1">
            <a:spLocks noGrp="1"/>
          </p:cNvSpPr>
          <p:nvPr>
            <p:ph type="body" idx="1"/>
          </p:nvPr>
        </p:nvSpPr>
        <p:spPr>
          <a:xfrm>
            <a:off x="720000" y="800250"/>
            <a:ext cx="3852000" cy="3233100"/>
          </a:xfrm>
          <a:prstGeom prst="rect">
            <a:avLst/>
          </a:prstGeom>
        </p:spPr>
        <p:txBody>
          <a:bodyPr spcFirstLastPara="1" wrap="square" lIns="91425" tIns="91425" rIns="91425" bIns="91425" anchor="t" anchorCtr="0">
            <a:noAutofit/>
          </a:bodyPr>
          <a:lstStyle/>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[11] Adeleke, I.A., Nwulu, N.I., Ogbolumani, O.A.: 'A hybrid machine learning and embedded IoT-based water quality monitoring system', </a:t>
            </a:r>
            <a:r>
              <a:rPr lang="en" sz="1000" i="1">
                <a:solidFill>
                  <a:srgbClr val="000000"/>
                </a:solidFill>
                <a:latin typeface="Times New Roman"/>
                <a:ea typeface="Times New Roman"/>
                <a:cs typeface="Times New Roman"/>
                <a:sym typeface="Times New Roman"/>
              </a:rPr>
              <a:t>Internet Things</a:t>
            </a:r>
            <a:r>
              <a:rPr lang="en" sz="1000">
                <a:solidFill>
                  <a:srgbClr val="000000"/>
                </a:solidFill>
                <a:latin typeface="Times New Roman"/>
                <a:ea typeface="Times New Roman"/>
                <a:cs typeface="Times New Roman"/>
                <a:sym typeface="Times New Roman"/>
              </a:rPr>
              <a:t>, 2023, </a:t>
            </a:r>
            <a:r>
              <a:rPr lang="en" sz="1000" b="1">
                <a:solidFill>
                  <a:srgbClr val="000000"/>
                </a:solidFill>
                <a:latin typeface="Times New Roman"/>
                <a:ea typeface="Times New Roman"/>
                <a:cs typeface="Times New Roman"/>
                <a:sym typeface="Times New Roman"/>
              </a:rPr>
              <a:t>22</a:t>
            </a:r>
            <a:r>
              <a:rPr lang="en" sz="1000">
                <a:solidFill>
                  <a:srgbClr val="000000"/>
                </a:solidFill>
                <a:latin typeface="Times New Roman"/>
                <a:ea typeface="Times New Roman"/>
                <a:cs typeface="Times New Roman"/>
                <a:sym typeface="Times New Roman"/>
              </a:rPr>
              <a:t>, p. 100774</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[12] Li, L., Wei, J.: 'Evaluation of tree-based voting algorithms in water quality classification prediction', </a:t>
            </a:r>
            <a:r>
              <a:rPr lang="en" sz="1000" i="1">
                <a:solidFill>
                  <a:srgbClr val="000000"/>
                </a:solidFill>
                <a:latin typeface="Times New Roman"/>
                <a:ea typeface="Times New Roman"/>
                <a:cs typeface="Times New Roman"/>
                <a:sym typeface="Times New Roman"/>
              </a:rPr>
              <a:t>Sustainability</a:t>
            </a:r>
            <a:r>
              <a:rPr lang="en" sz="1000">
                <a:solidFill>
                  <a:srgbClr val="000000"/>
                </a:solidFill>
                <a:latin typeface="Times New Roman"/>
                <a:ea typeface="Times New Roman"/>
                <a:cs typeface="Times New Roman"/>
                <a:sym typeface="Times New Roman"/>
              </a:rPr>
              <a:t>, 2024, </a:t>
            </a:r>
            <a:r>
              <a:rPr lang="en" sz="1000" b="1">
                <a:solidFill>
                  <a:srgbClr val="000000"/>
                </a:solidFill>
                <a:latin typeface="Times New Roman"/>
                <a:ea typeface="Times New Roman"/>
                <a:cs typeface="Times New Roman"/>
                <a:sym typeface="Times New Roman"/>
              </a:rPr>
              <a:t>16</a:t>
            </a:r>
            <a:r>
              <a:rPr lang="en" sz="1000">
                <a:solidFill>
                  <a:srgbClr val="000000"/>
                </a:solidFill>
                <a:latin typeface="Times New Roman"/>
                <a:ea typeface="Times New Roman"/>
                <a:cs typeface="Times New Roman"/>
                <a:sym typeface="Times New Roman"/>
              </a:rPr>
              <a:t>, (23), p. 10634</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[13] Shyamala, R., Shanthi, M., Lalitha, P.: 'Physicochemical analysis of borewell water samples of Telungupalayam area in Coimbatore District, Tamilnadu, India', </a:t>
            </a:r>
            <a:r>
              <a:rPr lang="en" sz="1000" i="1">
                <a:solidFill>
                  <a:srgbClr val="000000"/>
                </a:solidFill>
                <a:latin typeface="Times New Roman"/>
                <a:ea typeface="Times New Roman"/>
                <a:cs typeface="Times New Roman"/>
                <a:sym typeface="Times New Roman"/>
              </a:rPr>
              <a:t>J. Chem.</a:t>
            </a:r>
            <a:r>
              <a:rPr lang="en" sz="1000">
                <a:solidFill>
                  <a:srgbClr val="000000"/>
                </a:solidFill>
                <a:latin typeface="Times New Roman"/>
                <a:ea typeface="Times New Roman"/>
                <a:cs typeface="Times New Roman"/>
                <a:sym typeface="Times New Roman"/>
              </a:rPr>
              <a:t>, 2008, </a:t>
            </a:r>
            <a:r>
              <a:rPr lang="en" sz="1000" b="1">
                <a:solidFill>
                  <a:srgbClr val="000000"/>
                </a:solidFill>
                <a:latin typeface="Times New Roman"/>
                <a:ea typeface="Times New Roman"/>
                <a:cs typeface="Times New Roman"/>
                <a:sym typeface="Times New Roman"/>
              </a:rPr>
              <a:t>5</a:t>
            </a:r>
            <a:r>
              <a:rPr lang="en" sz="1000">
                <a:solidFill>
                  <a:srgbClr val="000000"/>
                </a:solidFill>
                <a:latin typeface="Times New Roman"/>
                <a:ea typeface="Times New Roman"/>
                <a:cs typeface="Times New Roman"/>
                <a:sym typeface="Times New Roman"/>
              </a:rPr>
              <a:t>, (4), pp. 924–929</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[14] Das, B., Jain, P.C.: 'Real-time water quality monitoring system using Internet of Things', Proc. Int. Conf. Comput., Commun. Electron. (Comptelix), Jaipur, India, July 2017, pp. 78–82</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1200"/>
              </a:spcAft>
              <a:buNone/>
            </a:pPr>
            <a:r>
              <a:rPr lang="en" sz="1000">
                <a:solidFill>
                  <a:srgbClr val="000000"/>
                </a:solidFill>
                <a:latin typeface="Times New Roman"/>
                <a:ea typeface="Times New Roman"/>
                <a:cs typeface="Times New Roman"/>
                <a:sym typeface="Times New Roman"/>
              </a:rPr>
              <a:t>[15] Gopavanitha, K., Nagaraju, S.: 'A low cost system for real time water quality monitoring and controlling using IoT', Proc. Int. Conf. Energy, Commun., Data Anal. Soft Comput. (ICECDS), Chennai, India, August 2017, pp. 3227–3229</a:t>
            </a:r>
            <a:endParaRPr sz="1000">
              <a:solidFill>
                <a:srgbClr val="000000"/>
              </a:solidFill>
              <a:latin typeface="Times New Roman"/>
              <a:ea typeface="Times New Roman"/>
              <a:cs typeface="Times New Roman"/>
              <a:sym typeface="Times New Roman"/>
            </a:endParaRPr>
          </a:p>
        </p:txBody>
      </p:sp>
      <p:sp>
        <p:nvSpPr>
          <p:cNvPr id="553" name="Google Shape;553;p53"/>
          <p:cNvSpPr txBox="1">
            <a:spLocks noGrp="1"/>
          </p:cNvSpPr>
          <p:nvPr>
            <p:ph type="body" idx="1"/>
          </p:nvPr>
        </p:nvSpPr>
        <p:spPr>
          <a:xfrm>
            <a:off x="4572000" y="800250"/>
            <a:ext cx="3852000" cy="3233100"/>
          </a:xfrm>
          <a:prstGeom prst="rect">
            <a:avLst/>
          </a:prstGeom>
        </p:spPr>
        <p:txBody>
          <a:bodyPr spcFirstLastPara="1" wrap="square" lIns="91425" tIns="91425" rIns="91425" bIns="91425" anchor="t" anchorCtr="0">
            <a:noAutofit/>
          </a:bodyPr>
          <a:lstStyle/>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[16] Jayalakshmi, S., Hemalatha, P.: 'Measuring the water quality in bore well using sensors and alerting system', Proc. IEEE Int. Conf. Syst., Comput., Autom. Netw. (ICSCAN), Puducherry, India, March 2019, pp. 1–4</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[17] Imani, M., Mohammadi, M., Faghih, A., et al.: 'A novel machine learning application: water quality resilience prediction model', </a:t>
            </a:r>
            <a:r>
              <a:rPr lang="en" sz="1000" i="1">
                <a:solidFill>
                  <a:srgbClr val="000000"/>
                </a:solidFill>
                <a:latin typeface="Times New Roman"/>
                <a:ea typeface="Times New Roman"/>
                <a:cs typeface="Times New Roman"/>
                <a:sym typeface="Times New Roman"/>
              </a:rPr>
              <a:t>Sci. Total Environ.</a:t>
            </a:r>
            <a:r>
              <a:rPr lang="en" sz="1000">
                <a:solidFill>
                  <a:srgbClr val="000000"/>
                </a:solidFill>
                <a:latin typeface="Times New Roman"/>
                <a:ea typeface="Times New Roman"/>
                <a:cs typeface="Times New Roman"/>
                <a:sym typeface="Times New Roman"/>
              </a:rPr>
              <a:t>, 2021, </a:t>
            </a:r>
            <a:r>
              <a:rPr lang="en" sz="1000" b="1">
                <a:solidFill>
                  <a:srgbClr val="000000"/>
                </a:solidFill>
                <a:latin typeface="Times New Roman"/>
                <a:ea typeface="Times New Roman"/>
                <a:cs typeface="Times New Roman"/>
                <a:sym typeface="Times New Roman"/>
              </a:rPr>
              <a:t>768</a:t>
            </a:r>
            <a:r>
              <a:rPr lang="en" sz="1000">
                <a:solidFill>
                  <a:srgbClr val="000000"/>
                </a:solidFill>
                <a:latin typeface="Times New Roman"/>
                <a:ea typeface="Times New Roman"/>
                <a:cs typeface="Times New Roman"/>
                <a:sym typeface="Times New Roman"/>
              </a:rPr>
              <a:t>, p. 144459</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[18] Akhlaq, M., Shah, S., Tariq, A., et al.: 'Comparative analysis of machine learning algorithms for water quality prediction', </a:t>
            </a:r>
            <a:r>
              <a:rPr lang="en" sz="1000" i="1">
                <a:solidFill>
                  <a:srgbClr val="000000"/>
                </a:solidFill>
                <a:latin typeface="Times New Roman"/>
                <a:ea typeface="Times New Roman"/>
                <a:cs typeface="Times New Roman"/>
                <a:sym typeface="Times New Roman"/>
              </a:rPr>
              <a:t>Tellus A: Dyn. Meteorol. Oceanogr.</a:t>
            </a:r>
            <a:r>
              <a:rPr lang="en" sz="1000">
                <a:solidFill>
                  <a:srgbClr val="000000"/>
                </a:solidFill>
                <a:latin typeface="Times New Roman"/>
                <a:ea typeface="Times New Roman"/>
                <a:cs typeface="Times New Roman"/>
                <a:sym typeface="Times New Roman"/>
              </a:rPr>
              <a:t>, 2024, </a:t>
            </a:r>
            <a:r>
              <a:rPr lang="en" sz="1000" b="1">
                <a:solidFill>
                  <a:srgbClr val="000000"/>
                </a:solidFill>
                <a:latin typeface="Times New Roman"/>
                <a:ea typeface="Times New Roman"/>
                <a:cs typeface="Times New Roman"/>
                <a:sym typeface="Times New Roman"/>
              </a:rPr>
              <a:t>76</a:t>
            </a:r>
            <a:r>
              <a:rPr lang="en" sz="1000">
                <a:solidFill>
                  <a:srgbClr val="000000"/>
                </a:solidFill>
                <a:latin typeface="Times New Roman"/>
                <a:ea typeface="Times New Roman"/>
                <a:cs typeface="Times New Roman"/>
                <a:sym typeface="Times New Roman"/>
              </a:rPr>
              <a:t>, (1)</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[19] Bhardwaj, A., Singh, S., Mishra, R., et al.: 'Smart IoT and machine learning-based framework for water quality assessment and device component monitoring', </a:t>
            </a:r>
            <a:r>
              <a:rPr lang="en" sz="1000" i="1">
                <a:solidFill>
                  <a:srgbClr val="000000"/>
                </a:solidFill>
                <a:latin typeface="Times New Roman"/>
                <a:ea typeface="Times New Roman"/>
                <a:cs typeface="Times New Roman"/>
                <a:sym typeface="Times New Roman"/>
              </a:rPr>
              <a:t>Environ. Sci. Pollution. Res.</a:t>
            </a:r>
            <a:r>
              <a:rPr lang="en" sz="1000">
                <a:solidFill>
                  <a:srgbClr val="000000"/>
                </a:solidFill>
                <a:latin typeface="Times New Roman"/>
                <a:ea typeface="Times New Roman"/>
                <a:cs typeface="Times New Roman"/>
                <a:sym typeface="Times New Roman"/>
              </a:rPr>
              <a:t>, 2022, </a:t>
            </a:r>
            <a:r>
              <a:rPr lang="en" sz="1000" b="1">
                <a:solidFill>
                  <a:srgbClr val="000000"/>
                </a:solidFill>
                <a:latin typeface="Times New Roman"/>
                <a:ea typeface="Times New Roman"/>
                <a:cs typeface="Times New Roman"/>
                <a:sym typeface="Times New Roman"/>
              </a:rPr>
              <a:t>29</a:t>
            </a:r>
            <a:r>
              <a:rPr lang="en" sz="1000">
                <a:solidFill>
                  <a:srgbClr val="000000"/>
                </a:solidFill>
                <a:latin typeface="Times New Roman"/>
                <a:ea typeface="Times New Roman"/>
                <a:cs typeface="Times New Roman"/>
                <a:sym typeface="Times New Roman"/>
              </a:rPr>
              <a:t>, (30), pp. 46018–46036</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[20] Poonam, T., Bhattacharya, T., Chakraborty, S.: 'Water quality indices – important tools for water quality assessment: a review', </a:t>
            </a:r>
            <a:r>
              <a:rPr lang="en" sz="1000" i="1">
                <a:solidFill>
                  <a:srgbClr val="000000"/>
                </a:solidFill>
                <a:latin typeface="Times New Roman"/>
                <a:ea typeface="Times New Roman"/>
                <a:cs typeface="Times New Roman"/>
                <a:sym typeface="Times New Roman"/>
              </a:rPr>
              <a:t>Int. J. Adv. Chem.</a:t>
            </a:r>
            <a:r>
              <a:rPr lang="en" sz="1000">
                <a:solidFill>
                  <a:srgbClr val="000000"/>
                </a:solidFill>
                <a:latin typeface="Times New Roman"/>
                <a:ea typeface="Times New Roman"/>
                <a:cs typeface="Times New Roman"/>
                <a:sym typeface="Times New Roman"/>
              </a:rPr>
              <a:t>, 2013, </a:t>
            </a:r>
            <a:r>
              <a:rPr lang="en" sz="1000" b="1">
                <a:solidFill>
                  <a:srgbClr val="000000"/>
                </a:solidFill>
                <a:latin typeface="Times New Roman"/>
                <a:ea typeface="Times New Roman"/>
                <a:cs typeface="Times New Roman"/>
                <a:sym typeface="Times New Roman"/>
              </a:rPr>
              <a:t>1</a:t>
            </a:r>
            <a:r>
              <a:rPr lang="en" sz="1000">
                <a:solidFill>
                  <a:srgbClr val="000000"/>
                </a:solidFill>
                <a:latin typeface="Times New Roman"/>
                <a:ea typeface="Times New Roman"/>
                <a:cs typeface="Times New Roman"/>
                <a:sym typeface="Times New Roman"/>
              </a:rPr>
              <a:t>, (1), pp. 15–28</a:t>
            </a:r>
            <a:endParaRPr sz="1000">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sz="1000">
                <a:solidFill>
                  <a:srgbClr val="000000"/>
                </a:solidFill>
                <a:latin typeface="Times New Roman"/>
                <a:ea typeface="Times New Roman"/>
                <a:cs typeface="Times New Roman"/>
                <a:sym typeface="Times New Roman"/>
              </a:rPr>
              <a:t>[21] Sargar, G., Hasekar, A.: 'A review of permissible limits of physicochemical parameters drinking water', </a:t>
            </a:r>
            <a:r>
              <a:rPr lang="en" sz="1000" i="1">
                <a:solidFill>
                  <a:srgbClr val="000000"/>
                </a:solidFill>
                <a:latin typeface="Times New Roman"/>
                <a:ea typeface="Times New Roman"/>
                <a:cs typeface="Times New Roman"/>
                <a:sym typeface="Times New Roman"/>
              </a:rPr>
              <a:t>2024</a:t>
            </a:r>
            <a:r>
              <a:rPr lang="en" sz="1000">
                <a:solidFill>
                  <a:srgbClr val="000000"/>
                </a:solidFill>
                <a:latin typeface="Times New Roman"/>
                <a:ea typeface="Times New Roman"/>
                <a:cs typeface="Times New Roman"/>
                <a:sym typeface="Times New Roman"/>
              </a:rPr>
              <a:t>, </a:t>
            </a:r>
            <a:r>
              <a:rPr lang="en" sz="1000" b="1">
                <a:solidFill>
                  <a:srgbClr val="000000"/>
                </a:solidFill>
                <a:latin typeface="Times New Roman"/>
                <a:ea typeface="Times New Roman"/>
                <a:cs typeface="Times New Roman"/>
                <a:sym typeface="Times New Roman"/>
              </a:rPr>
              <a:t>11</a:t>
            </a:r>
            <a:r>
              <a:rPr lang="en" sz="1000">
                <a:solidFill>
                  <a:srgbClr val="000000"/>
                </a:solidFill>
                <a:latin typeface="Times New Roman"/>
                <a:ea typeface="Times New Roman"/>
                <a:cs typeface="Times New Roman"/>
                <a:sym typeface="Times New Roman"/>
              </a:rPr>
              <a:t>, pp. 180</a:t>
            </a:r>
            <a:endParaRPr sz="1000">
              <a:solidFill>
                <a:srgbClr val="000000"/>
              </a:solidFill>
              <a:latin typeface="Times New Roman"/>
              <a:ea typeface="Times New Roman"/>
              <a:cs typeface="Times New Roman"/>
              <a:sym typeface="Times New Roman"/>
            </a:endParaRPr>
          </a:p>
          <a:p>
            <a:pPr marL="457200" lvl="0" indent="0" algn="just" rtl="0">
              <a:spcBef>
                <a:spcPts val="1200"/>
              </a:spcBef>
              <a:spcAft>
                <a:spcPts val="1200"/>
              </a:spcAft>
              <a:buNone/>
            </a:pPr>
            <a:endParaRPr sz="1000">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54"/>
          <p:cNvSpPr txBox="1">
            <a:spLocks noGrp="1"/>
          </p:cNvSpPr>
          <p:nvPr>
            <p:ph type="title"/>
          </p:nvPr>
        </p:nvSpPr>
        <p:spPr>
          <a:xfrm>
            <a:off x="1216475" y="1977150"/>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 You!</a:t>
            </a:r>
            <a:endParaRPr/>
          </a:p>
        </p:txBody>
      </p:sp>
      <p:sp>
        <p:nvSpPr>
          <p:cNvPr id="559" name="Google Shape;559;p54"/>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pic>
        <p:nvPicPr>
          <p:cNvPr id="565" name="Google Shape;565;p55" title="[1] Paper.png"/>
          <p:cNvPicPr preferRelativeResize="0"/>
          <p:nvPr/>
        </p:nvPicPr>
        <p:blipFill rotWithShape="1">
          <a:blip r:embed="rId3">
            <a:alphaModFix/>
          </a:blip>
          <a:srcRect t="23599"/>
          <a:stretch/>
        </p:blipFill>
        <p:spPr>
          <a:xfrm>
            <a:off x="1996675" y="2235600"/>
            <a:ext cx="5004626" cy="2700076"/>
          </a:xfrm>
          <a:prstGeom prst="rect">
            <a:avLst/>
          </a:prstGeom>
          <a:noFill/>
          <a:ln>
            <a:noFill/>
          </a:ln>
        </p:spPr>
      </p:pic>
      <p:graphicFrame>
        <p:nvGraphicFramePr>
          <p:cNvPr id="566" name="Google Shape;566;p55"/>
          <p:cNvGraphicFramePr/>
          <p:nvPr/>
        </p:nvGraphicFramePr>
        <p:xfrm>
          <a:off x="766400" y="1688300"/>
          <a:ext cx="7548200" cy="489365"/>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4" action="ppaction://hlinksldjump"/>
                        </a:rPr>
                        <a:t>[1]</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ML (ANN, time-series)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USGS NWIS water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Regression-based (R, RMSE); no classification</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67" name="Google Shape;567;p55"/>
          <p:cNvSpPr txBox="1"/>
          <p:nvPr/>
        </p:nvSpPr>
        <p:spPr>
          <a:xfrm>
            <a:off x="82850" y="1054800"/>
            <a:ext cx="6344700" cy="832800"/>
          </a:xfrm>
          <a:prstGeom prst="rect">
            <a:avLst/>
          </a:prstGeom>
          <a:noFill/>
          <a:ln>
            <a:noFill/>
          </a:ln>
        </p:spPr>
        <p:txBody>
          <a:bodyPr spcFirstLastPara="1" wrap="square" lIns="91425" tIns="91425" rIns="91425" bIns="91425" anchor="t" anchorCtr="0">
            <a:spAutoFit/>
          </a:bodyPr>
          <a:lstStyle/>
          <a:p>
            <a:pPr marL="774700" marR="469900" lvl="0" indent="-431800" algn="just" rtl="0">
              <a:lnSpc>
                <a:spcPct val="107000"/>
              </a:lnSpc>
              <a:spcBef>
                <a:spcPts val="1500"/>
              </a:spcBef>
              <a:spcAft>
                <a:spcPts val="0"/>
              </a:spcAft>
              <a:buNone/>
            </a:pPr>
            <a:r>
              <a:rPr lang="en" sz="1000">
                <a:solidFill>
                  <a:schemeClr val="dk1"/>
                </a:solidFill>
                <a:latin typeface="Hanken Grotesk"/>
                <a:ea typeface="Hanken Grotesk"/>
                <a:cs typeface="Hanken Grotesk"/>
                <a:sym typeface="Hanken Grotesk"/>
              </a:rPr>
              <a:t>[1.]  Y. Khan and C. S. See, “Predicting and analyzing water quality using Machine Learning: A comprehensive model,” in Proc. IEEE Long Island Systems, Applications and Technology Conference (LISAT), Farmingdale, NY, USA, 2016, pp. 1–6. ResearchGate</a:t>
            </a:r>
            <a:endParaRPr sz="100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000">
              <a:solidFill>
                <a:schemeClr val="dk1"/>
              </a:solidFill>
              <a:latin typeface="Hanken Grotesk"/>
              <a:ea typeface="Hanken Grotesk"/>
              <a:cs typeface="Hanken Grotesk"/>
              <a:sym typeface="Hanken Grotesk"/>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573" name="Google Shape;573;p56"/>
          <p:cNvGraphicFramePr/>
          <p:nvPr/>
        </p:nvGraphicFramePr>
        <p:xfrm>
          <a:off x="766400" y="1688300"/>
          <a:ext cx="7548200" cy="536609"/>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[2]</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Physico-chemical analysis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Groundwater (Bangalore)</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600"/>
                        <a:t> </a:t>
                      </a:r>
                      <a:r>
                        <a:rPr lang="en" sz="600">
                          <a:latin typeface="Times New Roman"/>
                          <a:ea typeface="Times New Roman"/>
                          <a:cs typeface="Times New Roman"/>
                          <a:sym typeface="Times New Roman"/>
                        </a:rPr>
                        <a:t>No ML or prediction</a:t>
                      </a:r>
                      <a:endParaRPr sz="600"/>
                    </a:p>
                    <a:p>
                      <a:pPr marL="0" lvl="0" indent="0" algn="l" rtl="0">
                        <a:lnSpc>
                          <a:spcPct val="115000"/>
                        </a:lnSpc>
                        <a:spcBef>
                          <a:spcPts val="1200"/>
                        </a:spcBef>
                        <a:spcAft>
                          <a:spcPts val="1200"/>
                        </a:spcAft>
                        <a:buNone/>
                      </a:pPr>
                      <a:r>
                        <a:rPr lang="en" sz="600"/>
                        <a:t>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74" name="Google Shape;574;p56"/>
          <p:cNvSpPr txBox="1"/>
          <p:nvPr/>
        </p:nvSpPr>
        <p:spPr>
          <a:xfrm>
            <a:off x="82850" y="1054800"/>
            <a:ext cx="6344700" cy="832800"/>
          </a:xfrm>
          <a:prstGeom prst="rect">
            <a:avLst/>
          </a:prstGeom>
          <a:noFill/>
          <a:ln>
            <a:noFill/>
          </a:ln>
        </p:spPr>
        <p:txBody>
          <a:bodyPr spcFirstLastPara="1" wrap="square" lIns="91425" tIns="91425" rIns="91425" bIns="91425" anchor="t" anchorCtr="0">
            <a:spAutoFit/>
          </a:bodyPr>
          <a:lstStyle/>
          <a:p>
            <a:pPr marL="774700" marR="495300" lvl="0" indent="-431800" algn="just" rtl="0">
              <a:lnSpc>
                <a:spcPct val="107000"/>
              </a:lnSpc>
              <a:spcBef>
                <a:spcPts val="0"/>
              </a:spcBef>
              <a:spcAft>
                <a:spcPts val="0"/>
              </a:spcAft>
              <a:buNone/>
            </a:pPr>
            <a:r>
              <a:rPr lang="en" sz="1000">
                <a:solidFill>
                  <a:schemeClr val="dk1"/>
                </a:solidFill>
                <a:latin typeface="Hanken Grotesk"/>
                <a:ea typeface="Hanken Grotesk"/>
                <a:cs typeface="Hanken Grotesk"/>
                <a:sym typeface="Hanken Grotesk"/>
              </a:rPr>
              <a:t>[2.]  R. A. Thirumalesh D. H. and K. Fathima, “Physico-Chemical Analysis of Groundwater Quality in and around Bangalore city,” Int. J. Curr. Microbiol. Appl. Sci., vol. 4, no. 10,pp. 633–645, 2015.</a:t>
            </a:r>
            <a:endParaRPr sz="100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000">
              <a:solidFill>
                <a:schemeClr val="dk1"/>
              </a:solidFill>
              <a:latin typeface="Hanken Grotesk"/>
              <a:ea typeface="Hanken Grotesk"/>
              <a:cs typeface="Hanken Grotesk"/>
              <a:sym typeface="Hanken Grotesk"/>
            </a:endParaRPr>
          </a:p>
        </p:txBody>
      </p:sp>
      <p:pic>
        <p:nvPicPr>
          <p:cNvPr id="575" name="Google Shape;575;p56"/>
          <p:cNvPicPr preferRelativeResize="0"/>
          <p:nvPr/>
        </p:nvPicPr>
        <p:blipFill>
          <a:blip r:embed="rId4">
            <a:alphaModFix/>
          </a:blip>
          <a:stretch>
            <a:fillRect/>
          </a:stretch>
        </p:blipFill>
        <p:spPr>
          <a:xfrm>
            <a:off x="1421938" y="2571738"/>
            <a:ext cx="6715125" cy="21240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581" name="Google Shape;581;p57"/>
          <p:cNvGraphicFramePr/>
          <p:nvPr/>
        </p:nvGraphicFramePr>
        <p:xfrm>
          <a:off x="766400" y="1688300"/>
          <a:ext cx="7548200" cy="594521"/>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[3]</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Hybrid IoT + ML using ANN &amp; SVM</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Lab-collected water samples (pH, DO, TDS, ORP, EC, turbidity, temperature)</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ANN &gt; SVM (exact values not reported)</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ANN higher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ANN higher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ANN higher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None/>
                      </a:pPr>
                      <a:r>
                        <a:rPr lang="en" sz="600"/>
                        <a:t>Small dataset; no real-world data; limited ML models; limited contaminants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82" name="Google Shape;582;p57"/>
          <p:cNvSpPr txBox="1"/>
          <p:nvPr/>
        </p:nvSpPr>
        <p:spPr>
          <a:xfrm>
            <a:off x="82850" y="1054800"/>
            <a:ext cx="6344700" cy="567000"/>
          </a:xfrm>
          <a:prstGeom prst="rect">
            <a:avLst/>
          </a:prstGeom>
          <a:noFill/>
          <a:ln>
            <a:noFill/>
          </a:ln>
        </p:spPr>
        <p:txBody>
          <a:bodyPr spcFirstLastPara="1" wrap="square" lIns="91425" tIns="91425" rIns="91425" bIns="91425" anchor="t" anchorCtr="0">
            <a:spAutoFit/>
          </a:bodyPr>
          <a:lstStyle/>
          <a:p>
            <a:pPr marL="0" marR="152400" lvl="0" indent="0" algn="ctr" rtl="0">
              <a:lnSpc>
                <a:spcPct val="115000"/>
              </a:lnSpc>
              <a:spcBef>
                <a:spcPts val="0"/>
              </a:spcBef>
              <a:spcAft>
                <a:spcPts val="0"/>
              </a:spcAft>
              <a:buNone/>
            </a:pPr>
            <a:r>
              <a:rPr lang="en" sz="1000">
                <a:solidFill>
                  <a:schemeClr val="dk1"/>
                </a:solidFill>
                <a:latin typeface="Hanken Grotesk"/>
                <a:ea typeface="Hanken Grotesk"/>
                <a:cs typeface="Hanken Grotesk"/>
                <a:sym typeface="Hanken Grotesk"/>
              </a:rPr>
              <a:t>[3.]  	A. Adeleke et al., “A Hybrid Machine Learning and Embedded IoT-Based Water Quality</a:t>
            </a:r>
            <a:endParaRPr sz="1000">
              <a:solidFill>
                <a:schemeClr val="dk1"/>
              </a:solidFill>
              <a:latin typeface="Hanken Grotesk"/>
              <a:ea typeface="Hanken Grotesk"/>
              <a:cs typeface="Hanken Grotesk"/>
              <a:sym typeface="Hanken Grotesk"/>
            </a:endParaRPr>
          </a:p>
          <a:p>
            <a:pPr marL="0" marR="101600" lvl="0" indent="0" algn="ctr" rtl="0">
              <a:lnSpc>
                <a:spcPct val="115000"/>
              </a:lnSpc>
              <a:spcBef>
                <a:spcPts val="400"/>
              </a:spcBef>
              <a:spcAft>
                <a:spcPts val="0"/>
              </a:spcAft>
              <a:buNone/>
            </a:pPr>
            <a:r>
              <a:rPr lang="en" sz="1000">
                <a:solidFill>
                  <a:schemeClr val="dk1"/>
                </a:solidFill>
                <a:latin typeface="Hanken Grotesk"/>
                <a:ea typeface="Hanken Grotesk"/>
                <a:cs typeface="Hanken Grotesk"/>
                <a:sym typeface="Hanken Grotesk"/>
              </a:rPr>
              <a:t>Monitoring System,” Heliyon, vol. 9, no. 3, pp. e09513, Mar. 2023. ResearchGate</a:t>
            </a:r>
            <a:endParaRPr sz="1000">
              <a:solidFill>
                <a:schemeClr val="dk1"/>
              </a:solidFill>
              <a:latin typeface="Hanken Grotesk"/>
              <a:ea typeface="Hanken Grotesk"/>
              <a:cs typeface="Hanken Grotesk"/>
              <a:sym typeface="Hanken Grotesk"/>
            </a:endParaRPr>
          </a:p>
        </p:txBody>
      </p:sp>
      <p:pic>
        <p:nvPicPr>
          <p:cNvPr id="583" name="Google Shape;583;p57" title="[3].png"/>
          <p:cNvPicPr preferRelativeResize="0"/>
          <p:nvPr/>
        </p:nvPicPr>
        <p:blipFill>
          <a:blip r:embed="rId4">
            <a:alphaModFix/>
          </a:blip>
          <a:stretch>
            <a:fillRect/>
          </a:stretch>
        </p:blipFill>
        <p:spPr>
          <a:xfrm>
            <a:off x="2778775" y="2344550"/>
            <a:ext cx="3209001" cy="25606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589" name="Google Shape;589;p58"/>
          <p:cNvGraphicFramePr/>
          <p:nvPr/>
        </p:nvGraphicFramePr>
        <p:xfrm>
          <a:off x="766400" y="1688300"/>
          <a:ext cx="7548200" cy="384209"/>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[4]</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ML</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Real-time sensor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~95</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~93</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~92</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~93</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Energy efficiency, scalability</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90" name="Google Shape;590;p58"/>
          <p:cNvSpPr txBox="1"/>
          <p:nvPr/>
        </p:nvSpPr>
        <p:spPr>
          <a:xfrm>
            <a:off x="82850" y="1054800"/>
            <a:ext cx="6344700" cy="846600"/>
          </a:xfrm>
          <a:prstGeom prst="rect">
            <a:avLst/>
          </a:prstGeom>
          <a:noFill/>
          <a:ln>
            <a:noFill/>
          </a:ln>
        </p:spPr>
        <p:txBody>
          <a:bodyPr spcFirstLastPara="1" wrap="square" lIns="91425" tIns="91425" rIns="91425" bIns="91425" anchor="t" anchorCtr="0">
            <a:spAutoFit/>
          </a:bodyPr>
          <a:lstStyle/>
          <a:p>
            <a:pPr marL="0" marR="114300" lvl="0" indent="0" algn="ctr" rtl="0">
              <a:lnSpc>
                <a:spcPct val="115000"/>
              </a:lnSpc>
              <a:spcBef>
                <a:spcPts val="1200"/>
              </a:spcBef>
              <a:spcAft>
                <a:spcPts val="0"/>
              </a:spcAft>
              <a:buNone/>
            </a:pPr>
            <a:r>
              <a:rPr lang="en" sz="1000">
                <a:solidFill>
                  <a:schemeClr val="dk1"/>
                </a:solidFill>
                <a:latin typeface="Hanken Grotesk"/>
                <a:ea typeface="Hanken Grotesk"/>
                <a:cs typeface="Hanken Grotesk"/>
                <a:sym typeface="Hanken Grotesk"/>
              </a:rPr>
              <a:t>[4.]  	S. Sharma et al., “IoT enabled smart water quality monitoring system using machine learning,” Sci. Total Environ., vol. 872, pp. 162–170, Jan. 2024.</a:t>
            </a:r>
            <a:endParaRPr sz="1000">
              <a:solidFill>
                <a:schemeClr val="dk1"/>
              </a:solidFill>
              <a:latin typeface="Hanken Grotesk"/>
              <a:ea typeface="Hanken Grotesk"/>
              <a:cs typeface="Hanken Grotesk"/>
              <a:sym typeface="Hanken Grotesk"/>
            </a:endParaRPr>
          </a:p>
          <a:p>
            <a:pPr marL="0" marR="101600" lvl="0" indent="0" algn="ctr" rtl="0">
              <a:lnSpc>
                <a:spcPct val="115000"/>
              </a:lnSpc>
              <a:spcBef>
                <a:spcPts val="1200"/>
              </a:spcBef>
              <a:spcAft>
                <a:spcPts val="0"/>
              </a:spcAft>
              <a:buNone/>
            </a:pPr>
            <a:endParaRPr sz="1000">
              <a:solidFill>
                <a:schemeClr val="dk1"/>
              </a:solidFill>
              <a:latin typeface="Hanken Grotesk"/>
              <a:ea typeface="Hanken Grotesk"/>
              <a:cs typeface="Hanken Grotesk"/>
              <a:sym typeface="Hanken Grotesk"/>
            </a:endParaRPr>
          </a:p>
        </p:txBody>
      </p:sp>
      <p:pic>
        <p:nvPicPr>
          <p:cNvPr id="591" name="Google Shape;591;p58"/>
          <p:cNvPicPr preferRelativeResize="0"/>
          <p:nvPr/>
        </p:nvPicPr>
        <p:blipFill>
          <a:blip r:embed="rId4">
            <a:alphaModFix/>
          </a:blip>
          <a:stretch>
            <a:fillRect/>
          </a:stretch>
        </p:blipFill>
        <p:spPr>
          <a:xfrm>
            <a:off x="1275625" y="2125300"/>
            <a:ext cx="7038975" cy="2572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597" name="Google Shape;597;p59"/>
          <p:cNvGraphicFramePr/>
          <p:nvPr/>
        </p:nvGraphicFramePr>
        <p:xfrm>
          <a:off x="766400" y="1688300"/>
          <a:ext cx="7548200" cy="515700"/>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515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[5]</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Deep Learning</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Sensor + cloud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96.8</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95.9</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96.1</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96.0</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High computation cost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98" name="Google Shape;598;p59"/>
          <p:cNvSpPr txBox="1"/>
          <p:nvPr/>
        </p:nvSpPr>
        <p:spPr>
          <a:xfrm>
            <a:off x="559950" y="1055000"/>
            <a:ext cx="6344700" cy="515700"/>
          </a:xfrm>
          <a:prstGeom prst="rect">
            <a:avLst/>
          </a:prstGeom>
          <a:noFill/>
          <a:ln>
            <a:noFill/>
          </a:ln>
        </p:spPr>
        <p:txBody>
          <a:bodyPr spcFirstLastPara="1" wrap="square" lIns="91425" tIns="91425" rIns="91425" bIns="91425" anchor="t" anchorCtr="0">
            <a:spAutoFit/>
          </a:bodyPr>
          <a:lstStyle/>
          <a:p>
            <a:pPr marL="0" marR="114300" lvl="0" indent="0" algn="ctr" rtl="0">
              <a:lnSpc>
                <a:spcPct val="115000"/>
              </a:lnSpc>
              <a:spcBef>
                <a:spcPts val="1200"/>
              </a:spcBef>
              <a:spcAft>
                <a:spcPts val="1200"/>
              </a:spcAft>
              <a:buNone/>
            </a:pPr>
            <a:r>
              <a:rPr lang="en" sz="1000">
                <a:solidFill>
                  <a:schemeClr val="dk1"/>
                </a:solidFill>
                <a:latin typeface="Hanken Grotesk"/>
                <a:ea typeface="Hanken Grotesk"/>
                <a:cs typeface="Hanken Grotesk"/>
                <a:sym typeface="Hanken Grotesk"/>
              </a:rPr>
              <a:t>[5.]  M. K. Singh et al., “Water Quality Assessment and Prediction Using Deep LearningBased Internet of Things (IoT) System,” Heliyon, vol. 10, no. 1, pp. e12345, Jan. 2024.</a:t>
            </a:r>
            <a:endParaRPr sz="1000">
              <a:solidFill>
                <a:schemeClr val="dk1"/>
              </a:solidFill>
              <a:latin typeface="Hanken Grotesk"/>
              <a:ea typeface="Hanken Grotesk"/>
              <a:cs typeface="Hanken Grotesk"/>
              <a:sym typeface="Hanken Grotesk"/>
            </a:endParaRPr>
          </a:p>
        </p:txBody>
      </p:sp>
      <p:pic>
        <p:nvPicPr>
          <p:cNvPr id="599" name="Google Shape;599;p59"/>
          <p:cNvPicPr preferRelativeResize="0"/>
          <p:nvPr/>
        </p:nvPicPr>
        <p:blipFill>
          <a:blip r:embed="rId4">
            <a:alphaModFix/>
          </a:blip>
          <a:stretch>
            <a:fillRect/>
          </a:stretch>
        </p:blipFill>
        <p:spPr>
          <a:xfrm>
            <a:off x="2653449" y="2271100"/>
            <a:ext cx="3388925" cy="2634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05" name="Google Shape;605;p60"/>
          <p:cNvGraphicFramePr/>
          <p:nvPr/>
        </p:nvGraphicFramePr>
        <p:xfrm>
          <a:off x="766400" y="1688300"/>
          <a:ext cx="7473400" cy="641765"/>
        </p:xfrm>
        <a:graphic>
          <a:graphicData uri="http://schemas.openxmlformats.org/drawingml/2006/table">
            <a:tbl>
              <a:tblPr>
                <a:noFill/>
                <a:tableStyleId>{7D4C668B-C187-479B-87EF-453790EFD174}</a:tableStyleId>
              </a:tblPr>
              <a:tblGrid>
                <a:gridCol w="934175">
                  <a:extLst>
                    <a:ext uri="{9D8B030D-6E8A-4147-A177-3AD203B41FA5}">
                      <a16:colId xmlns:a16="http://schemas.microsoft.com/office/drawing/2014/main" val="20000"/>
                    </a:ext>
                  </a:extLst>
                </a:gridCol>
                <a:gridCol w="934175">
                  <a:extLst>
                    <a:ext uri="{9D8B030D-6E8A-4147-A177-3AD203B41FA5}">
                      <a16:colId xmlns:a16="http://schemas.microsoft.com/office/drawing/2014/main" val="20001"/>
                    </a:ext>
                  </a:extLst>
                </a:gridCol>
                <a:gridCol w="934175">
                  <a:extLst>
                    <a:ext uri="{9D8B030D-6E8A-4147-A177-3AD203B41FA5}">
                      <a16:colId xmlns:a16="http://schemas.microsoft.com/office/drawing/2014/main" val="20002"/>
                    </a:ext>
                  </a:extLst>
                </a:gridCol>
                <a:gridCol w="934175">
                  <a:extLst>
                    <a:ext uri="{9D8B030D-6E8A-4147-A177-3AD203B41FA5}">
                      <a16:colId xmlns:a16="http://schemas.microsoft.com/office/drawing/2014/main" val="20003"/>
                    </a:ext>
                  </a:extLst>
                </a:gridCol>
                <a:gridCol w="934175">
                  <a:extLst>
                    <a:ext uri="{9D8B030D-6E8A-4147-A177-3AD203B41FA5}">
                      <a16:colId xmlns:a16="http://schemas.microsoft.com/office/drawing/2014/main" val="20004"/>
                    </a:ext>
                  </a:extLst>
                </a:gridCol>
                <a:gridCol w="934175">
                  <a:extLst>
                    <a:ext uri="{9D8B030D-6E8A-4147-A177-3AD203B41FA5}">
                      <a16:colId xmlns:a16="http://schemas.microsoft.com/office/drawing/2014/main" val="20005"/>
                    </a:ext>
                  </a:extLst>
                </a:gridCol>
                <a:gridCol w="934175">
                  <a:extLst>
                    <a:ext uri="{9D8B030D-6E8A-4147-A177-3AD203B41FA5}">
                      <a16:colId xmlns:a16="http://schemas.microsoft.com/office/drawing/2014/main" val="20006"/>
                    </a:ext>
                  </a:extLst>
                </a:gridCol>
                <a:gridCol w="934175">
                  <a:extLst>
                    <a:ext uri="{9D8B030D-6E8A-4147-A177-3AD203B41FA5}">
                      <a16:colId xmlns:a16="http://schemas.microsoft.com/office/drawing/2014/main" val="20007"/>
                    </a:ext>
                  </a:extLst>
                </a:gridCol>
              </a:tblGrid>
              <a:tr h="572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[6]</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ML</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Smart monitoring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600"/>
                        <a:t> Limited evaluation metrics</a:t>
                      </a:r>
                      <a:endParaRPr sz="600"/>
                    </a:p>
                    <a:p>
                      <a:pPr marL="0" lvl="0" indent="0" algn="just" rtl="0">
                        <a:lnSpc>
                          <a:spcPct val="115000"/>
                        </a:lnSpc>
                        <a:spcBef>
                          <a:spcPts val="1200"/>
                        </a:spcBef>
                        <a:spcAft>
                          <a:spcPts val="1200"/>
                        </a:spcAft>
                        <a:buNone/>
                      </a:pPr>
                      <a:r>
                        <a:rPr lang="en" sz="600"/>
                        <a:t>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06" name="Google Shape;606;p60"/>
          <p:cNvSpPr txBox="1"/>
          <p:nvPr/>
        </p:nvSpPr>
        <p:spPr>
          <a:xfrm>
            <a:off x="82850" y="1054800"/>
            <a:ext cx="6344700" cy="515700"/>
          </a:xfrm>
          <a:prstGeom prst="rect">
            <a:avLst/>
          </a:prstGeom>
          <a:noFill/>
          <a:ln>
            <a:noFill/>
          </a:ln>
        </p:spPr>
        <p:txBody>
          <a:bodyPr spcFirstLastPara="1" wrap="square" lIns="91425" tIns="91425" rIns="91425" bIns="91425" anchor="t" anchorCtr="0">
            <a:spAutoFit/>
          </a:bodyPr>
          <a:lstStyle/>
          <a:p>
            <a:pPr marL="342900" lvl="0" indent="0" algn="l" rtl="0">
              <a:lnSpc>
                <a:spcPct val="115000"/>
              </a:lnSpc>
              <a:spcBef>
                <a:spcPts val="1200"/>
              </a:spcBef>
              <a:spcAft>
                <a:spcPts val="1200"/>
              </a:spcAft>
              <a:buNone/>
            </a:pPr>
            <a:r>
              <a:rPr lang="en" sz="1000">
                <a:solidFill>
                  <a:schemeClr val="dk1"/>
                </a:solidFill>
                <a:latin typeface="Hanken Grotesk"/>
                <a:ea typeface="Hanken Grotesk"/>
                <a:cs typeface="Hanken Grotesk"/>
                <a:sym typeface="Hanken Grotesk"/>
              </a:rPr>
              <a:t>[6.]  L. Zhang et al., “Sustainable smart monitoring system for water quality using IoT and machine learning,” Sustainability, vol. 15, no. 4, pp. 2345–2356, Feb. 2023.</a:t>
            </a:r>
            <a:endParaRPr sz="1000">
              <a:solidFill>
                <a:schemeClr val="dk1"/>
              </a:solidFill>
              <a:latin typeface="Hanken Grotesk"/>
              <a:ea typeface="Hanken Grotesk"/>
              <a:cs typeface="Hanken Grotesk"/>
              <a:sym typeface="Hanken Grotesk"/>
            </a:endParaRPr>
          </a:p>
        </p:txBody>
      </p:sp>
      <p:pic>
        <p:nvPicPr>
          <p:cNvPr id="607" name="Google Shape;607;p60"/>
          <p:cNvPicPr preferRelativeResize="0"/>
          <p:nvPr/>
        </p:nvPicPr>
        <p:blipFill>
          <a:blip r:embed="rId4">
            <a:alphaModFix/>
          </a:blip>
          <a:stretch>
            <a:fillRect/>
          </a:stretch>
        </p:blipFill>
        <p:spPr>
          <a:xfrm>
            <a:off x="2929550" y="2362575"/>
            <a:ext cx="2579225" cy="25215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61"/>
          <p:cNvSpPr txBox="1">
            <a:spLocks noGrp="1"/>
          </p:cNvSpPr>
          <p:nvPr>
            <p:ph type="title"/>
          </p:nvPr>
        </p:nvSpPr>
        <p:spPr>
          <a:xfrm>
            <a:off x="720000" y="4151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13" name="Google Shape;613;p61"/>
          <p:cNvGraphicFramePr/>
          <p:nvPr/>
        </p:nvGraphicFramePr>
        <p:xfrm>
          <a:off x="766400" y="1658400"/>
          <a:ext cx="7473400" cy="572700"/>
        </p:xfrm>
        <a:graphic>
          <a:graphicData uri="http://schemas.openxmlformats.org/drawingml/2006/table">
            <a:tbl>
              <a:tblPr>
                <a:noFill/>
                <a:tableStyleId>{7D4C668B-C187-479B-87EF-453790EFD174}</a:tableStyleId>
              </a:tblPr>
              <a:tblGrid>
                <a:gridCol w="934175">
                  <a:extLst>
                    <a:ext uri="{9D8B030D-6E8A-4147-A177-3AD203B41FA5}">
                      <a16:colId xmlns:a16="http://schemas.microsoft.com/office/drawing/2014/main" val="20000"/>
                    </a:ext>
                  </a:extLst>
                </a:gridCol>
                <a:gridCol w="934175">
                  <a:extLst>
                    <a:ext uri="{9D8B030D-6E8A-4147-A177-3AD203B41FA5}">
                      <a16:colId xmlns:a16="http://schemas.microsoft.com/office/drawing/2014/main" val="20001"/>
                    </a:ext>
                  </a:extLst>
                </a:gridCol>
                <a:gridCol w="934175">
                  <a:extLst>
                    <a:ext uri="{9D8B030D-6E8A-4147-A177-3AD203B41FA5}">
                      <a16:colId xmlns:a16="http://schemas.microsoft.com/office/drawing/2014/main" val="20002"/>
                    </a:ext>
                  </a:extLst>
                </a:gridCol>
                <a:gridCol w="934175">
                  <a:extLst>
                    <a:ext uri="{9D8B030D-6E8A-4147-A177-3AD203B41FA5}">
                      <a16:colId xmlns:a16="http://schemas.microsoft.com/office/drawing/2014/main" val="20003"/>
                    </a:ext>
                  </a:extLst>
                </a:gridCol>
                <a:gridCol w="934175">
                  <a:extLst>
                    <a:ext uri="{9D8B030D-6E8A-4147-A177-3AD203B41FA5}">
                      <a16:colId xmlns:a16="http://schemas.microsoft.com/office/drawing/2014/main" val="20004"/>
                    </a:ext>
                  </a:extLst>
                </a:gridCol>
                <a:gridCol w="934175">
                  <a:extLst>
                    <a:ext uri="{9D8B030D-6E8A-4147-A177-3AD203B41FA5}">
                      <a16:colId xmlns:a16="http://schemas.microsoft.com/office/drawing/2014/main" val="20005"/>
                    </a:ext>
                  </a:extLst>
                </a:gridCol>
                <a:gridCol w="934175">
                  <a:extLst>
                    <a:ext uri="{9D8B030D-6E8A-4147-A177-3AD203B41FA5}">
                      <a16:colId xmlns:a16="http://schemas.microsoft.com/office/drawing/2014/main" val="20006"/>
                    </a:ext>
                  </a:extLst>
                </a:gridCol>
                <a:gridCol w="934175">
                  <a:extLst>
                    <a:ext uri="{9D8B030D-6E8A-4147-A177-3AD203B41FA5}">
                      <a16:colId xmlns:a16="http://schemas.microsoft.com/office/drawing/2014/main" val="20007"/>
                    </a:ext>
                  </a:extLst>
                </a:gridCol>
              </a:tblGrid>
              <a:tr h="572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[7]</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ML + geochemical indicators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Groundwater samples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~90</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600"/>
                        <a:t> No real time IOT</a:t>
                      </a:r>
                      <a:endParaRPr sz="600"/>
                    </a:p>
                    <a:p>
                      <a:pPr marL="0" lvl="0" indent="0" algn="l" rtl="0">
                        <a:lnSpc>
                          <a:spcPct val="115000"/>
                        </a:lnSpc>
                        <a:spcBef>
                          <a:spcPts val="1200"/>
                        </a:spcBef>
                        <a:spcAft>
                          <a:spcPts val="1200"/>
                        </a:spcAft>
                        <a:buNone/>
                      </a:pPr>
                      <a:r>
                        <a:rPr lang="en" sz="600"/>
                        <a:t>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14" name="Google Shape;614;p61"/>
          <p:cNvSpPr txBox="1"/>
          <p:nvPr/>
        </p:nvSpPr>
        <p:spPr>
          <a:xfrm>
            <a:off x="82850" y="1024900"/>
            <a:ext cx="6344700" cy="668100"/>
          </a:xfrm>
          <a:prstGeom prst="rect">
            <a:avLst/>
          </a:prstGeom>
          <a:noFill/>
          <a:ln>
            <a:noFill/>
          </a:ln>
        </p:spPr>
        <p:txBody>
          <a:bodyPr spcFirstLastPara="1" wrap="square" lIns="91425" tIns="91425" rIns="91425" bIns="91425" anchor="t" anchorCtr="0">
            <a:spAutoFit/>
          </a:bodyPr>
          <a:lstStyle/>
          <a:p>
            <a:pPr marL="774700" marR="469900" lvl="0" indent="-431800" algn="l" rtl="0">
              <a:lnSpc>
                <a:spcPct val="107000"/>
              </a:lnSpc>
              <a:spcBef>
                <a:spcPts val="0"/>
              </a:spcBef>
              <a:spcAft>
                <a:spcPts val="0"/>
              </a:spcAft>
              <a:buNone/>
            </a:pPr>
            <a:r>
              <a:rPr lang="en" sz="1000">
                <a:solidFill>
                  <a:schemeClr val="dk1"/>
                </a:solidFill>
                <a:latin typeface="Hanken Grotesk"/>
                <a:ea typeface="Hanken Grotesk"/>
                <a:cs typeface="Hanken Grotesk"/>
                <a:sym typeface="Hanken Grotesk"/>
              </a:rPr>
              <a:t>[7.]  	A. Pandey et al., “Integrated machine learning and geochemical indicators to assess groundwater pollution,” Environ. Sci. Eur., vol. 37, no. 1, pp. 110, May 2025. SpringerOpen</a:t>
            </a:r>
            <a:endParaRPr sz="1000">
              <a:solidFill>
                <a:schemeClr val="dk1"/>
              </a:solidFill>
              <a:latin typeface="Hanken Grotesk"/>
              <a:ea typeface="Hanken Grotesk"/>
              <a:cs typeface="Hanken Grotesk"/>
              <a:sym typeface="Hanken Grotesk"/>
            </a:endParaRPr>
          </a:p>
        </p:txBody>
      </p:sp>
      <p:pic>
        <p:nvPicPr>
          <p:cNvPr id="615" name="Google Shape;615;p61"/>
          <p:cNvPicPr preferRelativeResize="0"/>
          <p:nvPr/>
        </p:nvPicPr>
        <p:blipFill>
          <a:blip r:embed="rId4">
            <a:alphaModFix/>
          </a:blip>
          <a:stretch>
            <a:fillRect/>
          </a:stretch>
        </p:blipFill>
        <p:spPr>
          <a:xfrm>
            <a:off x="644400" y="2346225"/>
            <a:ext cx="3202050" cy="2436050"/>
          </a:xfrm>
          <a:prstGeom prst="rect">
            <a:avLst/>
          </a:prstGeom>
          <a:noFill/>
          <a:ln>
            <a:noFill/>
          </a:ln>
        </p:spPr>
      </p:pic>
      <p:pic>
        <p:nvPicPr>
          <p:cNvPr id="616" name="Google Shape;616;p61"/>
          <p:cNvPicPr preferRelativeResize="0"/>
          <p:nvPr/>
        </p:nvPicPr>
        <p:blipFill>
          <a:blip r:embed="rId5">
            <a:alphaModFix/>
          </a:blip>
          <a:stretch>
            <a:fillRect/>
          </a:stretch>
        </p:blipFill>
        <p:spPr>
          <a:xfrm>
            <a:off x="4111300" y="2502000"/>
            <a:ext cx="4225399" cy="2124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62"/>
          <p:cNvSpPr txBox="1">
            <a:spLocks noGrp="1"/>
          </p:cNvSpPr>
          <p:nvPr>
            <p:ph type="title"/>
          </p:nvPr>
        </p:nvSpPr>
        <p:spPr>
          <a:xfrm>
            <a:off x="720000" y="4151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22" name="Google Shape;622;p62"/>
          <p:cNvGraphicFramePr/>
          <p:nvPr/>
        </p:nvGraphicFramePr>
        <p:xfrm>
          <a:off x="766400" y="1658400"/>
          <a:ext cx="7473400" cy="572700"/>
        </p:xfrm>
        <a:graphic>
          <a:graphicData uri="http://schemas.openxmlformats.org/drawingml/2006/table">
            <a:tbl>
              <a:tblPr>
                <a:noFill/>
                <a:tableStyleId>{7D4C668B-C187-479B-87EF-453790EFD174}</a:tableStyleId>
              </a:tblPr>
              <a:tblGrid>
                <a:gridCol w="934175">
                  <a:extLst>
                    <a:ext uri="{9D8B030D-6E8A-4147-A177-3AD203B41FA5}">
                      <a16:colId xmlns:a16="http://schemas.microsoft.com/office/drawing/2014/main" val="20000"/>
                    </a:ext>
                  </a:extLst>
                </a:gridCol>
                <a:gridCol w="934175">
                  <a:extLst>
                    <a:ext uri="{9D8B030D-6E8A-4147-A177-3AD203B41FA5}">
                      <a16:colId xmlns:a16="http://schemas.microsoft.com/office/drawing/2014/main" val="20001"/>
                    </a:ext>
                  </a:extLst>
                </a:gridCol>
                <a:gridCol w="934175">
                  <a:extLst>
                    <a:ext uri="{9D8B030D-6E8A-4147-A177-3AD203B41FA5}">
                      <a16:colId xmlns:a16="http://schemas.microsoft.com/office/drawing/2014/main" val="20002"/>
                    </a:ext>
                  </a:extLst>
                </a:gridCol>
                <a:gridCol w="934175">
                  <a:extLst>
                    <a:ext uri="{9D8B030D-6E8A-4147-A177-3AD203B41FA5}">
                      <a16:colId xmlns:a16="http://schemas.microsoft.com/office/drawing/2014/main" val="20003"/>
                    </a:ext>
                  </a:extLst>
                </a:gridCol>
                <a:gridCol w="934175">
                  <a:extLst>
                    <a:ext uri="{9D8B030D-6E8A-4147-A177-3AD203B41FA5}">
                      <a16:colId xmlns:a16="http://schemas.microsoft.com/office/drawing/2014/main" val="20004"/>
                    </a:ext>
                  </a:extLst>
                </a:gridCol>
                <a:gridCol w="934175">
                  <a:extLst>
                    <a:ext uri="{9D8B030D-6E8A-4147-A177-3AD203B41FA5}">
                      <a16:colId xmlns:a16="http://schemas.microsoft.com/office/drawing/2014/main" val="20005"/>
                    </a:ext>
                  </a:extLst>
                </a:gridCol>
                <a:gridCol w="934175">
                  <a:extLst>
                    <a:ext uri="{9D8B030D-6E8A-4147-A177-3AD203B41FA5}">
                      <a16:colId xmlns:a16="http://schemas.microsoft.com/office/drawing/2014/main" val="20006"/>
                    </a:ext>
                  </a:extLst>
                </a:gridCol>
                <a:gridCol w="934175">
                  <a:extLst>
                    <a:ext uri="{9D8B030D-6E8A-4147-A177-3AD203B41FA5}">
                      <a16:colId xmlns:a16="http://schemas.microsoft.com/office/drawing/2014/main" val="20007"/>
                    </a:ext>
                  </a:extLst>
                </a:gridCol>
              </a:tblGrid>
              <a:tr h="572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[8]</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Deep Learning</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Sensor-based dataset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97.2</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96.5</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96.8</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96.6</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Limited geographic validation</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23" name="Google Shape;623;p62"/>
          <p:cNvSpPr txBox="1"/>
          <p:nvPr/>
        </p:nvSpPr>
        <p:spPr>
          <a:xfrm>
            <a:off x="82850" y="1024900"/>
            <a:ext cx="6344700" cy="668100"/>
          </a:xfrm>
          <a:prstGeom prst="rect">
            <a:avLst/>
          </a:prstGeom>
          <a:noFill/>
          <a:ln>
            <a:noFill/>
          </a:ln>
        </p:spPr>
        <p:txBody>
          <a:bodyPr spcFirstLastPara="1" wrap="square" lIns="91425" tIns="91425" rIns="91425" bIns="91425" anchor="t" anchorCtr="0">
            <a:spAutoFit/>
          </a:bodyPr>
          <a:lstStyle/>
          <a:p>
            <a:pPr marL="774700" marR="533400" lvl="0" indent="-431800" algn="l" rtl="0">
              <a:lnSpc>
                <a:spcPct val="107000"/>
              </a:lnSpc>
              <a:spcBef>
                <a:spcPts val="0"/>
              </a:spcBef>
              <a:spcAft>
                <a:spcPts val="0"/>
              </a:spcAft>
              <a:buNone/>
            </a:pPr>
            <a:r>
              <a:rPr lang="en" sz="1000">
                <a:solidFill>
                  <a:schemeClr val="dk1"/>
                </a:solidFill>
                <a:latin typeface="Hanken Grotesk"/>
                <a:ea typeface="Hanken Grotesk"/>
                <a:cs typeface="Hanken Grotesk"/>
                <a:sym typeface="Hanken Grotesk"/>
              </a:rPr>
              <a:t>[8.]  	H. Kim and S. Lee, “Prediction of Water Quality Using Deep Learning Techniques: An IoT based approach,” J. Water Resour. Technol., vol. 15, no. 2, pp. 89–98, Feb. 2024.</a:t>
            </a:r>
            <a:endParaRPr sz="1000">
              <a:solidFill>
                <a:schemeClr val="dk1"/>
              </a:solidFill>
              <a:latin typeface="Hanken Grotesk"/>
              <a:ea typeface="Hanken Grotesk"/>
              <a:cs typeface="Hanken Grotesk"/>
              <a:sym typeface="Hanken Grotesk"/>
            </a:endParaRPr>
          </a:p>
          <a:p>
            <a:pPr marL="774700" marR="469900" lvl="0" indent="-431800" algn="l" rtl="0">
              <a:lnSpc>
                <a:spcPct val="107000"/>
              </a:lnSpc>
              <a:spcBef>
                <a:spcPts val="0"/>
              </a:spcBef>
              <a:spcAft>
                <a:spcPts val="0"/>
              </a:spcAft>
              <a:buNone/>
            </a:pPr>
            <a:endParaRPr sz="1000">
              <a:solidFill>
                <a:schemeClr val="dk1"/>
              </a:solidFill>
              <a:latin typeface="Hanken Grotesk"/>
              <a:ea typeface="Hanken Grotesk"/>
              <a:cs typeface="Hanken Grotesk"/>
              <a:sym typeface="Hanken Grotesk"/>
            </a:endParaRPr>
          </a:p>
        </p:txBody>
      </p:sp>
      <p:pic>
        <p:nvPicPr>
          <p:cNvPr id="624" name="Google Shape;624;p62"/>
          <p:cNvPicPr preferRelativeResize="0"/>
          <p:nvPr/>
        </p:nvPicPr>
        <p:blipFill>
          <a:blip r:embed="rId4">
            <a:alphaModFix/>
          </a:blip>
          <a:stretch>
            <a:fillRect/>
          </a:stretch>
        </p:blipFill>
        <p:spPr>
          <a:xfrm>
            <a:off x="2783800" y="2286600"/>
            <a:ext cx="3212563" cy="2607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sp>
        <p:nvSpPr>
          <p:cNvPr id="630" name="Google Shape;630;p63"/>
          <p:cNvSpPr txBox="1"/>
          <p:nvPr/>
        </p:nvSpPr>
        <p:spPr>
          <a:xfrm>
            <a:off x="82850" y="1054800"/>
            <a:ext cx="6344700" cy="668100"/>
          </a:xfrm>
          <a:prstGeom prst="rect">
            <a:avLst/>
          </a:prstGeom>
          <a:noFill/>
          <a:ln>
            <a:noFill/>
          </a:ln>
        </p:spPr>
        <p:txBody>
          <a:bodyPr spcFirstLastPara="1" wrap="square" lIns="91425" tIns="91425" rIns="91425" bIns="91425" anchor="t" anchorCtr="0">
            <a:spAutoFit/>
          </a:bodyPr>
          <a:lstStyle/>
          <a:p>
            <a:pPr marL="774700" marR="469900" lvl="0" indent="-431800" algn="just" rtl="0">
              <a:lnSpc>
                <a:spcPct val="107000"/>
              </a:lnSpc>
              <a:spcBef>
                <a:spcPts val="1500"/>
              </a:spcBef>
              <a:spcAft>
                <a:spcPts val="0"/>
              </a:spcAft>
              <a:buNone/>
            </a:pPr>
            <a:r>
              <a:rPr lang="en" sz="1000">
                <a:solidFill>
                  <a:schemeClr val="dk1"/>
                </a:solidFill>
                <a:latin typeface="Hanken Grotesk"/>
                <a:ea typeface="Hanken Grotesk"/>
                <a:cs typeface="Hanken Grotesk"/>
                <a:sym typeface="Hanken Grotesk"/>
              </a:rPr>
              <a:t>[9.] P. Gupta et al., “IoT Based Real-Time Water Quality Monitoring and Alert System,” Int. J.Mod. Comput. Eng. Res., vol. 5, no. 1, pp. 45–50, Jan. 2023. </a:t>
            </a:r>
            <a:endParaRPr sz="100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000">
              <a:solidFill>
                <a:schemeClr val="dk1"/>
              </a:solidFill>
              <a:latin typeface="Hanken Grotesk"/>
              <a:ea typeface="Hanken Grotesk"/>
              <a:cs typeface="Hanken Grotesk"/>
              <a:sym typeface="Hanken Grotesk"/>
            </a:endParaRPr>
          </a:p>
        </p:txBody>
      </p:sp>
      <p:graphicFrame>
        <p:nvGraphicFramePr>
          <p:cNvPr id="631" name="Google Shape;631;p63"/>
          <p:cNvGraphicFramePr/>
          <p:nvPr/>
        </p:nvGraphicFramePr>
        <p:xfrm>
          <a:off x="766400" y="1688300"/>
          <a:ext cx="7548200" cy="279053"/>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[9]</a:t>
                      </a:r>
                      <a:r>
                        <a:rPr lang="en" sz="600" u="sng">
                          <a:solidFill>
                            <a:schemeClr val="hlink"/>
                          </a:solidFill>
                          <a:hlinkClick r:id="rId4" action="ppaction://hlinksldjump"/>
                        </a:rPr>
                        <a:t>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monitoring system</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Real-time sensors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No ML prediction</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32" name="Google Shape;632;p63" title="unnamed.jpg"/>
          <p:cNvPicPr preferRelativeResize="0"/>
          <p:nvPr/>
        </p:nvPicPr>
        <p:blipFill>
          <a:blip r:embed="rId5">
            <a:alphaModFix/>
          </a:blip>
          <a:stretch>
            <a:fillRect/>
          </a:stretch>
        </p:blipFill>
        <p:spPr>
          <a:xfrm>
            <a:off x="2760775" y="2027050"/>
            <a:ext cx="2876127" cy="287612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6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sp>
        <p:nvSpPr>
          <p:cNvPr id="638" name="Google Shape;638;p64"/>
          <p:cNvSpPr txBox="1"/>
          <p:nvPr/>
        </p:nvSpPr>
        <p:spPr>
          <a:xfrm>
            <a:off x="656600" y="1106713"/>
            <a:ext cx="63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latin typeface="Hanken Grotesk"/>
                <a:ea typeface="Hanken Grotesk"/>
                <a:cs typeface="Hanken Grotesk"/>
                <a:sym typeface="Hanken Grotesk"/>
              </a:rPr>
              <a:t>[10.] R. Kumar and S. Das, “Quality assessment and analysis of groundwater using machine learning techniques,” Sci. Total Environ., vol. 856, pp. 159–167, Mar. 2023.</a:t>
            </a:r>
            <a:endParaRPr sz="1000">
              <a:solidFill>
                <a:schemeClr val="dk1"/>
              </a:solidFill>
              <a:latin typeface="Hanken Grotesk"/>
              <a:ea typeface="Hanken Grotesk"/>
              <a:cs typeface="Hanken Grotesk"/>
              <a:sym typeface="Hanken Grotesk"/>
            </a:endParaRPr>
          </a:p>
        </p:txBody>
      </p:sp>
      <p:graphicFrame>
        <p:nvGraphicFramePr>
          <p:cNvPr id="639" name="Google Shape;639;p64"/>
          <p:cNvGraphicFramePr/>
          <p:nvPr/>
        </p:nvGraphicFramePr>
        <p:xfrm>
          <a:off x="766400" y="1688300"/>
          <a:ext cx="7548200" cy="279053"/>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[10]</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ML models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Groundwater dataset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91.4</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90.2</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89.8</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90.0</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Offline analysis only</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40" name="Google Shape;640;p64"/>
          <p:cNvPicPr preferRelativeResize="0"/>
          <p:nvPr/>
        </p:nvPicPr>
        <p:blipFill>
          <a:blip r:embed="rId4">
            <a:alphaModFix/>
          </a:blip>
          <a:stretch>
            <a:fillRect/>
          </a:stretch>
        </p:blipFill>
        <p:spPr>
          <a:xfrm>
            <a:off x="2229300" y="2051550"/>
            <a:ext cx="3726685" cy="28761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6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46" name="Google Shape;646;p65"/>
          <p:cNvGraphicFramePr/>
          <p:nvPr/>
        </p:nvGraphicFramePr>
        <p:xfrm>
          <a:off x="797900" y="1820200"/>
          <a:ext cx="7548200" cy="279053"/>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[11]</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GIS + DRASTIC</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Hydrogeological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No ML / IoT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47" name="Google Shape;647;p65"/>
          <p:cNvSpPr txBox="1"/>
          <p:nvPr/>
        </p:nvSpPr>
        <p:spPr>
          <a:xfrm>
            <a:off x="797900" y="1172663"/>
            <a:ext cx="63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latin typeface="Hanken Grotesk"/>
                <a:ea typeface="Hanken Grotesk"/>
                <a:cs typeface="Hanken Grotesk"/>
                <a:sym typeface="Hanken Grotesk"/>
              </a:rPr>
              <a:t>[11.] A. Verma et al., “Analysis of groundwater vulnerability using GIS-based DRASTIC model and electrical resistivity,” Tellus B: Chem. Phys. Meteorol., vol. 76, no. 1, pp. 123– 134, Jan. 2024. </a:t>
            </a:r>
            <a:endParaRPr sz="1000">
              <a:solidFill>
                <a:schemeClr val="dk1"/>
              </a:solidFill>
              <a:latin typeface="Hanken Grotesk"/>
              <a:ea typeface="Hanken Grotesk"/>
              <a:cs typeface="Hanken Grotesk"/>
              <a:sym typeface="Hanken Grotesk"/>
            </a:endParaRPr>
          </a:p>
        </p:txBody>
      </p:sp>
      <p:pic>
        <p:nvPicPr>
          <p:cNvPr id="648" name="Google Shape;648;p65"/>
          <p:cNvPicPr preferRelativeResize="0"/>
          <p:nvPr/>
        </p:nvPicPr>
        <p:blipFill>
          <a:blip r:embed="rId4">
            <a:alphaModFix/>
          </a:blip>
          <a:stretch>
            <a:fillRect/>
          </a:stretch>
        </p:blipFill>
        <p:spPr>
          <a:xfrm>
            <a:off x="1618850" y="2249400"/>
            <a:ext cx="4702799" cy="2631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54" name="Google Shape;654;p66"/>
          <p:cNvGraphicFramePr/>
          <p:nvPr/>
        </p:nvGraphicFramePr>
        <p:xfrm>
          <a:off x="797900" y="1746900"/>
          <a:ext cx="7548200" cy="384209"/>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[12]</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Physico-chemical analysis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Borewell samples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Traditional analysis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55" name="Google Shape;655;p66"/>
          <p:cNvSpPr txBox="1"/>
          <p:nvPr/>
        </p:nvSpPr>
        <p:spPr>
          <a:xfrm>
            <a:off x="797900" y="1017725"/>
            <a:ext cx="63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latin typeface="Hanken Grotesk"/>
                <a:ea typeface="Hanken Grotesk"/>
                <a:cs typeface="Hanken Grotesk"/>
                <a:sym typeface="Hanken Grotesk"/>
              </a:rPr>
              <a:t>[12.] S. R. Natarajan and M. S. Kumar, “Physicochemical Analysis of Borewell Water Samples of Telungupalayam Area in Coimbatore District,” Int. J. Environ. Sci., vol. 5, no. 2, pp. 67–72, Apr. 2013.</a:t>
            </a:r>
            <a:endParaRPr sz="1000">
              <a:solidFill>
                <a:schemeClr val="dk1"/>
              </a:solidFill>
              <a:latin typeface="Hanken Grotesk"/>
              <a:ea typeface="Hanken Grotesk"/>
              <a:cs typeface="Hanken Grotesk"/>
              <a:sym typeface="Hanken Grotesk"/>
            </a:endParaRPr>
          </a:p>
        </p:txBody>
      </p:sp>
      <p:pic>
        <p:nvPicPr>
          <p:cNvPr id="656" name="Google Shape;656;p66"/>
          <p:cNvPicPr preferRelativeResize="0"/>
          <p:nvPr/>
        </p:nvPicPr>
        <p:blipFill>
          <a:blip r:embed="rId4">
            <a:alphaModFix/>
          </a:blip>
          <a:stretch>
            <a:fillRect/>
          </a:stretch>
        </p:blipFill>
        <p:spPr>
          <a:xfrm>
            <a:off x="2954450" y="2207750"/>
            <a:ext cx="2561065" cy="27123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62" name="Google Shape;662;p67"/>
          <p:cNvGraphicFramePr/>
          <p:nvPr/>
        </p:nvGraphicFramePr>
        <p:xfrm>
          <a:off x="797900" y="1746900"/>
          <a:ext cx="7548200" cy="279053"/>
        </p:xfrm>
        <a:graphic>
          <a:graphicData uri="http://schemas.openxmlformats.org/drawingml/2006/table">
            <a:tbl>
              <a:tblPr>
                <a:noFill/>
                <a:tableStyleId>{7D4C668B-C187-479B-87EF-453790EFD174}</a:tableStyleId>
              </a:tblPr>
              <a:tblGrid>
                <a:gridCol w="943525">
                  <a:extLst>
                    <a:ext uri="{9D8B030D-6E8A-4147-A177-3AD203B41FA5}">
                      <a16:colId xmlns:a16="http://schemas.microsoft.com/office/drawing/2014/main" val="20000"/>
                    </a:ext>
                  </a:extLst>
                </a:gridCol>
                <a:gridCol w="943525">
                  <a:extLst>
                    <a:ext uri="{9D8B030D-6E8A-4147-A177-3AD203B41FA5}">
                      <a16:colId xmlns:a16="http://schemas.microsoft.com/office/drawing/2014/main" val="20001"/>
                    </a:ext>
                  </a:extLst>
                </a:gridCol>
                <a:gridCol w="943525">
                  <a:extLst>
                    <a:ext uri="{9D8B030D-6E8A-4147-A177-3AD203B41FA5}">
                      <a16:colId xmlns:a16="http://schemas.microsoft.com/office/drawing/2014/main" val="20002"/>
                    </a:ext>
                  </a:extLst>
                </a:gridCol>
                <a:gridCol w="943525">
                  <a:extLst>
                    <a:ext uri="{9D8B030D-6E8A-4147-A177-3AD203B41FA5}">
                      <a16:colId xmlns:a16="http://schemas.microsoft.com/office/drawing/2014/main" val="20003"/>
                    </a:ext>
                  </a:extLst>
                </a:gridCol>
                <a:gridCol w="943525">
                  <a:extLst>
                    <a:ext uri="{9D8B030D-6E8A-4147-A177-3AD203B41FA5}">
                      <a16:colId xmlns:a16="http://schemas.microsoft.com/office/drawing/2014/main" val="20004"/>
                    </a:ext>
                  </a:extLst>
                </a:gridCol>
                <a:gridCol w="943525">
                  <a:extLst>
                    <a:ext uri="{9D8B030D-6E8A-4147-A177-3AD203B41FA5}">
                      <a16:colId xmlns:a16="http://schemas.microsoft.com/office/drawing/2014/main" val="20005"/>
                    </a:ext>
                  </a:extLst>
                </a:gridCol>
                <a:gridCol w="943525">
                  <a:extLst>
                    <a:ext uri="{9D8B030D-6E8A-4147-A177-3AD203B41FA5}">
                      <a16:colId xmlns:a16="http://schemas.microsoft.com/office/drawing/2014/main" val="20006"/>
                    </a:ext>
                  </a:extLst>
                </a:gridCol>
                <a:gridCol w="943525">
                  <a:extLst>
                    <a:ext uri="{9D8B030D-6E8A-4147-A177-3AD203B41FA5}">
                      <a16:colId xmlns:a16="http://schemas.microsoft.com/office/drawing/2014/main" val="20007"/>
                    </a:ext>
                  </a:extLst>
                </a:gridCol>
              </a:tblGrid>
              <a:tr h="2310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[13]</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 Review paper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Multiple studies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No experimentation</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63" name="Google Shape;663;p67"/>
          <p:cNvSpPr txBox="1"/>
          <p:nvPr/>
        </p:nvSpPr>
        <p:spPr>
          <a:xfrm>
            <a:off x="797900" y="1017725"/>
            <a:ext cx="6344700" cy="503400"/>
          </a:xfrm>
          <a:prstGeom prst="rect">
            <a:avLst/>
          </a:prstGeom>
          <a:noFill/>
          <a:ln>
            <a:noFill/>
          </a:ln>
        </p:spPr>
        <p:txBody>
          <a:bodyPr spcFirstLastPara="1" wrap="square" lIns="91425" tIns="91425" rIns="91425" bIns="91425" anchor="t" anchorCtr="0">
            <a:spAutoFit/>
          </a:bodyPr>
          <a:lstStyle/>
          <a:p>
            <a:pPr marL="774700" marR="444500" lvl="0" indent="-520700" algn="just" rtl="0">
              <a:lnSpc>
                <a:spcPct val="107000"/>
              </a:lnSpc>
              <a:spcBef>
                <a:spcPts val="400"/>
              </a:spcBef>
              <a:spcAft>
                <a:spcPts val="0"/>
              </a:spcAft>
              <a:buNone/>
            </a:pPr>
            <a:r>
              <a:rPr lang="en" sz="1000">
                <a:solidFill>
                  <a:schemeClr val="dk1"/>
                </a:solidFill>
                <a:latin typeface="Hanken Grotesk"/>
                <a:ea typeface="Hanken Grotesk"/>
                <a:cs typeface="Hanken Grotesk"/>
                <a:sym typeface="Hanken Grotesk"/>
              </a:rPr>
              <a:t>[13.]  J. Smith and L. Wang, “A review of IoT for water quality monitoring,” Sci. Total Environ., vol. 712, pp. 136–145, May 2020.</a:t>
            </a:r>
            <a:endParaRPr sz="1000">
              <a:solidFill>
                <a:schemeClr val="dk1"/>
              </a:solidFill>
              <a:latin typeface="Hanken Grotesk"/>
              <a:ea typeface="Hanken Grotesk"/>
              <a:cs typeface="Hanken Grotesk"/>
              <a:sym typeface="Hanken Grotesk"/>
            </a:endParaRPr>
          </a:p>
        </p:txBody>
      </p:sp>
      <p:pic>
        <p:nvPicPr>
          <p:cNvPr id="664" name="Google Shape;664;p67"/>
          <p:cNvPicPr preferRelativeResize="0"/>
          <p:nvPr/>
        </p:nvPicPr>
        <p:blipFill>
          <a:blip r:embed="rId4">
            <a:alphaModFix/>
          </a:blip>
          <a:stretch>
            <a:fillRect/>
          </a:stretch>
        </p:blipFill>
        <p:spPr>
          <a:xfrm>
            <a:off x="2486650" y="2089025"/>
            <a:ext cx="3549252" cy="28175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70" name="Google Shape;670;p68"/>
          <p:cNvGraphicFramePr/>
          <p:nvPr/>
        </p:nvGraphicFramePr>
        <p:xfrm>
          <a:off x="766400" y="1688300"/>
          <a:ext cx="7473400" cy="572700"/>
        </p:xfrm>
        <a:graphic>
          <a:graphicData uri="http://schemas.openxmlformats.org/drawingml/2006/table">
            <a:tbl>
              <a:tblPr>
                <a:noFill/>
                <a:tableStyleId>{7D4C668B-C187-479B-87EF-453790EFD174}</a:tableStyleId>
              </a:tblPr>
              <a:tblGrid>
                <a:gridCol w="934175">
                  <a:extLst>
                    <a:ext uri="{9D8B030D-6E8A-4147-A177-3AD203B41FA5}">
                      <a16:colId xmlns:a16="http://schemas.microsoft.com/office/drawing/2014/main" val="20000"/>
                    </a:ext>
                  </a:extLst>
                </a:gridCol>
                <a:gridCol w="934175">
                  <a:extLst>
                    <a:ext uri="{9D8B030D-6E8A-4147-A177-3AD203B41FA5}">
                      <a16:colId xmlns:a16="http://schemas.microsoft.com/office/drawing/2014/main" val="20001"/>
                    </a:ext>
                  </a:extLst>
                </a:gridCol>
                <a:gridCol w="934175">
                  <a:extLst>
                    <a:ext uri="{9D8B030D-6E8A-4147-A177-3AD203B41FA5}">
                      <a16:colId xmlns:a16="http://schemas.microsoft.com/office/drawing/2014/main" val="20002"/>
                    </a:ext>
                  </a:extLst>
                </a:gridCol>
                <a:gridCol w="934175">
                  <a:extLst>
                    <a:ext uri="{9D8B030D-6E8A-4147-A177-3AD203B41FA5}">
                      <a16:colId xmlns:a16="http://schemas.microsoft.com/office/drawing/2014/main" val="20003"/>
                    </a:ext>
                  </a:extLst>
                </a:gridCol>
                <a:gridCol w="934175">
                  <a:extLst>
                    <a:ext uri="{9D8B030D-6E8A-4147-A177-3AD203B41FA5}">
                      <a16:colId xmlns:a16="http://schemas.microsoft.com/office/drawing/2014/main" val="20004"/>
                    </a:ext>
                  </a:extLst>
                </a:gridCol>
                <a:gridCol w="934175">
                  <a:extLst>
                    <a:ext uri="{9D8B030D-6E8A-4147-A177-3AD203B41FA5}">
                      <a16:colId xmlns:a16="http://schemas.microsoft.com/office/drawing/2014/main" val="20005"/>
                    </a:ext>
                  </a:extLst>
                </a:gridCol>
                <a:gridCol w="934175">
                  <a:extLst>
                    <a:ext uri="{9D8B030D-6E8A-4147-A177-3AD203B41FA5}">
                      <a16:colId xmlns:a16="http://schemas.microsoft.com/office/drawing/2014/main" val="20006"/>
                    </a:ext>
                  </a:extLst>
                </a:gridCol>
                <a:gridCol w="934175">
                  <a:extLst>
                    <a:ext uri="{9D8B030D-6E8A-4147-A177-3AD203B41FA5}">
                      <a16:colId xmlns:a16="http://schemas.microsoft.com/office/drawing/2014/main" val="20007"/>
                    </a:ext>
                  </a:extLst>
                </a:gridCol>
              </a:tblGrid>
              <a:tr h="572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[14]</a:t>
                      </a:r>
                      <a:r>
                        <a:rPr lang="en" sz="600"/>
                        <a:t>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Early IoT + ML</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 Water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~85</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Outdated methods</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71" name="Google Shape;671;p68"/>
          <p:cNvSpPr txBox="1"/>
          <p:nvPr/>
        </p:nvSpPr>
        <p:spPr>
          <a:xfrm>
            <a:off x="832150" y="1054800"/>
            <a:ext cx="5595600" cy="4926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1200"/>
              </a:spcAft>
              <a:buNone/>
            </a:pPr>
            <a:r>
              <a:rPr lang="en" sz="1000">
                <a:latin typeface="Hanken Grotesk"/>
                <a:ea typeface="Hanken Grotesk"/>
                <a:cs typeface="Hanken Grotesk"/>
                <a:sym typeface="Hanken Grotesk"/>
              </a:rPr>
              <a:t>[14] Das, B., Jain, P.C.: 'Real-time water quality monitoring system using Internet of Things', Proc. Int. Conf. Comput., Commun. Electron. (Comptelix), Jaipur, India, July 2017, pp. 78–82</a:t>
            </a:r>
            <a:endParaRPr sz="1000">
              <a:solidFill>
                <a:schemeClr val="dk1"/>
              </a:solidFill>
              <a:latin typeface="Hanken Grotesk"/>
              <a:ea typeface="Hanken Grotesk"/>
              <a:cs typeface="Hanken Grotesk"/>
              <a:sym typeface="Hanken Grotesk"/>
            </a:endParaRPr>
          </a:p>
        </p:txBody>
      </p:sp>
      <p:pic>
        <p:nvPicPr>
          <p:cNvPr id="672" name="Google Shape;672;p68"/>
          <p:cNvPicPr preferRelativeResize="0"/>
          <p:nvPr/>
        </p:nvPicPr>
        <p:blipFill rotWithShape="1">
          <a:blip r:embed="rId4">
            <a:alphaModFix/>
          </a:blip>
          <a:srcRect b="41127"/>
          <a:stretch/>
        </p:blipFill>
        <p:spPr>
          <a:xfrm>
            <a:off x="974825" y="2368650"/>
            <a:ext cx="2773825" cy="2463950"/>
          </a:xfrm>
          <a:prstGeom prst="rect">
            <a:avLst/>
          </a:prstGeom>
          <a:noFill/>
          <a:ln>
            <a:noFill/>
          </a:ln>
        </p:spPr>
      </p:pic>
      <p:pic>
        <p:nvPicPr>
          <p:cNvPr id="673" name="Google Shape;673;p68"/>
          <p:cNvPicPr preferRelativeResize="0"/>
          <p:nvPr/>
        </p:nvPicPr>
        <p:blipFill rotWithShape="1">
          <a:blip r:embed="rId4">
            <a:alphaModFix/>
          </a:blip>
          <a:srcRect t="58564"/>
          <a:stretch/>
        </p:blipFill>
        <p:spPr>
          <a:xfrm>
            <a:off x="3821500" y="2704200"/>
            <a:ext cx="3121100" cy="195135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6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79" name="Google Shape;679;p69"/>
          <p:cNvGraphicFramePr/>
          <p:nvPr/>
        </p:nvGraphicFramePr>
        <p:xfrm>
          <a:off x="766400" y="1688300"/>
          <a:ext cx="7473400" cy="572700"/>
        </p:xfrm>
        <a:graphic>
          <a:graphicData uri="http://schemas.openxmlformats.org/drawingml/2006/table">
            <a:tbl>
              <a:tblPr>
                <a:noFill/>
                <a:tableStyleId>{7D4C668B-C187-479B-87EF-453790EFD174}</a:tableStyleId>
              </a:tblPr>
              <a:tblGrid>
                <a:gridCol w="934175">
                  <a:extLst>
                    <a:ext uri="{9D8B030D-6E8A-4147-A177-3AD203B41FA5}">
                      <a16:colId xmlns:a16="http://schemas.microsoft.com/office/drawing/2014/main" val="20000"/>
                    </a:ext>
                  </a:extLst>
                </a:gridCol>
                <a:gridCol w="934175">
                  <a:extLst>
                    <a:ext uri="{9D8B030D-6E8A-4147-A177-3AD203B41FA5}">
                      <a16:colId xmlns:a16="http://schemas.microsoft.com/office/drawing/2014/main" val="20001"/>
                    </a:ext>
                  </a:extLst>
                </a:gridCol>
                <a:gridCol w="934175">
                  <a:extLst>
                    <a:ext uri="{9D8B030D-6E8A-4147-A177-3AD203B41FA5}">
                      <a16:colId xmlns:a16="http://schemas.microsoft.com/office/drawing/2014/main" val="20002"/>
                    </a:ext>
                  </a:extLst>
                </a:gridCol>
                <a:gridCol w="934175">
                  <a:extLst>
                    <a:ext uri="{9D8B030D-6E8A-4147-A177-3AD203B41FA5}">
                      <a16:colId xmlns:a16="http://schemas.microsoft.com/office/drawing/2014/main" val="20003"/>
                    </a:ext>
                  </a:extLst>
                </a:gridCol>
                <a:gridCol w="934175">
                  <a:extLst>
                    <a:ext uri="{9D8B030D-6E8A-4147-A177-3AD203B41FA5}">
                      <a16:colId xmlns:a16="http://schemas.microsoft.com/office/drawing/2014/main" val="20004"/>
                    </a:ext>
                  </a:extLst>
                </a:gridCol>
                <a:gridCol w="934175">
                  <a:extLst>
                    <a:ext uri="{9D8B030D-6E8A-4147-A177-3AD203B41FA5}">
                      <a16:colId xmlns:a16="http://schemas.microsoft.com/office/drawing/2014/main" val="20005"/>
                    </a:ext>
                  </a:extLst>
                </a:gridCol>
                <a:gridCol w="934175">
                  <a:extLst>
                    <a:ext uri="{9D8B030D-6E8A-4147-A177-3AD203B41FA5}">
                      <a16:colId xmlns:a16="http://schemas.microsoft.com/office/drawing/2014/main" val="20006"/>
                    </a:ext>
                  </a:extLst>
                </a:gridCol>
                <a:gridCol w="934175">
                  <a:extLst>
                    <a:ext uri="{9D8B030D-6E8A-4147-A177-3AD203B41FA5}">
                      <a16:colId xmlns:a16="http://schemas.microsoft.com/office/drawing/2014/main" val="20007"/>
                    </a:ext>
                  </a:extLst>
                </a:gridCol>
              </a:tblGrid>
              <a:tr h="572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[15]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Cloud</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 Sensor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No ML evaluation</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80" name="Google Shape;680;p69"/>
          <p:cNvSpPr txBox="1"/>
          <p:nvPr/>
        </p:nvSpPr>
        <p:spPr>
          <a:xfrm>
            <a:off x="832150" y="1054800"/>
            <a:ext cx="5595600" cy="6465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1200"/>
              </a:spcAft>
              <a:buNone/>
            </a:pPr>
            <a:r>
              <a:rPr lang="en" sz="1000">
                <a:latin typeface="Hanken Grotesk"/>
                <a:ea typeface="Hanken Grotesk"/>
                <a:cs typeface="Hanken Grotesk"/>
                <a:sym typeface="Hanken Grotesk"/>
              </a:rPr>
              <a:t>[15] Gopavanitha, K., Nagaraju, S.: 'A low cost system for real time water quality monitoring and controlling using IoT', Proc. Int. Conf. Energy, Commun., Data Anal. Soft Comput. (ICECDS), Chennai, India, August 2017, pp. 3227–3229</a:t>
            </a:r>
            <a:endParaRPr sz="1000">
              <a:solidFill>
                <a:schemeClr val="dk1"/>
              </a:solidFill>
              <a:latin typeface="Hanken Grotesk"/>
              <a:ea typeface="Hanken Grotesk"/>
              <a:cs typeface="Hanken Grotesk"/>
              <a:sym typeface="Hanken Grotesk"/>
            </a:endParaRPr>
          </a:p>
        </p:txBody>
      </p:sp>
      <p:pic>
        <p:nvPicPr>
          <p:cNvPr id="681" name="Google Shape;681;p69"/>
          <p:cNvPicPr preferRelativeResize="0"/>
          <p:nvPr/>
        </p:nvPicPr>
        <p:blipFill>
          <a:blip r:embed="rId4">
            <a:alphaModFix/>
          </a:blip>
          <a:stretch>
            <a:fillRect/>
          </a:stretch>
        </p:blipFill>
        <p:spPr>
          <a:xfrm>
            <a:off x="1524000" y="2500950"/>
            <a:ext cx="2292625" cy="2327575"/>
          </a:xfrm>
          <a:prstGeom prst="rect">
            <a:avLst/>
          </a:prstGeom>
          <a:noFill/>
          <a:ln>
            <a:noFill/>
          </a:ln>
        </p:spPr>
      </p:pic>
      <p:pic>
        <p:nvPicPr>
          <p:cNvPr id="682" name="Google Shape;682;p69"/>
          <p:cNvPicPr preferRelativeResize="0"/>
          <p:nvPr/>
        </p:nvPicPr>
        <p:blipFill>
          <a:blip r:embed="rId5">
            <a:alphaModFix/>
          </a:blip>
          <a:stretch>
            <a:fillRect/>
          </a:stretch>
        </p:blipFill>
        <p:spPr>
          <a:xfrm>
            <a:off x="4503100" y="2463449"/>
            <a:ext cx="2361775" cy="24025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7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88" name="Google Shape;688;p70"/>
          <p:cNvGraphicFramePr/>
          <p:nvPr/>
        </p:nvGraphicFramePr>
        <p:xfrm>
          <a:off x="766400" y="1688300"/>
          <a:ext cx="7473400" cy="572700"/>
        </p:xfrm>
        <a:graphic>
          <a:graphicData uri="http://schemas.openxmlformats.org/drawingml/2006/table">
            <a:tbl>
              <a:tblPr>
                <a:noFill/>
                <a:tableStyleId>{7D4C668B-C187-479B-87EF-453790EFD174}</a:tableStyleId>
              </a:tblPr>
              <a:tblGrid>
                <a:gridCol w="934175">
                  <a:extLst>
                    <a:ext uri="{9D8B030D-6E8A-4147-A177-3AD203B41FA5}">
                      <a16:colId xmlns:a16="http://schemas.microsoft.com/office/drawing/2014/main" val="20000"/>
                    </a:ext>
                  </a:extLst>
                </a:gridCol>
                <a:gridCol w="934175">
                  <a:extLst>
                    <a:ext uri="{9D8B030D-6E8A-4147-A177-3AD203B41FA5}">
                      <a16:colId xmlns:a16="http://schemas.microsoft.com/office/drawing/2014/main" val="20001"/>
                    </a:ext>
                  </a:extLst>
                </a:gridCol>
                <a:gridCol w="934175">
                  <a:extLst>
                    <a:ext uri="{9D8B030D-6E8A-4147-A177-3AD203B41FA5}">
                      <a16:colId xmlns:a16="http://schemas.microsoft.com/office/drawing/2014/main" val="20002"/>
                    </a:ext>
                  </a:extLst>
                </a:gridCol>
                <a:gridCol w="934175">
                  <a:extLst>
                    <a:ext uri="{9D8B030D-6E8A-4147-A177-3AD203B41FA5}">
                      <a16:colId xmlns:a16="http://schemas.microsoft.com/office/drawing/2014/main" val="20003"/>
                    </a:ext>
                  </a:extLst>
                </a:gridCol>
                <a:gridCol w="934175">
                  <a:extLst>
                    <a:ext uri="{9D8B030D-6E8A-4147-A177-3AD203B41FA5}">
                      <a16:colId xmlns:a16="http://schemas.microsoft.com/office/drawing/2014/main" val="20004"/>
                    </a:ext>
                  </a:extLst>
                </a:gridCol>
                <a:gridCol w="934175">
                  <a:extLst>
                    <a:ext uri="{9D8B030D-6E8A-4147-A177-3AD203B41FA5}">
                      <a16:colId xmlns:a16="http://schemas.microsoft.com/office/drawing/2014/main" val="20005"/>
                    </a:ext>
                  </a:extLst>
                </a:gridCol>
                <a:gridCol w="934175">
                  <a:extLst>
                    <a:ext uri="{9D8B030D-6E8A-4147-A177-3AD203B41FA5}">
                      <a16:colId xmlns:a16="http://schemas.microsoft.com/office/drawing/2014/main" val="20006"/>
                    </a:ext>
                  </a:extLst>
                </a:gridCol>
                <a:gridCol w="934175">
                  <a:extLst>
                    <a:ext uri="{9D8B030D-6E8A-4147-A177-3AD203B41FA5}">
                      <a16:colId xmlns:a16="http://schemas.microsoft.com/office/drawing/2014/main" val="20007"/>
                    </a:ext>
                  </a:extLst>
                </a:gridCol>
              </a:tblGrid>
              <a:tr h="572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[16]</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ML</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Real-time water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~88</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Small dataset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89" name="Google Shape;689;p70"/>
          <p:cNvSpPr txBox="1"/>
          <p:nvPr/>
        </p:nvSpPr>
        <p:spPr>
          <a:xfrm>
            <a:off x="832150" y="1054800"/>
            <a:ext cx="5595600" cy="6465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1200"/>
              </a:spcAft>
              <a:buNone/>
            </a:pPr>
            <a:r>
              <a:rPr lang="en" sz="1000">
                <a:latin typeface="Hanken Grotesk"/>
                <a:ea typeface="Hanken Grotesk"/>
                <a:cs typeface="Hanken Grotesk"/>
                <a:sym typeface="Hanken Grotesk"/>
              </a:rPr>
              <a:t>[16] Jayalakshmi, S., Hemalatha, P.: 'Measuring the water quality in bore well using sensors and alerting system', Proc. IEEE Int. Conf. Syst., Comput., Autom. Netw. (ICSCAN), Puducherry, India, March 2019, pp. 1–4</a:t>
            </a:r>
            <a:endParaRPr sz="1000">
              <a:solidFill>
                <a:schemeClr val="dk1"/>
              </a:solidFill>
              <a:latin typeface="Hanken Grotesk"/>
              <a:ea typeface="Hanken Grotesk"/>
              <a:cs typeface="Hanken Grotesk"/>
              <a:sym typeface="Hanken Grotesk"/>
            </a:endParaRPr>
          </a:p>
        </p:txBody>
      </p:sp>
      <p:pic>
        <p:nvPicPr>
          <p:cNvPr id="690" name="Google Shape;690;p70"/>
          <p:cNvPicPr preferRelativeResize="0"/>
          <p:nvPr/>
        </p:nvPicPr>
        <p:blipFill>
          <a:blip r:embed="rId4">
            <a:alphaModFix/>
          </a:blip>
          <a:stretch>
            <a:fillRect/>
          </a:stretch>
        </p:blipFill>
        <p:spPr>
          <a:xfrm>
            <a:off x="2636337" y="2404500"/>
            <a:ext cx="3733524" cy="2299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696" name="Google Shape;696;p71"/>
          <p:cNvGraphicFramePr/>
          <p:nvPr/>
        </p:nvGraphicFramePr>
        <p:xfrm>
          <a:off x="766400" y="1688300"/>
          <a:ext cx="7473400" cy="572700"/>
        </p:xfrm>
        <a:graphic>
          <a:graphicData uri="http://schemas.openxmlformats.org/drawingml/2006/table">
            <a:tbl>
              <a:tblPr>
                <a:noFill/>
                <a:tableStyleId>{7D4C668B-C187-479B-87EF-453790EFD174}</a:tableStyleId>
              </a:tblPr>
              <a:tblGrid>
                <a:gridCol w="934175">
                  <a:extLst>
                    <a:ext uri="{9D8B030D-6E8A-4147-A177-3AD203B41FA5}">
                      <a16:colId xmlns:a16="http://schemas.microsoft.com/office/drawing/2014/main" val="20000"/>
                    </a:ext>
                  </a:extLst>
                </a:gridCol>
                <a:gridCol w="934175">
                  <a:extLst>
                    <a:ext uri="{9D8B030D-6E8A-4147-A177-3AD203B41FA5}">
                      <a16:colId xmlns:a16="http://schemas.microsoft.com/office/drawing/2014/main" val="20001"/>
                    </a:ext>
                  </a:extLst>
                </a:gridCol>
                <a:gridCol w="934175">
                  <a:extLst>
                    <a:ext uri="{9D8B030D-6E8A-4147-A177-3AD203B41FA5}">
                      <a16:colId xmlns:a16="http://schemas.microsoft.com/office/drawing/2014/main" val="20002"/>
                    </a:ext>
                  </a:extLst>
                </a:gridCol>
                <a:gridCol w="934175">
                  <a:extLst>
                    <a:ext uri="{9D8B030D-6E8A-4147-A177-3AD203B41FA5}">
                      <a16:colId xmlns:a16="http://schemas.microsoft.com/office/drawing/2014/main" val="20003"/>
                    </a:ext>
                  </a:extLst>
                </a:gridCol>
                <a:gridCol w="934175">
                  <a:extLst>
                    <a:ext uri="{9D8B030D-6E8A-4147-A177-3AD203B41FA5}">
                      <a16:colId xmlns:a16="http://schemas.microsoft.com/office/drawing/2014/main" val="20004"/>
                    </a:ext>
                  </a:extLst>
                </a:gridCol>
                <a:gridCol w="934175">
                  <a:extLst>
                    <a:ext uri="{9D8B030D-6E8A-4147-A177-3AD203B41FA5}">
                      <a16:colId xmlns:a16="http://schemas.microsoft.com/office/drawing/2014/main" val="20005"/>
                    </a:ext>
                  </a:extLst>
                </a:gridCol>
                <a:gridCol w="934175">
                  <a:extLst>
                    <a:ext uri="{9D8B030D-6E8A-4147-A177-3AD203B41FA5}">
                      <a16:colId xmlns:a16="http://schemas.microsoft.com/office/drawing/2014/main" val="20006"/>
                    </a:ext>
                  </a:extLst>
                </a:gridCol>
                <a:gridCol w="934175">
                  <a:extLst>
                    <a:ext uri="{9D8B030D-6E8A-4147-A177-3AD203B41FA5}">
                      <a16:colId xmlns:a16="http://schemas.microsoft.com/office/drawing/2014/main" val="20007"/>
                    </a:ext>
                  </a:extLst>
                </a:gridCol>
              </a:tblGrid>
              <a:tr h="572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[17] </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Cloud</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Sensor dataset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NR</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Monitoring only</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97" name="Google Shape;697;p71"/>
          <p:cNvSpPr txBox="1"/>
          <p:nvPr/>
        </p:nvSpPr>
        <p:spPr>
          <a:xfrm>
            <a:off x="832150" y="1054800"/>
            <a:ext cx="5595600" cy="4926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1200"/>
              </a:spcAft>
              <a:buNone/>
            </a:pPr>
            <a:r>
              <a:rPr lang="en" sz="1000">
                <a:latin typeface="Hanken Grotesk"/>
                <a:ea typeface="Hanken Grotesk"/>
                <a:cs typeface="Hanken Grotesk"/>
                <a:sym typeface="Hanken Grotesk"/>
              </a:rPr>
              <a:t>[17] Imani, M., Mohammadi, M., Faghih, A., et al.: 'A novel machine learning application: water quality resilience prediction model', </a:t>
            </a:r>
            <a:r>
              <a:rPr lang="en" sz="1000" i="1">
                <a:latin typeface="Hanken Grotesk"/>
                <a:ea typeface="Hanken Grotesk"/>
                <a:cs typeface="Hanken Grotesk"/>
                <a:sym typeface="Hanken Grotesk"/>
              </a:rPr>
              <a:t>Sci. Total Environ.</a:t>
            </a:r>
            <a:r>
              <a:rPr lang="en" sz="1000">
                <a:latin typeface="Hanken Grotesk"/>
                <a:ea typeface="Hanken Grotesk"/>
                <a:cs typeface="Hanken Grotesk"/>
                <a:sym typeface="Hanken Grotesk"/>
              </a:rPr>
              <a:t>, 2021, </a:t>
            </a:r>
            <a:r>
              <a:rPr lang="en" sz="1000" b="1">
                <a:latin typeface="Hanken Grotesk"/>
                <a:ea typeface="Hanken Grotesk"/>
                <a:cs typeface="Hanken Grotesk"/>
                <a:sym typeface="Hanken Grotesk"/>
              </a:rPr>
              <a:t>768</a:t>
            </a:r>
            <a:r>
              <a:rPr lang="en" sz="1000">
                <a:latin typeface="Hanken Grotesk"/>
                <a:ea typeface="Hanken Grotesk"/>
                <a:cs typeface="Hanken Grotesk"/>
                <a:sym typeface="Hanken Grotesk"/>
              </a:rPr>
              <a:t>, p. 144459</a:t>
            </a:r>
            <a:endParaRPr sz="1000">
              <a:solidFill>
                <a:schemeClr val="dk1"/>
              </a:solidFill>
              <a:latin typeface="Hanken Grotesk"/>
              <a:ea typeface="Hanken Grotesk"/>
              <a:cs typeface="Hanken Grotesk"/>
              <a:sym typeface="Hanken Grotesk"/>
            </a:endParaRPr>
          </a:p>
        </p:txBody>
      </p:sp>
      <p:pic>
        <p:nvPicPr>
          <p:cNvPr id="698" name="Google Shape;698;p71"/>
          <p:cNvPicPr preferRelativeResize="0"/>
          <p:nvPr/>
        </p:nvPicPr>
        <p:blipFill>
          <a:blip r:embed="rId4">
            <a:alphaModFix/>
          </a:blip>
          <a:stretch>
            <a:fillRect/>
          </a:stretch>
        </p:blipFill>
        <p:spPr>
          <a:xfrm>
            <a:off x="2381250" y="2323950"/>
            <a:ext cx="3830924" cy="25777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7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Paper Content</a:t>
            </a:r>
            <a:endParaRPr/>
          </a:p>
        </p:txBody>
      </p:sp>
      <p:graphicFrame>
        <p:nvGraphicFramePr>
          <p:cNvPr id="704" name="Google Shape;704;p72"/>
          <p:cNvGraphicFramePr/>
          <p:nvPr/>
        </p:nvGraphicFramePr>
        <p:xfrm>
          <a:off x="766400" y="1688300"/>
          <a:ext cx="7473400" cy="572700"/>
        </p:xfrm>
        <a:graphic>
          <a:graphicData uri="http://schemas.openxmlformats.org/drawingml/2006/table">
            <a:tbl>
              <a:tblPr>
                <a:noFill/>
                <a:tableStyleId>{7D4C668B-C187-479B-87EF-453790EFD174}</a:tableStyleId>
              </a:tblPr>
              <a:tblGrid>
                <a:gridCol w="934175">
                  <a:extLst>
                    <a:ext uri="{9D8B030D-6E8A-4147-A177-3AD203B41FA5}">
                      <a16:colId xmlns:a16="http://schemas.microsoft.com/office/drawing/2014/main" val="20000"/>
                    </a:ext>
                  </a:extLst>
                </a:gridCol>
                <a:gridCol w="934175">
                  <a:extLst>
                    <a:ext uri="{9D8B030D-6E8A-4147-A177-3AD203B41FA5}">
                      <a16:colId xmlns:a16="http://schemas.microsoft.com/office/drawing/2014/main" val="20001"/>
                    </a:ext>
                  </a:extLst>
                </a:gridCol>
                <a:gridCol w="934175">
                  <a:extLst>
                    <a:ext uri="{9D8B030D-6E8A-4147-A177-3AD203B41FA5}">
                      <a16:colId xmlns:a16="http://schemas.microsoft.com/office/drawing/2014/main" val="20002"/>
                    </a:ext>
                  </a:extLst>
                </a:gridCol>
                <a:gridCol w="934175">
                  <a:extLst>
                    <a:ext uri="{9D8B030D-6E8A-4147-A177-3AD203B41FA5}">
                      <a16:colId xmlns:a16="http://schemas.microsoft.com/office/drawing/2014/main" val="20003"/>
                    </a:ext>
                  </a:extLst>
                </a:gridCol>
                <a:gridCol w="934175">
                  <a:extLst>
                    <a:ext uri="{9D8B030D-6E8A-4147-A177-3AD203B41FA5}">
                      <a16:colId xmlns:a16="http://schemas.microsoft.com/office/drawing/2014/main" val="20004"/>
                    </a:ext>
                  </a:extLst>
                </a:gridCol>
                <a:gridCol w="934175">
                  <a:extLst>
                    <a:ext uri="{9D8B030D-6E8A-4147-A177-3AD203B41FA5}">
                      <a16:colId xmlns:a16="http://schemas.microsoft.com/office/drawing/2014/main" val="20005"/>
                    </a:ext>
                  </a:extLst>
                </a:gridCol>
                <a:gridCol w="934175">
                  <a:extLst>
                    <a:ext uri="{9D8B030D-6E8A-4147-A177-3AD203B41FA5}">
                      <a16:colId xmlns:a16="http://schemas.microsoft.com/office/drawing/2014/main" val="20006"/>
                    </a:ext>
                  </a:extLst>
                </a:gridCol>
                <a:gridCol w="934175">
                  <a:extLst>
                    <a:ext uri="{9D8B030D-6E8A-4147-A177-3AD203B41FA5}">
                      <a16:colId xmlns:a16="http://schemas.microsoft.com/office/drawing/2014/main" val="20007"/>
                    </a:ext>
                  </a:extLst>
                </a:gridCol>
              </a:tblGrid>
              <a:tr h="572700">
                <a:tc>
                  <a:txBody>
                    <a:bodyPr/>
                    <a:lstStyle/>
                    <a:p>
                      <a:pPr marL="0" lvl="0" indent="0" algn="ctr" rtl="0">
                        <a:lnSpc>
                          <a:spcPct val="115000"/>
                        </a:lnSpc>
                        <a:spcBef>
                          <a:spcPts val="1200"/>
                        </a:spcBef>
                        <a:spcAft>
                          <a:spcPts val="1200"/>
                        </a:spcAft>
                        <a:buNone/>
                      </a:pPr>
                      <a:r>
                        <a:rPr lang="en" sz="600" u="sng">
                          <a:solidFill>
                            <a:schemeClr val="hlink"/>
                          </a:solidFill>
                          <a:hlinkClick r:id="rId3" action="ppaction://hlinksldjump"/>
                        </a:rPr>
                        <a:t>[18]</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IoT + ML framework</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Sensor + device data</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92.3</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91.6</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91.1</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91.3</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600"/>
                        <a:t>Limited real-world deployment</a:t>
                      </a:r>
                      <a:endParaRPr sz="6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05" name="Google Shape;705;p72"/>
          <p:cNvSpPr txBox="1"/>
          <p:nvPr/>
        </p:nvSpPr>
        <p:spPr>
          <a:xfrm>
            <a:off x="832150" y="1054800"/>
            <a:ext cx="5595600" cy="4926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1200"/>
              </a:spcAft>
              <a:buNone/>
            </a:pPr>
            <a:r>
              <a:rPr lang="en" sz="1000">
                <a:latin typeface="Hanken Grotesk"/>
                <a:ea typeface="Hanken Grotesk"/>
                <a:cs typeface="Hanken Grotesk"/>
                <a:sym typeface="Hanken Grotesk"/>
              </a:rPr>
              <a:t>[18] Akhlaq, M., Shah, S., Tariq, A., et al.: 'Comparative analysis of machine learning algorithms for water quality prediction', </a:t>
            </a:r>
            <a:r>
              <a:rPr lang="en" sz="1000" i="1">
                <a:latin typeface="Hanken Grotesk"/>
                <a:ea typeface="Hanken Grotesk"/>
                <a:cs typeface="Hanken Grotesk"/>
                <a:sym typeface="Hanken Grotesk"/>
              </a:rPr>
              <a:t>Tellus A: Dyn. Meteorol. Oceanogr.</a:t>
            </a:r>
            <a:r>
              <a:rPr lang="en" sz="1000">
                <a:latin typeface="Hanken Grotesk"/>
                <a:ea typeface="Hanken Grotesk"/>
                <a:cs typeface="Hanken Grotesk"/>
                <a:sym typeface="Hanken Grotesk"/>
              </a:rPr>
              <a:t>, 2024, </a:t>
            </a:r>
            <a:r>
              <a:rPr lang="en" sz="1000" b="1">
                <a:latin typeface="Hanken Grotesk"/>
                <a:ea typeface="Hanken Grotesk"/>
                <a:cs typeface="Hanken Grotesk"/>
                <a:sym typeface="Hanken Grotesk"/>
              </a:rPr>
              <a:t>76</a:t>
            </a:r>
            <a:r>
              <a:rPr lang="en" sz="1000">
                <a:latin typeface="Hanken Grotesk"/>
                <a:ea typeface="Hanken Grotesk"/>
                <a:cs typeface="Hanken Grotesk"/>
                <a:sym typeface="Hanken Grotesk"/>
              </a:rPr>
              <a:t>, (1)</a:t>
            </a:r>
            <a:endParaRPr sz="1000">
              <a:solidFill>
                <a:schemeClr val="dk1"/>
              </a:solidFill>
              <a:latin typeface="Hanken Grotesk"/>
              <a:ea typeface="Hanken Grotesk"/>
              <a:cs typeface="Hanken Grotesk"/>
              <a:sym typeface="Hanken Grotesk"/>
            </a:endParaRPr>
          </a:p>
        </p:txBody>
      </p:sp>
      <p:pic>
        <p:nvPicPr>
          <p:cNvPr id="706" name="Google Shape;706;p72"/>
          <p:cNvPicPr preferRelativeResize="0"/>
          <p:nvPr/>
        </p:nvPicPr>
        <p:blipFill>
          <a:blip r:embed="rId4">
            <a:alphaModFix/>
          </a:blip>
          <a:stretch>
            <a:fillRect/>
          </a:stretch>
        </p:blipFill>
        <p:spPr>
          <a:xfrm>
            <a:off x="2367450" y="2316475"/>
            <a:ext cx="4003993" cy="25777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7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of this template</a:t>
            </a:r>
            <a:endParaRPr/>
          </a:p>
        </p:txBody>
      </p:sp>
      <p:sp>
        <p:nvSpPr>
          <p:cNvPr id="712" name="Google Shape;712;p73"/>
          <p:cNvSpPr txBox="1">
            <a:spLocks noGrp="1"/>
          </p:cNvSpPr>
          <p:nvPr>
            <p:ph type="body" idx="4294967295"/>
          </p:nvPr>
        </p:nvSpPr>
        <p:spPr>
          <a:xfrm>
            <a:off x="720000" y="1036800"/>
            <a:ext cx="7704000" cy="502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latin typeface="Hanken Grotesk"/>
                <a:ea typeface="Hanken Grotesk"/>
                <a:cs typeface="Hanken Grotesk"/>
                <a:sym typeface="Hanken Grotesk"/>
              </a:rPr>
              <a:t>You can delete this slide when you’re done editing the presentation</a:t>
            </a:r>
            <a:endParaRPr>
              <a:latin typeface="Hanken Grotesk"/>
              <a:ea typeface="Hanken Grotesk"/>
              <a:cs typeface="Hanken Grotesk"/>
              <a:sym typeface="Hanken Grotesk"/>
            </a:endParaRPr>
          </a:p>
        </p:txBody>
      </p:sp>
      <p:sp>
        <p:nvSpPr>
          <p:cNvPr id="713" name="Google Shape;713;p73"/>
          <p:cNvSpPr txBox="1"/>
          <p:nvPr/>
        </p:nvSpPr>
        <p:spPr>
          <a:xfrm>
            <a:off x="726775" y="4000475"/>
            <a:ext cx="2144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chemeClr val="dk1"/>
                </a:solidFill>
                <a:latin typeface="Hanken Grotesk"/>
                <a:ea typeface="Hanken Grotesk"/>
                <a:cs typeface="Hanken Grotesk"/>
                <a:sym typeface="Hanken Grotesk"/>
              </a:rPr>
              <a:t>For more info:</a:t>
            </a:r>
            <a:br>
              <a:rPr lang="en" sz="800">
                <a:solidFill>
                  <a:schemeClr val="dk1"/>
                </a:solidFill>
                <a:latin typeface="Hanken Grotesk"/>
                <a:ea typeface="Hanken Grotesk"/>
                <a:cs typeface="Hanken Grotesk"/>
                <a:sym typeface="Hanken Grotesk"/>
              </a:rPr>
            </a:br>
            <a:r>
              <a:rPr lang="en" sz="10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Slidesgo</a:t>
            </a:r>
            <a:r>
              <a:rPr lang="en" sz="1000">
                <a:solidFill>
                  <a:schemeClr val="dk1"/>
                </a:solidFill>
                <a:uFill>
                  <a:noFill/>
                </a:u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 </a:t>
            </a:r>
            <a:r>
              <a:rPr lang="en" sz="1000">
                <a:solidFill>
                  <a:schemeClr val="dk1"/>
                </a:solidFill>
                <a:latin typeface="Hanken Grotesk"/>
                <a:ea typeface="Hanken Grotesk"/>
                <a:cs typeface="Hanken Grotesk"/>
                <a:sym typeface="Hanken Grotesk"/>
              </a:rPr>
              <a:t>| </a:t>
            </a:r>
            <a:r>
              <a:rPr lang="en" sz="1000" b="1" u="sng">
                <a:solidFill>
                  <a:schemeClr val="dk1"/>
                </a:solidFill>
                <a:latin typeface="Hanken Grotesk"/>
                <a:ea typeface="Hanken Grotesk"/>
                <a:cs typeface="Hanken Grotesk"/>
                <a:sym typeface="Hanken Grotesk"/>
                <a:hlinkClick r:id="rId4">
                  <a:extLst>
                    <a:ext uri="{A12FA001-AC4F-418D-AE19-62706E023703}">
                      <ahyp:hlinkClr xmlns:ahyp="http://schemas.microsoft.com/office/drawing/2018/hyperlinkcolor" val="tx"/>
                    </a:ext>
                  </a:extLst>
                </a:hlinkClick>
              </a:rPr>
              <a:t>Blog</a:t>
            </a:r>
            <a:r>
              <a:rPr lang="en" sz="1000">
                <a:solidFill>
                  <a:schemeClr val="dk1"/>
                </a:solidFill>
                <a:latin typeface="Hanken Grotesk"/>
                <a:ea typeface="Hanken Grotesk"/>
                <a:cs typeface="Hanken Grotesk"/>
                <a:sym typeface="Hanken Grotesk"/>
              </a:rPr>
              <a:t> |</a:t>
            </a:r>
            <a:r>
              <a:rPr lang="en" sz="1000" b="1">
                <a:solidFill>
                  <a:schemeClr val="dk1"/>
                </a:solidFill>
                <a:latin typeface="Hanken Grotesk"/>
                <a:ea typeface="Hanken Grotesk"/>
                <a:cs typeface="Hanken Grotesk"/>
                <a:sym typeface="Hanken Grotesk"/>
              </a:rPr>
              <a:t> </a:t>
            </a:r>
            <a:r>
              <a:rPr lang="en" sz="1000" b="1" u="sng">
                <a:solidFill>
                  <a:schemeClr val="dk1"/>
                </a:solidFill>
                <a:latin typeface="Hanken Grotesk"/>
                <a:ea typeface="Hanken Grotesk"/>
                <a:cs typeface="Hanken Grotesk"/>
                <a:sym typeface="Hanken Grotesk"/>
                <a:hlinkClick r:id="rId5">
                  <a:extLst>
                    <a:ext uri="{A12FA001-AC4F-418D-AE19-62706E023703}">
                      <ahyp:hlinkClr xmlns:ahyp="http://schemas.microsoft.com/office/drawing/2018/hyperlinkcolor" val="tx"/>
                    </a:ext>
                  </a:extLst>
                </a:hlinkClick>
              </a:rPr>
              <a:t>F</a:t>
            </a:r>
            <a:r>
              <a:rPr lang="en" sz="1000" b="1" u="sng">
                <a:solidFill>
                  <a:schemeClr val="dk1"/>
                </a:solidFill>
                <a:latin typeface="Hanken Grotesk"/>
                <a:ea typeface="Hanken Grotesk"/>
                <a:cs typeface="Hanken Grotesk"/>
                <a:sym typeface="Hanken Grotesk"/>
              </a:rPr>
              <a:t>AQs</a:t>
            </a:r>
            <a:endParaRPr sz="1000" b="1" u="sng">
              <a:solidFill>
                <a:schemeClr val="dk1"/>
              </a:solidFill>
              <a:latin typeface="Hanken Grotesk"/>
              <a:ea typeface="Hanken Grotesk"/>
              <a:cs typeface="Hanken Grotesk"/>
              <a:sym typeface="Hanken Grotesk"/>
            </a:endParaRPr>
          </a:p>
        </p:txBody>
      </p:sp>
      <p:sp>
        <p:nvSpPr>
          <p:cNvPr id="714" name="Google Shape;714;p73"/>
          <p:cNvSpPr txBox="1"/>
          <p:nvPr/>
        </p:nvSpPr>
        <p:spPr>
          <a:xfrm>
            <a:off x="3070125" y="4000475"/>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chemeClr val="dk1"/>
                </a:solidFill>
                <a:latin typeface="Hanken Grotesk"/>
                <a:ea typeface="Hanken Grotesk"/>
                <a:cs typeface="Hanken Grotesk"/>
                <a:sym typeface="Hanken Grotesk"/>
              </a:rPr>
              <a:t>You can visit our sister projects:</a:t>
            </a:r>
            <a:br>
              <a:rPr lang="en" sz="1000">
                <a:solidFill>
                  <a:schemeClr val="dk1"/>
                </a:solidFill>
                <a:latin typeface="Hanken Grotesk"/>
                <a:ea typeface="Hanken Grotesk"/>
                <a:cs typeface="Hanken Grotesk"/>
                <a:sym typeface="Hanken Grotesk"/>
              </a:rPr>
            </a:br>
            <a:r>
              <a:rPr lang="en" sz="1000" b="1" u="sng">
                <a:solidFill>
                  <a:schemeClr val="dk1"/>
                </a:solidFill>
                <a:latin typeface="Hanken Grotesk"/>
                <a:ea typeface="Hanken Grotesk"/>
                <a:cs typeface="Hanken Grotesk"/>
                <a:sym typeface="Hanken Grotesk"/>
                <a:hlinkClick r:id="rId6">
                  <a:extLst>
                    <a:ext uri="{A12FA001-AC4F-418D-AE19-62706E023703}">
                      <ahyp:hlinkClr xmlns:ahyp="http://schemas.microsoft.com/office/drawing/2018/hyperlinkcolor" val="tx"/>
                    </a:ext>
                  </a:extLst>
                </a:hlinkClick>
              </a:rPr>
              <a:t>Freepik</a:t>
            </a:r>
            <a:r>
              <a:rPr lang="en" sz="1000" b="1">
                <a:solidFill>
                  <a:schemeClr val="dk1"/>
                </a:solidFill>
                <a:latin typeface="Hanken Grotesk"/>
                <a:ea typeface="Hanken Grotesk"/>
                <a:cs typeface="Hanken Grotesk"/>
                <a:sym typeface="Hanken Grotesk"/>
              </a:rPr>
              <a:t> </a:t>
            </a:r>
            <a:r>
              <a:rPr lang="en" sz="1000">
                <a:solidFill>
                  <a:schemeClr val="dk1"/>
                </a:solidFill>
                <a:latin typeface="Hanken Grotesk"/>
                <a:ea typeface="Hanken Grotesk"/>
                <a:cs typeface="Hanken Grotesk"/>
                <a:sym typeface="Hanken Grotesk"/>
              </a:rPr>
              <a:t>| </a:t>
            </a:r>
            <a:r>
              <a:rPr lang="en" sz="1000" b="1" u="sng">
                <a:solidFill>
                  <a:schemeClr val="dk1"/>
                </a:solidFill>
                <a:latin typeface="Hanken Grotesk"/>
                <a:ea typeface="Hanken Grotesk"/>
                <a:cs typeface="Hanken Grotesk"/>
                <a:sym typeface="Hanken Grotesk"/>
                <a:hlinkClick r:id="rId7">
                  <a:extLst>
                    <a:ext uri="{A12FA001-AC4F-418D-AE19-62706E023703}">
                      <ahyp:hlinkClr xmlns:ahyp="http://schemas.microsoft.com/office/drawing/2018/hyperlinkcolor" val="tx"/>
                    </a:ext>
                  </a:extLst>
                </a:hlinkClick>
              </a:rPr>
              <a:t>Flaticon</a:t>
            </a:r>
            <a:r>
              <a:rPr lang="en" sz="1000">
                <a:solidFill>
                  <a:schemeClr val="dk1"/>
                </a:solidFill>
                <a:latin typeface="Hanken Grotesk"/>
                <a:ea typeface="Hanken Grotesk"/>
                <a:cs typeface="Hanken Grotesk"/>
                <a:sym typeface="Hanken Grotesk"/>
              </a:rPr>
              <a:t> | </a:t>
            </a:r>
            <a:r>
              <a:rPr lang="en" sz="1000" b="1" u="sng">
                <a:solidFill>
                  <a:schemeClr val="dk1"/>
                </a:solidFill>
                <a:latin typeface="Hanken Grotesk"/>
                <a:ea typeface="Hanken Grotesk"/>
                <a:cs typeface="Hanken Grotesk"/>
                <a:sym typeface="Hanken Grotesk"/>
                <a:hlinkClick r:id="rId8">
                  <a:extLst>
                    <a:ext uri="{A12FA001-AC4F-418D-AE19-62706E023703}">
                      <ahyp:hlinkClr xmlns:ahyp="http://schemas.microsoft.com/office/drawing/2018/hyperlinkcolor" val="tx"/>
                    </a:ext>
                  </a:extLst>
                </a:hlinkClick>
              </a:rPr>
              <a:t>Storyset</a:t>
            </a:r>
            <a:r>
              <a:rPr lang="en" sz="1000">
                <a:solidFill>
                  <a:schemeClr val="dk1"/>
                </a:solidFill>
                <a:latin typeface="Hanken Grotesk"/>
                <a:ea typeface="Hanken Grotesk"/>
                <a:cs typeface="Hanken Grotesk"/>
                <a:sym typeface="Hanken Grotesk"/>
              </a:rPr>
              <a:t> | </a:t>
            </a:r>
            <a:r>
              <a:rPr lang="en" sz="1000" b="1" u="sng">
                <a:solidFill>
                  <a:schemeClr val="dk1"/>
                </a:solidFill>
                <a:latin typeface="Hanken Grotesk"/>
                <a:ea typeface="Hanken Grotesk"/>
                <a:cs typeface="Hanken Grotesk"/>
                <a:sym typeface="Hanken Grotesk"/>
                <a:hlinkClick r:id="rId9">
                  <a:extLst>
                    <a:ext uri="{A12FA001-AC4F-418D-AE19-62706E023703}">
                      <ahyp:hlinkClr xmlns:ahyp="http://schemas.microsoft.com/office/drawing/2018/hyperlinkcolor" val="tx"/>
                    </a:ext>
                  </a:extLst>
                </a:hlinkClick>
              </a:rPr>
              <a:t>Wepik</a:t>
            </a:r>
            <a:r>
              <a:rPr lang="en" sz="1000">
                <a:solidFill>
                  <a:schemeClr val="dk1"/>
                </a:solidFill>
                <a:uFill>
                  <a:noFill/>
                </a:uFill>
                <a:latin typeface="Hanken Grotesk"/>
                <a:ea typeface="Hanken Grotesk"/>
                <a:cs typeface="Hanken Grotesk"/>
                <a:sym typeface="Hanken Grotesk"/>
                <a:hlinkClick r:id="rId9">
                  <a:extLst>
                    <a:ext uri="{A12FA001-AC4F-418D-AE19-62706E023703}">
                      <ahyp:hlinkClr xmlns:ahyp="http://schemas.microsoft.com/office/drawing/2018/hyperlinkcolor" val="tx"/>
                    </a:ext>
                  </a:extLst>
                </a:hlinkClick>
              </a:rPr>
              <a:t> </a:t>
            </a:r>
            <a:r>
              <a:rPr lang="en" sz="1000">
                <a:solidFill>
                  <a:schemeClr val="dk1"/>
                </a:solidFill>
                <a:latin typeface="Hanken Grotesk"/>
                <a:ea typeface="Hanken Grotesk"/>
                <a:cs typeface="Hanken Grotesk"/>
                <a:sym typeface="Hanken Grotesk"/>
              </a:rPr>
              <a:t>| </a:t>
            </a:r>
            <a:r>
              <a:rPr lang="en" sz="1000" b="1" u="sng">
                <a:solidFill>
                  <a:schemeClr val="dk1"/>
                </a:solidFill>
                <a:latin typeface="Hanken Grotesk"/>
                <a:ea typeface="Hanken Grotesk"/>
                <a:cs typeface="Hanken Grotesk"/>
                <a:sym typeface="Hanken Grotesk"/>
                <a:hlinkClick r:id="rId10">
                  <a:extLst>
                    <a:ext uri="{A12FA001-AC4F-418D-AE19-62706E023703}">
                      <ahyp:hlinkClr xmlns:ahyp="http://schemas.microsoft.com/office/drawing/2018/hyperlinkcolor" val="tx"/>
                    </a:ext>
                  </a:extLst>
                </a:hlinkClick>
              </a:rPr>
              <a:t>Videvo</a:t>
            </a:r>
            <a:endParaRPr sz="1000" b="1" u="sng">
              <a:solidFill>
                <a:schemeClr val="dk1"/>
              </a:solidFill>
              <a:latin typeface="Hanken Grotesk"/>
              <a:ea typeface="Hanken Grotesk"/>
              <a:cs typeface="Hanken Grotesk"/>
              <a:sym typeface="Hanken Grotesk"/>
            </a:endParaRPr>
          </a:p>
        </p:txBody>
      </p:sp>
      <p:graphicFrame>
        <p:nvGraphicFramePr>
          <p:cNvPr id="715" name="Google Shape;715;p73"/>
          <p:cNvGraphicFramePr/>
          <p:nvPr/>
        </p:nvGraphicFramePr>
        <p:xfrm>
          <a:off x="726775" y="1536810"/>
          <a:ext cx="7704000" cy="2311925"/>
        </p:xfrm>
        <a:graphic>
          <a:graphicData uri="http://schemas.openxmlformats.org/drawingml/2006/table">
            <a:tbl>
              <a:tblPr>
                <a:noFill/>
                <a:tableStyleId>{7D4C668B-C187-479B-87EF-453790EFD174}</a:tableStyleId>
              </a:tblPr>
              <a:tblGrid>
                <a:gridCol w="2343350">
                  <a:extLst>
                    <a:ext uri="{9D8B030D-6E8A-4147-A177-3AD203B41FA5}">
                      <a16:colId xmlns:a16="http://schemas.microsoft.com/office/drawing/2014/main" val="20000"/>
                    </a:ext>
                  </a:extLst>
                </a:gridCol>
                <a:gridCol w="5360650">
                  <a:extLst>
                    <a:ext uri="{9D8B030D-6E8A-4147-A177-3AD203B41FA5}">
                      <a16:colId xmlns:a16="http://schemas.microsoft.com/office/drawing/2014/main" val="20001"/>
                    </a:ext>
                  </a:extLst>
                </a:gridCol>
              </a:tblGrid>
              <a:tr h="384050">
                <a:tc>
                  <a:txBody>
                    <a:bodyPr/>
                    <a:lstStyle/>
                    <a:p>
                      <a:pPr marL="0" lvl="0" indent="0" algn="l" rtl="0">
                        <a:spcBef>
                          <a:spcPts val="0"/>
                        </a:spcBef>
                        <a:spcAft>
                          <a:spcPts val="0"/>
                        </a:spcAft>
                        <a:buNone/>
                      </a:pPr>
                      <a:r>
                        <a:rPr lang="en" sz="1000" u="sng">
                          <a:solidFill>
                            <a:schemeClr val="dk1"/>
                          </a:solidFill>
                          <a:latin typeface="Figtree Black"/>
                          <a:ea typeface="Figtree Black"/>
                          <a:cs typeface="Figtree Black"/>
                          <a:sym typeface="Figtree Black"/>
                          <a:hlinkClick r:id="" action="ppaction://noaction">
                            <a:extLst>
                              <a:ext uri="{A12FA001-AC4F-418D-AE19-62706E023703}">
                                <ahyp:hlinkClr xmlns:ahyp="http://schemas.microsoft.com/office/drawing/2018/hyperlinkcolor" val="tx"/>
                              </a:ext>
                            </a:extLst>
                          </a:hlinkClick>
                        </a:rPr>
                        <a:t>Fonts</a:t>
                      </a:r>
                      <a:endParaRPr sz="1000" u="sng">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Hanken Grotesk"/>
                          <a:ea typeface="Hanken Grotesk"/>
                          <a:cs typeface="Hanken Grotesk"/>
                          <a:sym typeface="Hanken Grotesk"/>
                        </a:rPr>
                        <a:t>To view this template correctly in PowerPoint, download and install the fonts we used</a:t>
                      </a:r>
                      <a:endParaRPr sz="1000">
                        <a:solidFill>
                          <a:schemeClr val="dk1"/>
                        </a:solidFill>
                        <a:latin typeface="Hanken Grotesk"/>
                        <a:ea typeface="Hanken Grotesk"/>
                        <a:cs typeface="Hanken Grotesk"/>
                        <a:sym typeface="Hanken Grotes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5575">
                <a:tc>
                  <a:txBody>
                    <a:bodyPr/>
                    <a:lstStyle/>
                    <a:p>
                      <a:pPr marL="0" lvl="0" indent="0" algn="l" rtl="0">
                        <a:spcBef>
                          <a:spcPts val="0"/>
                        </a:spcBef>
                        <a:spcAft>
                          <a:spcPts val="0"/>
                        </a:spcAft>
                        <a:buNone/>
                      </a:pPr>
                      <a:r>
                        <a:rPr lang="en" sz="1000" u="sng">
                          <a:solidFill>
                            <a:schemeClr val="dk1"/>
                          </a:solidFill>
                          <a:latin typeface="Figtree Black"/>
                          <a:ea typeface="Figtree Black"/>
                          <a:cs typeface="Figtree Black"/>
                          <a:sym typeface="Figtree Black"/>
                          <a:hlinkClick r:id="rId11" action="ppaction://hlinksldjump">
                            <a:extLst>
                              <a:ext uri="{A12FA001-AC4F-418D-AE19-62706E023703}">
                                <ahyp:hlinkClr xmlns:ahyp="http://schemas.microsoft.com/office/drawing/2018/hyperlinkcolor" val="tx"/>
                              </a:ext>
                            </a:extLst>
                          </a:hlinkClick>
                        </a:rPr>
                        <a:t>Used</a:t>
                      </a:r>
                      <a:r>
                        <a:rPr lang="en" sz="1000">
                          <a:solidFill>
                            <a:schemeClr val="dk1"/>
                          </a:solidFill>
                          <a:uFill>
                            <a:noFill/>
                          </a:uFill>
                          <a:latin typeface="Figtree Black"/>
                          <a:ea typeface="Figtree Black"/>
                          <a:cs typeface="Figtree Black"/>
                          <a:sym typeface="Figtree Black"/>
                          <a:hlinkClick r:id="rId11" action="ppaction://hlinksldjump">
                            <a:extLst>
                              <a:ext uri="{A12FA001-AC4F-418D-AE19-62706E023703}">
                                <ahyp:hlinkClr xmlns:ahyp="http://schemas.microsoft.com/office/drawing/2018/hyperlinkcolor" val="tx"/>
                              </a:ext>
                            </a:extLst>
                          </a:hlinkClick>
                        </a:rPr>
                        <a:t> </a:t>
                      </a:r>
                      <a:r>
                        <a:rPr lang="en" sz="1000">
                          <a:solidFill>
                            <a:schemeClr val="dk1"/>
                          </a:solidFill>
                          <a:latin typeface="Figtree Black"/>
                          <a:ea typeface="Figtree Black"/>
                          <a:cs typeface="Figtree Black"/>
                          <a:sym typeface="Figtree Black"/>
                        </a:rPr>
                        <a:t>and </a:t>
                      </a:r>
                      <a:r>
                        <a:rPr lang="en" sz="1000" u="sng">
                          <a:solidFill>
                            <a:schemeClr val="dk1"/>
                          </a:solidFill>
                          <a:latin typeface="Figtree Black"/>
                          <a:ea typeface="Figtree Black"/>
                          <a:cs typeface="Figtree Black"/>
                          <a:sym typeface="Figtree Black"/>
                          <a:hlinkClick r:id="rId12" action="ppaction://hlinksldjump">
                            <a:extLst>
                              <a:ext uri="{A12FA001-AC4F-418D-AE19-62706E023703}">
                                <ahyp:hlinkClr xmlns:ahyp="http://schemas.microsoft.com/office/drawing/2018/hyperlinkcolor" val="tx"/>
                              </a:ext>
                            </a:extLst>
                          </a:hlinkClick>
                        </a:rPr>
                        <a:t>alternative resources</a:t>
                      </a:r>
                      <a:endParaRPr sz="1000" u="sng">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en" sz="1000">
                          <a:solidFill>
                            <a:schemeClr val="dk1"/>
                          </a:solidFill>
                          <a:latin typeface="Hanken Grotesk"/>
                          <a:ea typeface="Hanken Grotesk"/>
                          <a:cs typeface="Hanken Grotesk"/>
                          <a:sym typeface="Hanken Grotesk"/>
                        </a:rPr>
                        <a:t>An assortment of graphic resources that are suitable for use in this presentation</a:t>
                      </a:r>
                      <a:endParaRPr sz="1000">
                        <a:solidFill>
                          <a:schemeClr val="dk1"/>
                        </a:solidFill>
                        <a:latin typeface="Hanken Grotesk"/>
                        <a:ea typeface="Hanken Grotesk"/>
                        <a:cs typeface="Hanken Grotesk"/>
                        <a:sym typeface="Hanken Grotes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5575">
                <a:tc>
                  <a:txBody>
                    <a:bodyPr/>
                    <a:lstStyle/>
                    <a:p>
                      <a:pPr marL="0" lvl="0" indent="0" algn="l" rtl="0">
                        <a:spcBef>
                          <a:spcPts val="0"/>
                        </a:spcBef>
                        <a:spcAft>
                          <a:spcPts val="0"/>
                        </a:spcAft>
                        <a:buNone/>
                      </a:pPr>
                      <a:r>
                        <a:rPr lang="en" sz="1000" u="sng">
                          <a:solidFill>
                            <a:schemeClr val="dk1"/>
                          </a:solidFill>
                          <a:latin typeface="Figtree Black"/>
                          <a:ea typeface="Figtree Black"/>
                          <a:cs typeface="Figtree Black"/>
                          <a:sym typeface="Figtree Black"/>
                          <a:hlinkClick r:id="rId13" action="ppaction://hlinksldjump">
                            <a:extLst>
                              <a:ext uri="{A12FA001-AC4F-418D-AE19-62706E023703}">
                                <ahyp:hlinkClr xmlns:ahyp="http://schemas.microsoft.com/office/drawing/2018/hyperlinkcolor" val="tx"/>
                              </a:ext>
                            </a:extLst>
                          </a:hlinkClick>
                        </a:rPr>
                        <a:t>Thanks</a:t>
                      </a:r>
                      <a:r>
                        <a:rPr lang="en" sz="1000" u="sng">
                          <a:solidFill>
                            <a:schemeClr val="dk1"/>
                          </a:solidFill>
                          <a:latin typeface="Figtree Black"/>
                          <a:ea typeface="Figtree Black"/>
                          <a:cs typeface="Figtree Black"/>
                          <a:sym typeface="Figtree Black"/>
                        </a:rPr>
                        <a:t> slide</a:t>
                      </a:r>
                      <a:endParaRPr sz="1000" u="sng">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Hanken Grotesk"/>
                          <a:ea typeface="Hanken Grotesk"/>
                          <a:cs typeface="Hanken Grotesk"/>
                          <a:sym typeface="Hanken Grotesk"/>
                        </a:rPr>
                        <a:t>You must keep it so that proper credits for our design are given</a:t>
                      </a:r>
                      <a:endParaRPr sz="1000">
                        <a:solidFill>
                          <a:schemeClr val="dk1"/>
                        </a:solidFill>
                        <a:latin typeface="Hanken Grotesk"/>
                        <a:ea typeface="Hanken Grotesk"/>
                        <a:cs typeface="Hanken Grotesk"/>
                        <a:sym typeface="Hanken Grotes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5575">
                <a:tc>
                  <a:txBody>
                    <a:bodyPr/>
                    <a:lstStyle/>
                    <a:p>
                      <a:pPr marL="0" lvl="0" indent="0" algn="l" rtl="0">
                        <a:spcBef>
                          <a:spcPts val="0"/>
                        </a:spcBef>
                        <a:spcAft>
                          <a:spcPts val="0"/>
                        </a:spcAft>
                        <a:buNone/>
                      </a:pPr>
                      <a:r>
                        <a:rPr lang="en" sz="1000" u="sng">
                          <a:solidFill>
                            <a:schemeClr val="dk1"/>
                          </a:solidFill>
                          <a:latin typeface="Figtree Black"/>
                          <a:ea typeface="Figtree Black"/>
                          <a:cs typeface="Figtree Black"/>
                          <a:sym typeface="Figtree Black"/>
                          <a:hlinkClick r:id="" action="ppaction://noaction">
                            <a:extLst>
                              <a:ext uri="{A12FA001-AC4F-418D-AE19-62706E023703}">
                                <ahyp:hlinkClr xmlns:ahyp="http://schemas.microsoft.com/office/drawing/2018/hyperlinkcolor" val="tx"/>
                              </a:ext>
                            </a:extLst>
                          </a:hlinkClick>
                        </a:rPr>
                        <a:t>Colors</a:t>
                      </a:r>
                      <a:endParaRPr sz="1000" u="sng">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Hanken Grotesk"/>
                          <a:ea typeface="Hanken Grotesk"/>
                          <a:cs typeface="Hanken Grotesk"/>
                          <a:sym typeface="Hanken Grotesk"/>
                        </a:rPr>
                        <a:t>All the colors used in this presentation</a:t>
                      </a:r>
                      <a:endParaRPr sz="1000">
                        <a:solidFill>
                          <a:schemeClr val="dk1"/>
                        </a:solidFill>
                        <a:latin typeface="Hanken Grotesk"/>
                        <a:ea typeface="Hanken Grotesk"/>
                        <a:cs typeface="Hanken Grotesk"/>
                        <a:sym typeface="Hanken Grotes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5575">
                <a:tc>
                  <a:txBody>
                    <a:bodyPr/>
                    <a:lstStyle/>
                    <a:p>
                      <a:pPr marL="0" lvl="0" indent="0" algn="l" rtl="0">
                        <a:spcBef>
                          <a:spcPts val="0"/>
                        </a:spcBef>
                        <a:spcAft>
                          <a:spcPts val="0"/>
                        </a:spcAft>
                        <a:buNone/>
                      </a:pPr>
                      <a:r>
                        <a:rPr lang="en" sz="1000" u="sng">
                          <a:solidFill>
                            <a:schemeClr val="dk1"/>
                          </a:solidFill>
                          <a:latin typeface="Figtree Black"/>
                          <a:ea typeface="Figtree Black"/>
                          <a:cs typeface="Figtree Black"/>
                          <a:sym typeface="Figtree Black"/>
                          <a:hlinkClick r:id="" action="ppaction://noaction">
                            <a:extLst>
                              <a:ext uri="{A12FA001-AC4F-418D-AE19-62706E023703}">
                                <ahyp:hlinkClr xmlns:ahyp="http://schemas.microsoft.com/office/drawing/2018/hyperlinkcolor" val="tx"/>
                              </a:ext>
                            </a:extLst>
                          </a:hlinkClick>
                        </a:rPr>
                        <a:t>Icons</a:t>
                      </a:r>
                      <a:r>
                        <a:rPr lang="en" sz="1000">
                          <a:solidFill>
                            <a:schemeClr val="dk1"/>
                          </a:solidFill>
                          <a:latin typeface="Figtree Black"/>
                          <a:ea typeface="Figtree Black"/>
                          <a:cs typeface="Figtree Black"/>
                          <a:sym typeface="Figtree Black"/>
                        </a:rPr>
                        <a:t> and </a:t>
                      </a:r>
                      <a:r>
                        <a:rPr lang="en" sz="1000" u="sng">
                          <a:solidFill>
                            <a:schemeClr val="dk1"/>
                          </a:solidFill>
                          <a:latin typeface="Figtree Black"/>
                          <a:ea typeface="Figtree Black"/>
                          <a:cs typeface="Figtree Black"/>
                          <a:sym typeface="Figtree Black"/>
                          <a:hlinkClick r:id="" action="ppaction://noaction">
                            <a:extLst>
                              <a:ext uri="{A12FA001-AC4F-418D-AE19-62706E023703}">
                                <ahyp:hlinkClr xmlns:ahyp="http://schemas.microsoft.com/office/drawing/2018/hyperlinkcolor" val="tx"/>
                              </a:ext>
                            </a:extLst>
                          </a:hlinkClick>
                        </a:rPr>
                        <a:t>infographic resources</a:t>
                      </a:r>
                      <a:endParaRPr sz="1000" u="sng">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Hanken Grotesk"/>
                          <a:ea typeface="Hanken Grotesk"/>
                          <a:cs typeface="Hanken Grotesk"/>
                          <a:sym typeface="Hanken Grotesk"/>
                        </a:rPr>
                        <a:t>These can be used in the template, and their size and color can be edited</a:t>
                      </a:r>
                      <a:endParaRPr sz="1000">
                        <a:solidFill>
                          <a:schemeClr val="dk1"/>
                        </a:solidFill>
                        <a:latin typeface="Hanken Grotesk"/>
                        <a:ea typeface="Hanken Grotesk"/>
                        <a:cs typeface="Hanken Grotesk"/>
                        <a:sym typeface="Hanken Grotes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85575">
                <a:tc>
                  <a:txBody>
                    <a:bodyPr/>
                    <a:lstStyle/>
                    <a:p>
                      <a:pPr marL="0" lvl="0" indent="0" algn="l" rtl="0">
                        <a:spcBef>
                          <a:spcPts val="0"/>
                        </a:spcBef>
                        <a:spcAft>
                          <a:spcPts val="0"/>
                        </a:spcAft>
                        <a:buNone/>
                      </a:pPr>
                      <a:r>
                        <a:rPr lang="en" sz="1000">
                          <a:solidFill>
                            <a:schemeClr val="dk1"/>
                          </a:solidFill>
                          <a:latin typeface="Figtree Black"/>
                          <a:ea typeface="Figtree Black"/>
                          <a:cs typeface="Figtree Black"/>
                          <a:sym typeface="Figtree Black"/>
                        </a:rPr>
                        <a:t>Editable presentation theme </a:t>
                      </a:r>
                      <a:endParaRPr sz="10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Hanken Grotesk"/>
                          <a:ea typeface="Hanken Grotesk"/>
                          <a:cs typeface="Hanken Grotesk"/>
                          <a:sym typeface="Hanken Grotesk"/>
                        </a:rPr>
                        <a:t>You can edit the master slides easily. For more info, click</a:t>
                      </a:r>
                      <a:r>
                        <a:rPr lang="en" sz="1000">
                          <a:solidFill>
                            <a:schemeClr val="dk1"/>
                          </a:solidFill>
                          <a:latin typeface="Hanken Grotesk Light"/>
                          <a:ea typeface="Hanken Grotesk Light"/>
                          <a:cs typeface="Hanken Grotesk Light"/>
                          <a:sym typeface="Hanken Grotesk Light"/>
                        </a:rPr>
                        <a:t> </a:t>
                      </a:r>
                      <a:r>
                        <a:rPr lang="en" sz="1000" b="1" u="sng">
                          <a:solidFill>
                            <a:schemeClr val="dk1"/>
                          </a:solidFill>
                          <a:latin typeface="Hanken Grotesk"/>
                          <a:ea typeface="Hanken Grotesk"/>
                          <a:cs typeface="Hanken Grotesk"/>
                          <a:sym typeface="Hanken Grotesk"/>
                          <a:hlinkClick r:id="rId14">
                            <a:extLst>
                              <a:ext uri="{A12FA001-AC4F-418D-AE19-62706E023703}">
                                <ahyp:hlinkClr xmlns:ahyp="http://schemas.microsoft.com/office/drawing/2018/hyperlinkcolor" val="tx"/>
                              </a:ext>
                            </a:extLst>
                          </a:hlinkClick>
                        </a:rPr>
                        <a:t>here</a:t>
                      </a:r>
                      <a:endParaRPr sz="1000" b="1" u="sng">
                        <a:solidFill>
                          <a:schemeClr val="dk1"/>
                        </a:solidFill>
                        <a:latin typeface="Hanken Grotesk"/>
                        <a:ea typeface="Hanken Grotesk"/>
                        <a:cs typeface="Hanken Grotesk"/>
                        <a:sym typeface="Hanken Grotes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74"/>
          <p:cNvSpPr txBox="1">
            <a:spLocks noGrp="1"/>
          </p:cNvSpPr>
          <p:nvPr>
            <p:ph type="title"/>
          </p:nvPr>
        </p:nvSpPr>
        <p:spPr>
          <a:xfrm>
            <a:off x="1216475" y="1977150"/>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Statement</a:t>
            </a:r>
            <a:endParaRPr/>
          </a:p>
        </p:txBody>
      </p:sp>
      <p:sp>
        <p:nvSpPr>
          <p:cNvPr id="721" name="Google Shape;721;p74"/>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722" name="Google Shape;722;p74"/>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75"/>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Purpose statement</a:t>
            </a:r>
            <a:endParaRPr/>
          </a:p>
        </p:txBody>
      </p:sp>
      <p:sp>
        <p:nvSpPr>
          <p:cNvPr id="728" name="Google Shape;728;p75"/>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The planet’s name has nothing to do with the liquid metal</a:t>
            </a:r>
            <a:endParaRPr/>
          </a:p>
        </p:txBody>
      </p:sp>
      <p:sp>
        <p:nvSpPr>
          <p:cNvPr id="729" name="Google Shape;729;p75"/>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and its atmosphere is extremely poisonous</a:t>
            </a:r>
            <a:endParaRPr/>
          </a:p>
        </p:txBody>
      </p:sp>
      <p:sp>
        <p:nvSpPr>
          <p:cNvPr id="730" name="Google Shape;730;p75"/>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sky. It was named after a Roman god </a:t>
            </a:r>
            <a:endParaRPr/>
          </a:p>
        </p:txBody>
      </p:sp>
      <p:sp>
        <p:nvSpPr>
          <p:cNvPr id="731" name="Google Shape;731;p75"/>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Mercury?</a:t>
            </a:r>
            <a:endParaRPr/>
          </a:p>
        </p:txBody>
      </p:sp>
      <p:sp>
        <p:nvSpPr>
          <p:cNvPr id="732" name="Google Shape;732;p75"/>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Venus?</a:t>
            </a:r>
            <a:endParaRPr/>
          </a:p>
        </p:txBody>
      </p:sp>
      <p:sp>
        <p:nvSpPr>
          <p:cNvPr id="733" name="Google Shape;733;p75"/>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Jupiter?</a:t>
            </a:r>
            <a:endParaRPr/>
          </a:p>
        </p:txBody>
      </p:sp>
      <p:grpSp>
        <p:nvGrpSpPr>
          <p:cNvPr id="734" name="Google Shape;734;p75"/>
          <p:cNvGrpSpPr/>
          <p:nvPr/>
        </p:nvGrpSpPr>
        <p:grpSpPr>
          <a:xfrm>
            <a:off x="1103963" y="3625800"/>
            <a:ext cx="345000" cy="343975"/>
            <a:chOff x="1799738" y="3074500"/>
            <a:chExt cx="345000" cy="343975"/>
          </a:xfrm>
        </p:grpSpPr>
        <p:sp>
          <p:nvSpPr>
            <p:cNvPr id="735" name="Google Shape;735;p75"/>
            <p:cNvSpPr/>
            <p:nvPr/>
          </p:nvSpPr>
          <p:spPr>
            <a:xfrm>
              <a:off x="1799738" y="3272100"/>
              <a:ext cx="345000" cy="146375"/>
            </a:xfrm>
            <a:custGeom>
              <a:avLst/>
              <a:gdLst/>
              <a:ahLst/>
              <a:cxnLst/>
              <a:rect l="l" t="t" r="r" b="b"/>
              <a:pathLst>
                <a:path w="13800" h="5855" extrusionOk="0">
                  <a:moveTo>
                    <a:pt x="5424" y="595"/>
                  </a:moveTo>
                  <a:cubicBezTo>
                    <a:pt x="6070" y="595"/>
                    <a:pt x="6582" y="1149"/>
                    <a:pt x="6582" y="1795"/>
                  </a:cubicBezTo>
                  <a:lnTo>
                    <a:pt x="6582" y="2779"/>
                  </a:lnTo>
                  <a:cubicBezTo>
                    <a:pt x="6193" y="2523"/>
                    <a:pt x="5772" y="2389"/>
                    <a:pt x="5301" y="2389"/>
                  </a:cubicBezTo>
                  <a:lnTo>
                    <a:pt x="1067" y="2389"/>
                  </a:lnTo>
                  <a:lnTo>
                    <a:pt x="1067" y="1795"/>
                  </a:lnTo>
                  <a:cubicBezTo>
                    <a:pt x="1067" y="1497"/>
                    <a:pt x="1282" y="1241"/>
                    <a:pt x="1579" y="1241"/>
                  </a:cubicBezTo>
                  <a:cubicBezTo>
                    <a:pt x="2656" y="1241"/>
                    <a:pt x="3763" y="1067"/>
                    <a:pt x="4788" y="729"/>
                  </a:cubicBezTo>
                  <a:lnTo>
                    <a:pt x="4870" y="729"/>
                  </a:lnTo>
                  <a:cubicBezTo>
                    <a:pt x="5085" y="636"/>
                    <a:pt x="5219" y="595"/>
                    <a:pt x="5424" y="595"/>
                  </a:cubicBezTo>
                  <a:close/>
                  <a:moveTo>
                    <a:pt x="8417" y="595"/>
                  </a:moveTo>
                  <a:cubicBezTo>
                    <a:pt x="8591" y="595"/>
                    <a:pt x="8714" y="636"/>
                    <a:pt x="8930" y="729"/>
                  </a:cubicBezTo>
                  <a:lnTo>
                    <a:pt x="9012" y="729"/>
                  </a:lnTo>
                  <a:cubicBezTo>
                    <a:pt x="10037" y="1067"/>
                    <a:pt x="11113" y="1241"/>
                    <a:pt x="12220" y="1241"/>
                  </a:cubicBezTo>
                  <a:cubicBezTo>
                    <a:pt x="12518" y="1241"/>
                    <a:pt x="12733" y="1497"/>
                    <a:pt x="12733" y="1579"/>
                  </a:cubicBezTo>
                  <a:lnTo>
                    <a:pt x="12733" y="2389"/>
                  </a:lnTo>
                  <a:lnTo>
                    <a:pt x="8458" y="2389"/>
                  </a:lnTo>
                  <a:cubicBezTo>
                    <a:pt x="8038" y="2389"/>
                    <a:pt x="7566" y="2523"/>
                    <a:pt x="7177" y="2779"/>
                  </a:cubicBezTo>
                  <a:lnTo>
                    <a:pt x="7177" y="1795"/>
                  </a:lnTo>
                  <a:cubicBezTo>
                    <a:pt x="7177" y="1149"/>
                    <a:pt x="7730" y="595"/>
                    <a:pt x="8417" y="595"/>
                  </a:cubicBezTo>
                  <a:close/>
                  <a:moveTo>
                    <a:pt x="13205" y="2984"/>
                  </a:moveTo>
                  <a:lnTo>
                    <a:pt x="13205" y="4142"/>
                  </a:lnTo>
                  <a:lnTo>
                    <a:pt x="8243" y="4142"/>
                  </a:lnTo>
                  <a:cubicBezTo>
                    <a:pt x="7946" y="4142"/>
                    <a:pt x="7689" y="4358"/>
                    <a:pt x="7648" y="4655"/>
                  </a:cubicBezTo>
                  <a:cubicBezTo>
                    <a:pt x="7566" y="4993"/>
                    <a:pt x="7269" y="5290"/>
                    <a:pt x="6879" y="5290"/>
                  </a:cubicBezTo>
                  <a:cubicBezTo>
                    <a:pt x="6541" y="5290"/>
                    <a:pt x="6193" y="4993"/>
                    <a:pt x="6152" y="4655"/>
                  </a:cubicBezTo>
                  <a:cubicBezTo>
                    <a:pt x="6070" y="4358"/>
                    <a:pt x="5813" y="4142"/>
                    <a:pt x="5516" y="4142"/>
                  </a:cubicBezTo>
                  <a:lnTo>
                    <a:pt x="605" y="4142"/>
                  </a:lnTo>
                  <a:lnTo>
                    <a:pt x="605" y="2984"/>
                  </a:lnTo>
                  <a:lnTo>
                    <a:pt x="5301" y="2984"/>
                  </a:lnTo>
                  <a:cubicBezTo>
                    <a:pt x="5813" y="2984"/>
                    <a:pt x="6326" y="3199"/>
                    <a:pt x="6664" y="3548"/>
                  </a:cubicBezTo>
                  <a:cubicBezTo>
                    <a:pt x="6731" y="3609"/>
                    <a:pt x="6818" y="3640"/>
                    <a:pt x="6899" y="3640"/>
                  </a:cubicBezTo>
                  <a:cubicBezTo>
                    <a:pt x="6979" y="3640"/>
                    <a:pt x="7054" y="3609"/>
                    <a:pt x="7095" y="3548"/>
                  </a:cubicBezTo>
                  <a:cubicBezTo>
                    <a:pt x="7474" y="3199"/>
                    <a:pt x="7987" y="2984"/>
                    <a:pt x="8499" y="2984"/>
                  </a:cubicBezTo>
                  <a:close/>
                  <a:moveTo>
                    <a:pt x="5383" y="1"/>
                  </a:moveTo>
                  <a:cubicBezTo>
                    <a:pt x="5085" y="1"/>
                    <a:pt x="4870" y="83"/>
                    <a:pt x="4655" y="124"/>
                  </a:cubicBezTo>
                  <a:cubicBezTo>
                    <a:pt x="4614" y="165"/>
                    <a:pt x="4614" y="165"/>
                    <a:pt x="4573" y="165"/>
                  </a:cubicBezTo>
                  <a:cubicBezTo>
                    <a:pt x="3589" y="513"/>
                    <a:pt x="2605" y="636"/>
                    <a:pt x="1579" y="636"/>
                  </a:cubicBezTo>
                  <a:cubicBezTo>
                    <a:pt x="985" y="636"/>
                    <a:pt x="472" y="1149"/>
                    <a:pt x="472" y="1795"/>
                  </a:cubicBezTo>
                  <a:lnTo>
                    <a:pt x="472" y="2389"/>
                  </a:lnTo>
                  <a:lnTo>
                    <a:pt x="298" y="2389"/>
                  </a:lnTo>
                  <a:cubicBezTo>
                    <a:pt x="134" y="2389"/>
                    <a:pt x="1" y="2564"/>
                    <a:pt x="1" y="2687"/>
                  </a:cubicBezTo>
                  <a:lnTo>
                    <a:pt x="1" y="4440"/>
                  </a:lnTo>
                  <a:cubicBezTo>
                    <a:pt x="1" y="4614"/>
                    <a:pt x="134" y="4737"/>
                    <a:pt x="298" y="4737"/>
                  </a:cubicBezTo>
                  <a:lnTo>
                    <a:pt x="5516" y="4737"/>
                  </a:lnTo>
                  <a:cubicBezTo>
                    <a:pt x="5557" y="4737"/>
                    <a:pt x="5557" y="4737"/>
                    <a:pt x="5557" y="4778"/>
                  </a:cubicBezTo>
                  <a:cubicBezTo>
                    <a:pt x="5680" y="5424"/>
                    <a:pt x="6244" y="5854"/>
                    <a:pt x="6879" y="5854"/>
                  </a:cubicBezTo>
                  <a:cubicBezTo>
                    <a:pt x="7566" y="5854"/>
                    <a:pt x="8120" y="5424"/>
                    <a:pt x="8243" y="4778"/>
                  </a:cubicBezTo>
                  <a:lnTo>
                    <a:pt x="8243" y="4737"/>
                  </a:lnTo>
                  <a:lnTo>
                    <a:pt x="13502" y="4737"/>
                  </a:lnTo>
                  <a:cubicBezTo>
                    <a:pt x="13625" y="4737"/>
                    <a:pt x="13799" y="4614"/>
                    <a:pt x="13799" y="4440"/>
                  </a:cubicBezTo>
                  <a:lnTo>
                    <a:pt x="13799" y="2687"/>
                  </a:lnTo>
                  <a:cubicBezTo>
                    <a:pt x="13799" y="2564"/>
                    <a:pt x="13625" y="2389"/>
                    <a:pt x="13502" y="2389"/>
                  </a:cubicBezTo>
                  <a:lnTo>
                    <a:pt x="13287" y="2389"/>
                  </a:lnTo>
                  <a:lnTo>
                    <a:pt x="13287" y="1579"/>
                  </a:lnTo>
                  <a:cubicBezTo>
                    <a:pt x="13287" y="1364"/>
                    <a:pt x="13205" y="1190"/>
                    <a:pt x="13030" y="1026"/>
                  </a:cubicBezTo>
                  <a:cubicBezTo>
                    <a:pt x="12815" y="811"/>
                    <a:pt x="12477" y="636"/>
                    <a:pt x="12179" y="636"/>
                  </a:cubicBezTo>
                  <a:cubicBezTo>
                    <a:pt x="11154" y="636"/>
                    <a:pt x="10170" y="513"/>
                    <a:pt x="9186" y="165"/>
                  </a:cubicBezTo>
                  <a:cubicBezTo>
                    <a:pt x="9145" y="165"/>
                    <a:pt x="9145" y="165"/>
                    <a:pt x="9104" y="124"/>
                  </a:cubicBezTo>
                  <a:cubicBezTo>
                    <a:pt x="8889" y="83"/>
                    <a:pt x="8673" y="1"/>
                    <a:pt x="8376" y="1"/>
                  </a:cubicBezTo>
                  <a:cubicBezTo>
                    <a:pt x="7782" y="1"/>
                    <a:pt x="7218" y="339"/>
                    <a:pt x="6879" y="811"/>
                  </a:cubicBezTo>
                  <a:cubicBezTo>
                    <a:pt x="6582" y="339"/>
                    <a:pt x="6028" y="1"/>
                    <a:pt x="538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75"/>
            <p:cNvSpPr/>
            <p:nvPr/>
          </p:nvSpPr>
          <p:spPr>
            <a:xfrm>
              <a:off x="2062438" y="3124750"/>
              <a:ext cx="37450" cy="14875"/>
            </a:xfrm>
            <a:custGeom>
              <a:avLst/>
              <a:gdLst/>
              <a:ahLst/>
              <a:cxnLst/>
              <a:rect l="l" t="t" r="r" b="b"/>
              <a:pathLst>
                <a:path w="1498" h="595" extrusionOk="0">
                  <a:moveTo>
                    <a:pt x="349" y="0"/>
                  </a:moveTo>
                  <a:cubicBezTo>
                    <a:pt x="134" y="0"/>
                    <a:pt x="0" y="164"/>
                    <a:pt x="41" y="338"/>
                  </a:cubicBezTo>
                  <a:cubicBezTo>
                    <a:pt x="41" y="472"/>
                    <a:pt x="175" y="595"/>
                    <a:pt x="349" y="595"/>
                  </a:cubicBezTo>
                  <a:lnTo>
                    <a:pt x="1200" y="595"/>
                  </a:lnTo>
                  <a:cubicBezTo>
                    <a:pt x="1374" y="595"/>
                    <a:pt x="1497" y="420"/>
                    <a:pt x="1497" y="256"/>
                  </a:cubicBezTo>
                  <a:cubicBezTo>
                    <a:pt x="1497" y="12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75"/>
            <p:cNvSpPr/>
            <p:nvPr/>
          </p:nvSpPr>
          <p:spPr>
            <a:xfrm>
              <a:off x="2050638" y="3074725"/>
              <a:ext cx="39750" cy="26450"/>
            </a:xfrm>
            <a:custGeom>
              <a:avLst/>
              <a:gdLst/>
              <a:ahLst/>
              <a:cxnLst/>
              <a:rect l="l" t="t" r="r" b="b"/>
              <a:pathLst>
                <a:path w="1590" h="1058" extrusionOk="0">
                  <a:moveTo>
                    <a:pt x="1229" y="0"/>
                  </a:moveTo>
                  <a:cubicBezTo>
                    <a:pt x="1190" y="0"/>
                    <a:pt x="1152" y="10"/>
                    <a:pt x="1118" y="33"/>
                  </a:cubicBezTo>
                  <a:lnTo>
                    <a:pt x="216" y="504"/>
                  </a:lnTo>
                  <a:cubicBezTo>
                    <a:pt x="93" y="586"/>
                    <a:pt x="1" y="761"/>
                    <a:pt x="93" y="884"/>
                  </a:cubicBezTo>
                  <a:cubicBezTo>
                    <a:pt x="134" y="1017"/>
                    <a:pt x="257" y="1058"/>
                    <a:pt x="349" y="1058"/>
                  </a:cubicBezTo>
                  <a:cubicBezTo>
                    <a:pt x="390" y="1058"/>
                    <a:pt x="431" y="1058"/>
                    <a:pt x="513" y="1017"/>
                  </a:cubicBezTo>
                  <a:lnTo>
                    <a:pt x="1375" y="545"/>
                  </a:lnTo>
                  <a:cubicBezTo>
                    <a:pt x="1498" y="504"/>
                    <a:pt x="1590" y="289"/>
                    <a:pt x="1498" y="166"/>
                  </a:cubicBezTo>
                  <a:cubicBezTo>
                    <a:pt x="1438" y="70"/>
                    <a:pt x="1331" y="0"/>
                    <a:pt x="122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75"/>
            <p:cNvSpPr/>
            <p:nvPr/>
          </p:nvSpPr>
          <p:spPr>
            <a:xfrm>
              <a:off x="2050638" y="3163175"/>
              <a:ext cx="39750" cy="25650"/>
            </a:xfrm>
            <a:custGeom>
              <a:avLst/>
              <a:gdLst/>
              <a:ahLst/>
              <a:cxnLst/>
              <a:rect l="l" t="t" r="r" b="b"/>
              <a:pathLst>
                <a:path w="1590" h="1026" extrusionOk="0">
                  <a:moveTo>
                    <a:pt x="338" y="1"/>
                  </a:moveTo>
                  <a:cubicBezTo>
                    <a:pt x="243" y="1"/>
                    <a:pt x="148" y="55"/>
                    <a:pt x="93" y="165"/>
                  </a:cubicBezTo>
                  <a:cubicBezTo>
                    <a:pt x="1" y="298"/>
                    <a:pt x="93" y="472"/>
                    <a:pt x="216" y="554"/>
                  </a:cubicBezTo>
                  <a:lnTo>
                    <a:pt x="1118" y="985"/>
                  </a:lnTo>
                  <a:cubicBezTo>
                    <a:pt x="1159" y="1026"/>
                    <a:pt x="1200" y="1026"/>
                    <a:pt x="1241" y="1026"/>
                  </a:cubicBezTo>
                  <a:cubicBezTo>
                    <a:pt x="1334" y="1026"/>
                    <a:pt x="1457" y="985"/>
                    <a:pt x="1498" y="852"/>
                  </a:cubicBezTo>
                  <a:cubicBezTo>
                    <a:pt x="1590" y="729"/>
                    <a:pt x="1498" y="554"/>
                    <a:pt x="1375" y="472"/>
                  </a:cubicBezTo>
                  <a:lnTo>
                    <a:pt x="472" y="42"/>
                  </a:lnTo>
                  <a:cubicBezTo>
                    <a:pt x="431" y="14"/>
                    <a:pt x="385" y="1"/>
                    <a:pt x="338"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75"/>
            <p:cNvSpPr/>
            <p:nvPr/>
          </p:nvSpPr>
          <p:spPr>
            <a:xfrm>
              <a:off x="1843563" y="3124750"/>
              <a:ext cx="37450" cy="14875"/>
            </a:xfrm>
            <a:custGeom>
              <a:avLst/>
              <a:gdLst/>
              <a:ahLst/>
              <a:cxnLst/>
              <a:rect l="l" t="t" r="r" b="b"/>
              <a:pathLst>
                <a:path w="1498" h="595" extrusionOk="0">
                  <a:moveTo>
                    <a:pt x="339" y="0"/>
                  </a:moveTo>
                  <a:cubicBezTo>
                    <a:pt x="134" y="0"/>
                    <a:pt x="1" y="164"/>
                    <a:pt x="42" y="338"/>
                  </a:cubicBezTo>
                  <a:cubicBezTo>
                    <a:pt x="42" y="472"/>
                    <a:pt x="175" y="595"/>
                    <a:pt x="339" y="595"/>
                  </a:cubicBezTo>
                  <a:lnTo>
                    <a:pt x="1200" y="595"/>
                  </a:lnTo>
                  <a:cubicBezTo>
                    <a:pt x="1364" y="595"/>
                    <a:pt x="1497" y="420"/>
                    <a:pt x="1497" y="256"/>
                  </a:cubicBezTo>
                  <a:cubicBezTo>
                    <a:pt x="1497" y="123"/>
                    <a:pt x="136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75"/>
            <p:cNvSpPr/>
            <p:nvPr/>
          </p:nvSpPr>
          <p:spPr>
            <a:xfrm>
              <a:off x="1854338" y="3074725"/>
              <a:ext cx="38450" cy="26450"/>
            </a:xfrm>
            <a:custGeom>
              <a:avLst/>
              <a:gdLst/>
              <a:ahLst/>
              <a:cxnLst/>
              <a:rect l="l" t="t" r="r" b="b"/>
              <a:pathLst>
                <a:path w="1538" h="1058" extrusionOk="0">
                  <a:moveTo>
                    <a:pt x="355" y="0"/>
                  </a:moveTo>
                  <a:cubicBezTo>
                    <a:pt x="249" y="0"/>
                    <a:pt x="142" y="70"/>
                    <a:pt x="82" y="166"/>
                  </a:cubicBezTo>
                  <a:cubicBezTo>
                    <a:pt x="0" y="289"/>
                    <a:pt x="41" y="504"/>
                    <a:pt x="215" y="545"/>
                  </a:cubicBezTo>
                  <a:lnTo>
                    <a:pt x="1066" y="1017"/>
                  </a:lnTo>
                  <a:cubicBezTo>
                    <a:pt x="1107" y="1058"/>
                    <a:pt x="1148" y="1058"/>
                    <a:pt x="1189" y="1058"/>
                  </a:cubicBezTo>
                  <a:cubicBezTo>
                    <a:pt x="1323" y="1058"/>
                    <a:pt x="1405" y="1017"/>
                    <a:pt x="1497" y="884"/>
                  </a:cubicBezTo>
                  <a:cubicBezTo>
                    <a:pt x="1538" y="761"/>
                    <a:pt x="1497" y="586"/>
                    <a:pt x="1364" y="504"/>
                  </a:cubicBezTo>
                  <a:lnTo>
                    <a:pt x="472" y="33"/>
                  </a:lnTo>
                  <a:cubicBezTo>
                    <a:pt x="435" y="10"/>
                    <a:pt x="395" y="0"/>
                    <a:pt x="35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75"/>
            <p:cNvSpPr/>
            <p:nvPr/>
          </p:nvSpPr>
          <p:spPr>
            <a:xfrm>
              <a:off x="1854338" y="3163175"/>
              <a:ext cx="38450" cy="25650"/>
            </a:xfrm>
            <a:custGeom>
              <a:avLst/>
              <a:gdLst/>
              <a:ahLst/>
              <a:cxnLst/>
              <a:rect l="l" t="t" r="r" b="b"/>
              <a:pathLst>
                <a:path w="1538" h="1026" extrusionOk="0">
                  <a:moveTo>
                    <a:pt x="1235" y="1"/>
                  </a:moveTo>
                  <a:cubicBezTo>
                    <a:pt x="1181" y="1"/>
                    <a:pt x="1124" y="14"/>
                    <a:pt x="1066" y="42"/>
                  </a:cubicBezTo>
                  <a:lnTo>
                    <a:pt x="215" y="472"/>
                  </a:lnTo>
                  <a:cubicBezTo>
                    <a:pt x="41" y="554"/>
                    <a:pt x="0" y="729"/>
                    <a:pt x="82" y="852"/>
                  </a:cubicBezTo>
                  <a:cubicBezTo>
                    <a:pt x="123" y="985"/>
                    <a:pt x="215" y="1026"/>
                    <a:pt x="338" y="1026"/>
                  </a:cubicBezTo>
                  <a:cubicBezTo>
                    <a:pt x="379" y="1026"/>
                    <a:pt x="421" y="1026"/>
                    <a:pt x="472" y="985"/>
                  </a:cubicBezTo>
                  <a:lnTo>
                    <a:pt x="1364" y="554"/>
                  </a:lnTo>
                  <a:cubicBezTo>
                    <a:pt x="1497" y="472"/>
                    <a:pt x="1538" y="298"/>
                    <a:pt x="1497" y="165"/>
                  </a:cubicBezTo>
                  <a:cubicBezTo>
                    <a:pt x="1435" y="55"/>
                    <a:pt x="1342" y="1"/>
                    <a:pt x="12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75"/>
            <p:cNvSpPr/>
            <p:nvPr/>
          </p:nvSpPr>
          <p:spPr>
            <a:xfrm>
              <a:off x="1916088" y="3074500"/>
              <a:ext cx="113300" cy="174100"/>
            </a:xfrm>
            <a:custGeom>
              <a:avLst/>
              <a:gdLst/>
              <a:ahLst/>
              <a:cxnLst/>
              <a:rect l="l" t="t" r="r" b="b"/>
              <a:pathLst>
                <a:path w="4532" h="6964" extrusionOk="0">
                  <a:moveTo>
                    <a:pt x="2225" y="595"/>
                  </a:moveTo>
                  <a:cubicBezTo>
                    <a:pt x="3169" y="595"/>
                    <a:pt x="3937" y="1364"/>
                    <a:pt x="3937" y="2307"/>
                  </a:cubicBezTo>
                  <a:cubicBezTo>
                    <a:pt x="3937" y="2687"/>
                    <a:pt x="3804" y="3035"/>
                    <a:pt x="3548" y="3333"/>
                  </a:cubicBezTo>
                  <a:cubicBezTo>
                    <a:pt x="3210" y="3763"/>
                    <a:pt x="2994" y="4276"/>
                    <a:pt x="2871" y="4870"/>
                  </a:cubicBezTo>
                  <a:lnTo>
                    <a:pt x="1631" y="4870"/>
                  </a:lnTo>
                  <a:cubicBezTo>
                    <a:pt x="1498" y="4317"/>
                    <a:pt x="1282" y="3804"/>
                    <a:pt x="903" y="3333"/>
                  </a:cubicBezTo>
                  <a:cubicBezTo>
                    <a:pt x="688" y="3035"/>
                    <a:pt x="565" y="2687"/>
                    <a:pt x="565" y="2307"/>
                  </a:cubicBezTo>
                  <a:cubicBezTo>
                    <a:pt x="565" y="1364"/>
                    <a:pt x="1333" y="595"/>
                    <a:pt x="2225" y="595"/>
                  </a:cubicBezTo>
                  <a:close/>
                  <a:moveTo>
                    <a:pt x="2820" y="5424"/>
                  </a:moveTo>
                  <a:lnTo>
                    <a:pt x="2820" y="5813"/>
                  </a:lnTo>
                  <a:cubicBezTo>
                    <a:pt x="2820" y="6111"/>
                    <a:pt x="2564" y="6367"/>
                    <a:pt x="2266" y="6367"/>
                  </a:cubicBezTo>
                  <a:cubicBezTo>
                    <a:pt x="1928" y="6367"/>
                    <a:pt x="1672" y="6111"/>
                    <a:pt x="1672" y="5813"/>
                  </a:cubicBezTo>
                  <a:lnTo>
                    <a:pt x="1672" y="5424"/>
                  </a:lnTo>
                  <a:close/>
                  <a:moveTo>
                    <a:pt x="2225" y="1"/>
                  </a:moveTo>
                  <a:cubicBezTo>
                    <a:pt x="1631" y="1"/>
                    <a:pt x="1077" y="257"/>
                    <a:pt x="647" y="688"/>
                  </a:cubicBezTo>
                  <a:cubicBezTo>
                    <a:pt x="216" y="1108"/>
                    <a:pt x="1" y="1713"/>
                    <a:pt x="1" y="2307"/>
                  </a:cubicBezTo>
                  <a:cubicBezTo>
                    <a:pt x="1" y="2820"/>
                    <a:pt x="134" y="3292"/>
                    <a:pt x="472" y="3671"/>
                  </a:cubicBezTo>
                  <a:cubicBezTo>
                    <a:pt x="770" y="4101"/>
                    <a:pt x="985" y="4614"/>
                    <a:pt x="1077" y="5086"/>
                  </a:cubicBezTo>
                  <a:lnTo>
                    <a:pt x="1077" y="5168"/>
                  </a:lnTo>
                  <a:lnTo>
                    <a:pt x="1077" y="5762"/>
                  </a:lnTo>
                  <a:cubicBezTo>
                    <a:pt x="1077" y="6425"/>
                    <a:pt x="1593" y="6964"/>
                    <a:pt x="2237" y="6964"/>
                  </a:cubicBezTo>
                  <a:cubicBezTo>
                    <a:pt x="2260" y="6964"/>
                    <a:pt x="2284" y="6963"/>
                    <a:pt x="2307" y="6962"/>
                  </a:cubicBezTo>
                  <a:cubicBezTo>
                    <a:pt x="2953" y="6921"/>
                    <a:pt x="3425" y="6408"/>
                    <a:pt x="3425" y="5813"/>
                  </a:cubicBezTo>
                  <a:lnTo>
                    <a:pt x="3425" y="5168"/>
                  </a:lnTo>
                  <a:lnTo>
                    <a:pt x="3425" y="5127"/>
                  </a:lnTo>
                  <a:cubicBezTo>
                    <a:pt x="3507" y="4614"/>
                    <a:pt x="3722" y="4101"/>
                    <a:pt x="4019" y="3712"/>
                  </a:cubicBezTo>
                  <a:cubicBezTo>
                    <a:pt x="4358" y="3292"/>
                    <a:pt x="4532" y="2820"/>
                    <a:pt x="4532" y="2307"/>
                  </a:cubicBezTo>
                  <a:cubicBezTo>
                    <a:pt x="4532" y="1713"/>
                    <a:pt x="4276" y="1108"/>
                    <a:pt x="3845" y="688"/>
                  </a:cubicBezTo>
                  <a:cubicBezTo>
                    <a:pt x="3425" y="257"/>
                    <a:pt x="2871" y="1"/>
                    <a:pt x="2266"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3" name="Google Shape;743;p75"/>
          <p:cNvGrpSpPr/>
          <p:nvPr/>
        </p:nvGrpSpPr>
        <p:grpSpPr>
          <a:xfrm>
            <a:off x="1129588" y="2479569"/>
            <a:ext cx="293750" cy="345000"/>
            <a:chOff x="5596113" y="2520150"/>
            <a:chExt cx="293750" cy="345000"/>
          </a:xfrm>
        </p:grpSpPr>
        <p:sp>
          <p:nvSpPr>
            <p:cNvPr id="744" name="Google Shape;744;p75"/>
            <p:cNvSpPr/>
            <p:nvPr/>
          </p:nvSpPr>
          <p:spPr>
            <a:xfrm>
              <a:off x="5768088" y="2747750"/>
              <a:ext cx="70500" cy="70500"/>
            </a:xfrm>
            <a:custGeom>
              <a:avLst/>
              <a:gdLst/>
              <a:ahLst/>
              <a:cxnLst/>
              <a:rect l="l" t="t" r="r" b="b"/>
              <a:pathLst>
                <a:path w="2820" h="2820" extrusionOk="0">
                  <a:moveTo>
                    <a:pt x="2389" y="0"/>
                  </a:moveTo>
                  <a:lnTo>
                    <a:pt x="1" y="2389"/>
                  </a:lnTo>
                  <a:lnTo>
                    <a:pt x="421" y="2819"/>
                  </a:lnTo>
                  <a:lnTo>
                    <a:pt x="2820" y="431"/>
                  </a:lnTo>
                  <a:lnTo>
                    <a:pt x="2389"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75"/>
            <p:cNvSpPr/>
            <p:nvPr/>
          </p:nvSpPr>
          <p:spPr>
            <a:xfrm>
              <a:off x="5596113" y="2565000"/>
              <a:ext cx="244525" cy="300150"/>
            </a:xfrm>
            <a:custGeom>
              <a:avLst/>
              <a:gdLst/>
              <a:ahLst/>
              <a:cxnLst/>
              <a:rect l="l" t="t" r="r" b="b"/>
              <a:pathLst>
                <a:path w="9781" h="12006" extrusionOk="0">
                  <a:moveTo>
                    <a:pt x="9186" y="10211"/>
                  </a:moveTo>
                  <a:lnTo>
                    <a:pt x="9186" y="10816"/>
                  </a:lnTo>
                  <a:lnTo>
                    <a:pt x="9186" y="11411"/>
                  </a:lnTo>
                  <a:lnTo>
                    <a:pt x="1241" y="11411"/>
                  </a:lnTo>
                  <a:cubicBezTo>
                    <a:pt x="893" y="11411"/>
                    <a:pt x="637" y="11154"/>
                    <a:pt x="637" y="10857"/>
                  </a:cubicBezTo>
                  <a:cubicBezTo>
                    <a:pt x="596" y="10509"/>
                    <a:pt x="893" y="10211"/>
                    <a:pt x="1190" y="10211"/>
                  </a:cubicBezTo>
                  <a:close/>
                  <a:moveTo>
                    <a:pt x="1149" y="1"/>
                  </a:moveTo>
                  <a:cubicBezTo>
                    <a:pt x="514" y="1"/>
                    <a:pt x="1" y="514"/>
                    <a:pt x="1" y="1200"/>
                  </a:cubicBezTo>
                  <a:lnTo>
                    <a:pt x="1" y="10816"/>
                  </a:lnTo>
                  <a:cubicBezTo>
                    <a:pt x="1" y="11452"/>
                    <a:pt x="555" y="12005"/>
                    <a:pt x="1190" y="12005"/>
                  </a:cubicBezTo>
                  <a:lnTo>
                    <a:pt x="9484" y="12005"/>
                  </a:lnTo>
                  <a:cubicBezTo>
                    <a:pt x="9648" y="12005"/>
                    <a:pt x="9781" y="11882"/>
                    <a:pt x="9781" y="11708"/>
                  </a:cubicBezTo>
                  <a:lnTo>
                    <a:pt x="9781" y="10816"/>
                  </a:lnTo>
                  <a:lnTo>
                    <a:pt x="9781" y="9914"/>
                  </a:lnTo>
                  <a:lnTo>
                    <a:pt x="9781" y="3804"/>
                  </a:lnTo>
                  <a:lnTo>
                    <a:pt x="9186" y="3804"/>
                  </a:lnTo>
                  <a:lnTo>
                    <a:pt x="9186" y="9658"/>
                  </a:lnTo>
                  <a:lnTo>
                    <a:pt x="1190" y="9658"/>
                  </a:lnTo>
                  <a:cubicBezTo>
                    <a:pt x="985" y="9658"/>
                    <a:pt x="770" y="9699"/>
                    <a:pt x="596" y="9791"/>
                  </a:cubicBezTo>
                  <a:lnTo>
                    <a:pt x="596" y="1200"/>
                  </a:lnTo>
                  <a:cubicBezTo>
                    <a:pt x="596" y="862"/>
                    <a:pt x="852" y="606"/>
                    <a:pt x="1149" y="606"/>
                  </a:cubicBezTo>
                  <a:lnTo>
                    <a:pt x="6275" y="606"/>
                  </a:lnTo>
                  <a:lnTo>
                    <a:pt x="6275"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75"/>
            <p:cNvSpPr/>
            <p:nvPr/>
          </p:nvSpPr>
          <p:spPr>
            <a:xfrm>
              <a:off x="5661213" y="2619600"/>
              <a:ext cx="100500" cy="14900"/>
            </a:xfrm>
            <a:custGeom>
              <a:avLst/>
              <a:gdLst/>
              <a:ahLst/>
              <a:cxnLst/>
              <a:rect l="l" t="t" r="r" b="b"/>
              <a:pathLst>
                <a:path w="4020" h="596" extrusionOk="0">
                  <a:moveTo>
                    <a:pt x="339" y="0"/>
                  </a:moveTo>
                  <a:cubicBezTo>
                    <a:pt x="175" y="0"/>
                    <a:pt x="1" y="175"/>
                    <a:pt x="42" y="339"/>
                  </a:cubicBezTo>
                  <a:cubicBezTo>
                    <a:pt x="42" y="513"/>
                    <a:pt x="216" y="595"/>
                    <a:pt x="339" y="595"/>
                  </a:cubicBezTo>
                  <a:lnTo>
                    <a:pt x="3712" y="595"/>
                  </a:lnTo>
                  <a:cubicBezTo>
                    <a:pt x="3886" y="595"/>
                    <a:pt x="4019" y="431"/>
                    <a:pt x="3968" y="257"/>
                  </a:cubicBezTo>
                  <a:cubicBezTo>
                    <a:pt x="3968" y="124"/>
                    <a:pt x="3845" y="0"/>
                    <a:pt x="367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75"/>
            <p:cNvSpPr/>
            <p:nvPr/>
          </p:nvSpPr>
          <p:spPr>
            <a:xfrm>
              <a:off x="5688888" y="2663425"/>
              <a:ext cx="60000" cy="14900"/>
            </a:xfrm>
            <a:custGeom>
              <a:avLst/>
              <a:gdLst/>
              <a:ahLst/>
              <a:cxnLst/>
              <a:rect l="l" t="t" r="r" b="b"/>
              <a:pathLst>
                <a:path w="2400" h="596" extrusionOk="0">
                  <a:moveTo>
                    <a:pt x="298" y="0"/>
                  </a:moveTo>
                  <a:cubicBezTo>
                    <a:pt x="134" y="0"/>
                    <a:pt x="1" y="165"/>
                    <a:pt x="42" y="339"/>
                  </a:cubicBezTo>
                  <a:cubicBezTo>
                    <a:pt x="42" y="472"/>
                    <a:pt x="175" y="595"/>
                    <a:pt x="350" y="595"/>
                  </a:cubicBezTo>
                  <a:lnTo>
                    <a:pt x="2051" y="595"/>
                  </a:lnTo>
                  <a:cubicBezTo>
                    <a:pt x="2267" y="595"/>
                    <a:pt x="2400" y="421"/>
                    <a:pt x="2349" y="257"/>
                  </a:cubicBezTo>
                  <a:cubicBezTo>
                    <a:pt x="2349" y="82"/>
                    <a:pt x="2226" y="0"/>
                    <a:pt x="205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75"/>
            <p:cNvSpPr/>
            <p:nvPr/>
          </p:nvSpPr>
          <p:spPr>
            <a:xfrm>
              <a:off x="5732713" y="2520150"/>
              <a:ext cx="157150" cy="158175"/>
            </a:xfrm>
            <a:custGeom>
              <a:avLst/>
              <a:gdLst/>
              <a:ahLst/>
              <a:cxnLst/>
              <a:rect l="l" t="t" r="r" b="b"/>
              <a:pathLst>
                <a:path w="6286" h="6327" extrusionOk="0">
                  <a:moveTo>
                    <a:pt x="3158" y="606"/>
                  </a:moveTo>
                  <a:cubicBezTo>
                    <a:pt x="3507" y="606"/>
                    <a:pt x="3722" y="821"/>
                    <a:pt x="3845" y="1026"/>
                  </a:cubicBezTo>
                  <a:cubicBezTo>
                    <a:pt x="3907" y="1127"/>
                    <a:pt x="3998" y="1175"/>
                    <a:pt x="4092" y="1175"/>
                  </a:cubicBezTo>
                  <a:cubicBezTo>
                    <a:pt x="4122" y="1175"/>
                    <a:pt x="4153" y="1169"/>
                    <a:pt x="4184" y="1159"/>
                  </a:cubicBezTo>
                  <a:cubicBezTo>
                    <a:pt x="4252" y="1150"/>
                    <a:pt x="4318" y="1145"/>
                    <a:pt x="4381" y="1145"/>
                  </a:cubicBezTo>
                  <a:cubicBezTo>
                    <a:pt x="4603" y="1145"/>
                    <a:pt x="4793" y="1207"/>
                    <a:pt x="4952" y="1375"/>
                  </a:cubicBezTo>
                  <a:cubicBezTo>
                    <a:pt x="5168" y="1590"/>
                    <a:pt x="5260" y="1887"/>
                    <a:pt x="5168" y="2143"/>
                  </a:cubicBezTo>
                  <a:cubicBezTo>
                    <a:pt x="5127" y="2266"/>
                    <a:pt x="5168" y="2441"/>
                    <a:pt x="5301" y="2482"/>
                  </a:cubicBezTo>
                  <a:cubicBezTo>
                    <a:pt x="5557" y="2656"/>
                    <a:pt x="5721" y="2912"/>
                    <a:pt x="5721" y="3169"/>
                  </a:cubicBezTo>
                  <a:cubicBezTo>
                    <a:pt x="5721" y="3466"/>
                    <a:pt x="5557" y="3722"/>
                    <a:pt x="5301" y="3896"/>
                  </a:cubicBezTo>
                  <a:cubicBezTo>
                    <a:pt x="5168" y="3937"/>
                    <a:pt x="5127" y="4060"/>
                    <a:pt x="5168" y="4194"/>
                  </a:cubicBezTo>
                  <a:cubicBezTo>
                    <a:pt x="5260" y="4491"/>
                    <a:pt x="5168" y="4788"/>
                    <a:pt x="4952" y="5004"/>
                  </a:cubicBezTo>
                  <a:cubicBezTo>
                    <a:pt x="4802" y="5132"/>
                    <a:pt x="4596" y="5210"/>
                    <a:pt x="4396" y="5210"/>
                  </a:cubicBezTo>
                  <a:cubicBezTo>
                    <a:pt x="4323" y="5210"/>
                    <a:pt x="4252" y="5200"/>
                    <a:pt x="4184" y="5178"/>
                  </a:cubicBezTo>
                  <a:cubicBezTo>
                    <a:pt x="4061" y="5178"/>
                    <a:pt x="3927" y="5219"/>
                    <a:pt x="3845" y="5342"/>
                  </a:cubicBezTo>
                  <a:cubicBezTo>
                    <a:pt x="3722" y="5598"/>
                    <a:pt x="3466" y="5731"/>
                    <a:pt x="3158" y="5731"/>
                  </a:cubicBezTo>
                  <a:cubicBezTo>
                    <a:pt x="2861" y="5731"/>
                    <a:pt x="2605" y="5598"/>
                    <a:pt x="2482" y="5342"/>
                  </a:cubicBezTo>
                  <a:cubicBezTo>
                    <a:pt x="2390" y="5219"/>
                    <a:pt x="2308" y="5178"/>
                    <a:pt x="2226" y="5178"/>
                  </a:cubicBezTo>
                  <a:lnTo>
                    <a:pt x="2133" y="5178"/>
                  </a:lnTo>
                  <a:cubicBezTo>
                    <a:pt x="2054" y="5200"/>
                    <a:pt x="1978" y="5210"/>
                    <a:pt x="1905" y="5210"/>
                  </a:cubicBezTo>
                  <a:cubicBezTo>
                    <a:pt x="1703" y="5210"/>
                    <a:pt x="1523" y="5132"/>
                    <a:pt x="1364" y="5004"/>
                  </a:cubicBezTo>
                  <a:cubicBezTo>
                    <a:pt x="1159" y="4788"/>
                    <a:pt x="1067" y="4491"/>
                    <a:pt x="1159" y="4194"/>
                  </a:cubicBezTo>
                  <a:cubicBezTo>
                    <a:pt x="1200" y="4060"/>
                    <a:pt x="1108" y="3937"/>
                    <a:pt x="1026" y="3896"/>
                  </a:cubicBezTo>
                  <a:cubicBezTo>
                    <a:pt x="770" y="3722"/>
                    <a:pt x="596" y="3466"/>
                    <a:pt x="596" y="3169"/>
                  </a:cubicBezTo>
                  <a:cubicBezTo>
                    <a:pt x="596" y="2912"/>
                    <a:pt x="770" y="2656"/>
                    <a:pt x="1026" y="2482"/>
                  </a:cubicBezTo>
                  <a:cubicBezTo>
                    <a:pt x="1108" y="2441"/>
                    <a:pt x="1200" y="2266"/>
                    <a:pt x="1159" y="2143"/>
                  </a:cubicBezTo>
                  <a:cubicBezTo>
                    <a:pt x="1067" y="1887"/>
                    <a:pt x="1159" y="1590"/>
                    <a:pt x="1364" y="1375"/>
                  </a:cubicBezTo>
                  <a:cubicBezTo>
                    <a:pt x="1532" y="1207"/>
                    <a:pt x="1724" y="1145"/>
                    <a:pt x="1941" y="1145"/>
                  </a:cubicBezTo>
                  <a:cubicBezTo>
                    <a:pt x="2003" y="1145"/>
                    <a:pt x="2067" y="1150"/>
                    <a:pt x="2133" y="1159"/>
                  </a:cubicBezTo>
                  <a:cubicBezTo>
                    <a:pt x="2166" y="1169"/>
                    <a:pt x="2198" y="1175"/>
                    <a:pt x="2230" y="1175"/>
                  </a:cubicBezTo>
                  <a:cubicBezTo>
                    <a:pt x="2325" y="1175"/>
                    <a:pt x="2412" y="1127"/>
                    <a:pt x="2482" y="1026"/>
                  </a:cubicBezTo>
                  <a:cubicBezTo>
                    <a:pt x="2605" y="770"/>
                    <a:pt x="2902" y="606"/>
                    <a:pt x="3158" y="606"/>
                  </a:cubicBezTo>
                  <a:close/>
                  <a:moveTo>
                    <a:pt x="3210" y="1"/>
                  </a:moveTo>
                  <a:cubicBezTo>
                    <a:pt x="2779" y="1"/>
                    <a:pt x="2349" y="216"/>
                    <a:pt x="2051" y="565"/>
                  </a:cubicBezTo>
                  <a:cubicBezTo>
                    <a:pt x="1998" y="558"/>
                    <a:pt x="1944" y="554"/>
                    <a:pt x="1889" y="554"/>
                  </a:cubicBezTo>
                  <a:cubicBezTo>
                    <a:pt x="1554" y="554"/>
                    <a:pt x="1200" y="688"/>
                    <a:pt x="944" y="944"/>
                  </a:cubicBezTo>
                  <a:cubicBezTo>
                    <a:pt x="647" y="1282"/>
                    <a:pt x="473" y="1672"/>
                    <a:pt x="555" y="2102"/>
                  </a:cubicBezTo>
                  <a:cubicBezTo>
                    <a:pt x="216" y="2359"/>
                    <a:pt x="1" y="2738"/>
                    <a:pt x="1" y="3169"/>
                  </a:cubicBezTo>
                  <a:cubicBezTo>
                    <a:pt x="1" y="3589"/>
                    <a:pt x="216" y="4019"/>
                    <a:pt x="555" y="4276"/>
                  </a:cubicBezTo>
                  <a:cubicBezTo>
                    <a:pt x="473" y="4706"/>
                    <a:pt x="647" y="5086"/>
                    <a:pt x="944" y="5383"/>
                  </a:cubicBezTo>
                  <a:cubicBezTo>
                    <a:pt x="1211" y="5659"/>
                    <a:pt x="1586" y="5820"/>
                    <a:pt x="1964" y="5820"/>
                  </a:cubicBezTo>
                  <a:cubicBezTo>
                    <a:pt x="2007" y="5820"/>
                    <a:pt x="2050" y="5818"/>
                    <a:pt x="2092" y="5813"/>
                  </a:cubicBezTo>
                  <a:cubicBezTo>
                    <a:pt x="2349" y="6111"/>
                    <a:pt x="2738" y="6326"/>
                    <a:pt x="3158" y="6326"/>
                  </a:cubicBezTo>
                  <a:cubicBezTo>
                    <a:pt x="3589" y="6326"/>
                    <a:pt x="3979" y="6111"/>
                    <a:pt x="4235" y="5813"/>
                  </a:cubicBezTo>
                  <a:cubicBezTo>
                    <a:pt x="4278" y="5818"/>
                    <a:pt x="4320" y="5820"/>
                    <a:pt x="4363" y="5820"/>
                  </a:cubicBezTo>
                  <a:cubicBezTo>
                    <a:pt x="4741" y="5820"/>
                    <a:pt x="5116" y="5659"/>
                    <a:pt x="5383" y="5383"/>
                  </a:cubicBezTo>
                  <a:cubicBezTo>
                    <a:pt x="5680" y="5086"/>
                    <a:pt x="5814" y="4706"/>
                    <a:pt x="5773" y="4276"/>
                  </a:cubicBezTo>
                  <a:cubicBezTo>
                    <a:pt x="6111" y="4019"/>
                    <a:pt x="6285" y="3589"/>
                    <a:pt x="6285" y="3169"/>
                  </a:cubicBezTo>
                  <a:cubicBezTo>
                    <a:pt x="6285" y="2738"/>
                    <a:pt x="6111" y="2359"/>
                    <a:pt x="5773" y="2102"/>
                  </a:cubicBezTo>
                  <a:cubicBezTo>
                    <a:pt x="5814" y="1672"/>
                    <a:pt x="5680" y="1282"/>
                    <a:pt x="5383" y="944"/>
                  </a:cubicBezTo>
                  <a:cubicBezTo>
                    <a:pt x="5127" y="688"/>
                    <a:pt x="4773" y="554"/>
                    <a:pt x="4412" y="554"/>
                  </a:cubicBezTo>
                  <a:cubicBezTo>
                    <a:pt x="4353" y="554"/>
                    <a:pt x="4294" y="558"/>
                    <a:pt x="4235" y="565"/>
                  </a:cubicBezTo>
                  <a:cubicBezTo>
                    <a:pt x="3979" y="216"/>
                    <a:pt x="3589" y="1"/>
                    <a:pt x="321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75"/>
            <p:cNvSpPr/>
            <p:nvPr/>
          </p:nvSpPr>
          <p:spPr>
            <a:xfrm>
              <a:off x="5787313" y="2575525"/>
              <a:ext cx="48975" cy="48450"/>
            </a:xfrm>
            <a:custGeom>
              <a:avLst/>
              <a:gdLst/>
              <a:ahLst/>
              <a:cxnLst/>
              <a:rect l="l" t="t" r="r" b="b"/>
              <a:pathLst>
                <a:path w="1959" h="1938" extrusionOk="0">
                  <a:moveTo>
                    <a:pt x="1620" y="0"/>
                  </a:moveTo>
                  <a:cubicBezTo>
                    <a:pt x="1546" y="0"/>
                    <a:pt x="1472" y="31"/>
                    <a:pt x="1405" y="93"/>
                  </a:cubicBezTo>
                  <a:lnTo>
                    <a:pt x="124" y="1425"/>
                  </a:lnTo>
                  <a:cubicBezTo>
                    <a:pt x="1" y="1548"/>
                    <a:pt x="1" y="1722"/>
                    <a:pt x="124" y="1845"/>
                  </a:cubicBezTo>
                  <a:cubicBezTo>
                    <a:pt x="165" y="1887"/>
                    <a:pt x="257" y="1938"/>
                    <a:pt x="339" y="1938"/>
                  </a:cubicBezTo>
                  <a:cubicBezTo>
                    <a:pt x="380" y="1938"/>
                    <a:pt x="462" y="1887"/>
                    <a:pt x="513" y="1845"/>
                  </a:cubicBezTo>
                  <a:lnTo>
                    <a:pt x="1836" y="523"/>
                  </a:lnTo>
                  <a:cubicBezTo>
                    <a:pt x="1959" y="400"/>
                    <a:pt x="1959" y="226"/>
                    <a:pt x="1836" y="93"/>
                  </a:cubicBezTo>
                  <a:cubicBezTo>
                    <a:pt x="1769" y="31"/>
                    <a:pt x="1695"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75"/>
            <p:cNvSpPr/>
            <p:nvPr/>
          </p:nvSpPr>
          <p:spPr>
            <a:xfrm>
              <a:off x="5780913" y="2570400"/>
              <a:ext cx="17950" cy="15150"/>
            </a:xfrm>
            <a:custGeom>
              <a:avLst/>
              <a:gdLst/>
              <a:ahLst/>
              <a:cxnLst/>
              <a:rect l="l" t="t" r="r" b="b"/>
              <a:pathLst>
                <a:path w="718" h="606" extrusionOk="0">
                  <a:moveTo>
                    <a:pt x="339" y="0"/>
                  </a:moveTo>
                  <a:cubicBezTo>
                    <a:pt x="257" y="0"/>
                    <a:pt x="164" y="41"/>
                    <a:pt x="123" y="133"/>
                  </a:cubicBezTo>
                  <a:cubicBezTo>
                    <a:pt x="0" y="390"/>
                    <a:pt x="123" y="605"/>
                    <a:pt x="339" y="605"/>
                  </a:cubicBezTo>
                  <a:cubicBezTo>
                    <a:pt x="554" y="605"/>
                    <a:pt x="718" y="390"/>
                    <a:pt x="636" y="174"/>
                  </a:cubicBezTo>
                  <a:cubicBezTo>
                    <a:pt x="595" y="92"/>
                    <a:pt x="462" y="0"/>
                    <a:pt x="38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75"/>
            <p:cNvSpPr/>
            <p:nvPr/>
          </p:nvSpPr>
          <p:spPr>
            <a:xfrm>
              <a:off x="5824488" y="2614225"/>
              <a:ext cx="18200" cy="14875"/>
            </a:xfrm>
            <a:custGeom>
              <a:avLst/>
              <a:gdLst/>
              <a:ahLst/>
              <a:cxnLst/>
              <a:rect l="l" t="t" r="r" b="b"/>
              <a:pathLst>
                <a:path w="728" h="595" extrusionOk="0">
                  <a:moveTo>
                    <a:pt x="349" y="0"/>
                  </a:moveTo>
                  <a:cubicBezTo>
                    <a:pt x="256" y="0"/>
                    <a:pt x="174" y="41"/>
                    <a:pt x="92" y="133"/>
                  </a:cubicBezTo>
                  <a:cubicBezTo>
                    <a:pt x="0" y="390"/>
                    <a:pt x="133" y="595"/>
                    <a:pt x="349" y="595"/>
                  </a:cubicBezTo>
                  <a:cubicBezTo>
                    <a:pt x="564" y="595"/>
                    <a:pt x="728" y="390"/>
                    <a:pt x="646" y="174"/>
                  </a:cubicBezTo>
                  <a:cubicBezTo>
                    <a:pt x="605" y="41"/>
                    <a:pt x="472" y="0"/>
                    <a:pt x="39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 name="Google Shape;752;p75"/>
          <p:cNvGrpSpPr/>
          <p:nvPr/>
        </p:nvGrpSpPr>
        <p:grpSpPr>
          <a:xfrm>
            <a:off x="1104613" y="1334613"/>
            <a:ext cx="343700" cy="343725"/>
            <a:chOff x="5493613" y="1976825"/>
            <a:chExt cx="343700" cy="343725"/>
          </a:xfrm>
        </p:grpSpPr>
        <p:sp>
          <p:nvSpPr>
            <p:cNvPr id="753" name="Google Shape;753;p75"/>
            <p:cNvSpPr/>
            <p:nvPr/>
          </p:nvSpPr>
          <p:spPr>
            <a:xfrm>
              <a:off x="5493613" y="1976825"/>
              <a:ext cx="343700" cy="255050"/>
            </a:xfrm>
            <a:custGeom>
              <a:avLst/>
              <a:gdLst/>
              <a:ahLst/>
              <a:cxnLst/>
              <a:rect l="l" t="t" r="r" b="b"/>
              <a:pathLst>
                <a:path w="13748" h="10202" extrusionOk="0">
                  <a:moveTo>
                    <a:pt x="298" y="1"/>
                  </a:moveTo>
                  <a:cubicBezTo>
                    <a:pt x="123" y="1"/>
                    <a:pt x="0" y="124"/>
                    <a:pt x="0" y="257"/>
                  </a:cubicBezTo>
                  <a:lnTo>
                    <a:pt x="0" y="8202"/>
                  </a:lnTo>
                  <a:lnTo>
                    <a:pt x="0" y="9945"/>
                  </a:lnTo>
                  <a:cubicBezTo>
                    <a:pt x="0" y="10078"/>
                    <a:pt x="123" y="10201"/>
                    <a:pt x="298" y="10201"/>
                  </a:cubicBezTo>
                  <a:lnTo>
                    <a:pt x="4265" y="10201"/>
                  </a:lnTo>
                  <a:lnTo>
                    <a:pt x="4265" y="9647"/>
                  </a:lnTo>
                  <a:lnTo>
                    <a:pt x="595" y="9647"/>
                  </a:lnTo>
                  <a:lnTo>
                    <a:pt x="595" y="8499"/>
                  </a:lnTo>
                  <a:lnTo>
                    <a:pt x="4614" y="8499"/>
                  </a:lnTo>
                  <a:lnTo>
                    <a:pt x="4614" y="7894"/>
                  </a:lnTo>
                  <a:lnTo>
                    <a:pt x="595" y="7894"/>
                  </a:lnTo>
                  <a:lnTo>
                    <a:pt x="595" y="554"/>
                  </a:lnTo>
                  <a:lnTo>
                    <a:pt x="5126" y="554"/>
                  </a:lnTo>
                  <a:cubicBezTo>
                    <a:pt x="5680" y="554"/>
                    <a:pt x="6233" y="811"/>
                    <a:pt x="6572" y="1231"/>
                  </a:cubicBezTo>
                  <a:lnTo>
                    <a:pt x="6572" y="6869"/>
                  </a:lnTo>
                  <a:lnTo>
                    <a:pt x="7176" y="6869"/>
                  </a:lnTo>
                  <a:lnTo>
                    <a:pt x="7176" y="1231"/>
                  </a:lnTo>
                  <a:cubicBezTo>
                    <a:pt x="7515" y="811"/>
                    <a:pt x="8068" y="554"/>
                    <a:pt x="8622" y="554"/>
                  </a:cubicBezTo>
                  <a:lnTo>
                    <a:pt x="13153" y="554"/>
                  </a:lnTo>
                  <a:lnTo>
                    <a:pt x="13153" y="7894"/>
                  </a:lnTo>
                  <a:lnTo>
                    <a:pt x="9134" y="7894"/>
                  </a:lnTo>
                  <a:lnTo>
                    <a:pt x="9134" y="8499"/>
                  </a:lnTo>
                  <a:lnTo>
                    <a:pt x="13153" y="8499"/>
                  </a:lnTo>
                  <a:lnTo>
                    <a:pt x="13153" y="9647"/>
                  </a:lnTo>
                  <a:lnTo>
                    <a:pt x="9442" y="9647"/>
                  </a:lnTo>
                  <a:lnTo>
                    <a:pt x="9442" y="10201"/>
                  </a:lnTo>
                  <a:lnTo>
                    <a:pt x="13450" y="10201"/>
                  </a:lnTo>
                  <a:cubicBezTo>
                    <a:pt x="13625" y="10201"/>
                    <a:pt x="13748" y="10078"/>
                    <a:pt x="13748" y="9945"/>
                  </a:cubicBezTo>
                  <a:lnTo>
                    <a:pt x="13748" y="8202"/>
                  </a:lnTo>
                  <a:lnTo>
                    <a:pt x="13748" y="257"/>
                  </a:lnTo>
                  <a:cubicBezTo>
                    <a:pt x="13748" y="124"/>
                    <a:pt x="13625" y="1"/>
                    <a:pt x="13450" y="1"/>
                  </a:cubicBezTo>
                  <a:lnTo>
                    <a:pt x="8622" y="1"/>
                  </a:lnTo>
                  <a:cubicBezTo>
                    <a:pt x="7986" y="1"/>
                    <a:pt x="7340" y="257"/>
                    <a:pt x="6879" y="677"/>
                  </a:cubicBezTo>
                  <a:cubicBezTo>
                    <a:pt x="6408" y="257"/>
                    <a:pt x="5762" y="1"/>
                    <a:pt x="512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75"/>
            <p:cNvSpPr/>
            <p:nvPr/>
          </p:nvSpPr>
          <p:spPr>
            <a:xfrm>
              <a:off x="5701713" y="2026800"/>
              <a:ext cx="92025" cy="15150"/>
            </a:xfrm>
            <a:custGeom>
              <a:avLst/>
              <a:gdLst/>
              <a:ahLst/>
              <a:cxnLst/>
              <a:rect l="l" t="t" r="r" b="b"/>
              <a:pathLst>
                <a:path w="3681" h="606" extrusionOk="0">
                  <a:moveTo>
                    <a:pt x="298" y="1"/>
                  </a:moveTo>
                  <a:cubicBezTo>
                    <a:pt x="134" y="1"/>
                    <a:pt x="1" y="175"/>
                    <a:pt x="1" y="349"/>
                  </a:cubicBezTo>
                  <a:cubicBezTo>
                    <a:pt x="42" y="513"/>
                    <a:pt x="175" y="606"/>
                    <a:pt x="298" y="606"/>
                  </a:cubicBezTo>
                  <a:lnTo>
                    <a:pt x="3373" y="606"/>
                  </a:lnTo>
                  <a:cubicBezTo>
                    <a:pt x="3548" y="606"/>
                    <a:pt x="3681" y="472"/>
                    <a:pt x="3681" y="257"/>
                  </a:cubicBezTo>
                  <a:cubicBezTo>
                    <a:pt x="3630" y="134"/>
                    <a:pt x="3507"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75"/>
            <p:cNvSpPr/>
            <p:nvPr/>
          </p:nvSpPr>
          <p:spPr>
            <a:xfrm>
              <a:off x="5537438" y="2026800"/>
              <a:ext cx="92800" cy="15150"/>
            </a:xfrm>
            <a:custGeom>
              <a:avLst/>
              <a:gdLst/>
              <a:ahLst/>
              <a:cxnLst/>
              <a:rect l="l" t="t" r="r" b="b"/>
              <a:pathLst>
                <a:path w="3712" h="606" extrusionOk="0">
                  <a:moveTo>
                    <a:pt x="298" y="1"/>
                  </a:moveTo>
                  <a:cubicBezTo>
                    <a:pt x="123" y="1"/>
                    <a:pt x="0" y="175"/>
                    <a:pt x="41" y="349"/>
                  </a:cubicBezTo>
                  <a:cubicBezTo>
                    <a:pt x="41" y="513"/>
                    <a:pt x="164" y="606"/>
                    <a:pt x="339" y="606"/>
                  </a:cubicBezTo>
                  <a:lnTo>
                    <a:pt x="3373" y="606"/>
                  </a:lnTo>
                  <a:cubicBezTo>
                    <a:pt x="3537" y="606"/>
                    <a:pt x="3711" y="472"/>
                    <a:pt x="3670" y="257"/>
                  </a:cubicBezTo>
                  <a:cubicBezTo>
                    <a:pt x="3629" y="134"/>
                    <a:pt x="3496"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75"/>
            <p:cNvSpPr/>
            <p:nvPr/>
          </p:nvSpPr>
          <p:spPr>
            <a:xfrm>
              <a:off x="5537438" y="2076025"/>
              <a:ext cx="92800" cy="14875"/>
            </a:xfrm>
            <a:custGeom>
              <a:avLst/>
              <a:gdLst/>
              <a:ahLst/>
              <a:cxnLst/>
              <a:rect l="l" t="t" r="r" b="b"/>
              <a:pathLst>
                <a:path w="3712" h="595" extrusionOk="0">
                  <a:moveTo>
                    <a:pt x="298" y="0"/>
                  </a:moveTo>
                  <a:cubicBezTo>
                    <a:pt x="123" y="0"/>
                    <a:pt x="0" y="174"/>
                    <a:pt x="41" y="338"/>
                  </a:cubicBezTo>
                  <a:cubicBezTo>
                    <a:pt x="41" y="513"/>
                    <a:pt x="164" y="595"/>
                    <a:pt x="339" y="595"/>
                  </a:cubicBezTo>
                  <a:lnTo>
                    <a:pt x="3373" y="595"/>
                  </a:lnTo>
                  <a:cubicBezTo>
                    <a:pt x="3537" y="595"/>
                    <a:pt x="3711" y="431"/>
                    <a:pt x="3670" y="256"/>
                  </a:cubicBezTo>
                  <a:cubicBezTo>
                    <a:pt x="3629" y="133"/>
                    <a:pt x="3496"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75"/>
            <p:cNvSpPr/>
            <p:nvPr/>
          </p:nvSpPr>
          <p:spPr>
            <a:xfrm>
              <a:off x="5537438" y="2125225"/>
              <a:ext cx="48975" cy="14900"/>
            </a:xfrm>
            <a:custGeom>
              <a:avLst/>
              <a:gdLst/>
              <a:ahLst/>
              <a:cxnLst/>
              <a:rect l="l" t="t" r="r" b="b"/>
              <a:pathLst>
                <a:path w="1959" h="596" extrusionOk="0">
                  <a:moveTo>
                    <a:pt x="298" y="0"/>
                  </a:moveTo>
                  <a:cubicBezTo>
                    <a:pt x="123" y="0"/>
                    <a:pt x="0" y="123"/>
                    <a:pt x="41" y="339"/>
                  </a:cubicBezTo>
                  <a:cubicBezTo>
                    <a:pt x="41" y="472"/>
                    <a:pt x="164" y="595"/>
                    <a:pt x="339" y="595"/>
                  </a:cubicBezTo>
                  <a:lnTo>
                    <a:pt x="1620" y="595"/>
                  </a:lnTo>
                  <a:cubicBezTo>
                    <a:pt x="1794" y="595"/>
                    <a:pt x="1958" y="421"/>
                    <a:pt x="1917" y="216"/>
                  </a:cubicBezTo>
                  <a:cubicBezTo>
                    <a:pt x="1876" y="82"/>
                    <a:pt x="1743"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75"/>
            <p:cNvSpPr/>
            <p:nvPr/>
          </p:nvSpPr>
          <p:spPr>
            <a:xfrm>
              <a:off x="5701713" y="2076025"/>
              <a:ext cx="92025" cy="14875"/>
            </a:xfrm>
            <a:custGeom>
              <a:avLst/>
              <a:gdLst/>
              <a:ahLst/>
              <a:cxnLst/>
              <a:rect l="l" t="t" r="r" b="b"/>
              <a:pathLst>
                <a:path w="3681" h="595" extrusionOk="0">
                  <a:moveTo>
                    <a:pt x="298" y="0"/>
                  </a:moveTo>
                  <a:cubicBezTo>
                    <a:pt x="134" y="0"/>
                    <a:pt x="1" y="174"/>
                    <a:pt x="1" y="338"/>
                  </a:cubicBezTo>
                  <a:cubicBezTo>
                    <a:pt x="42" y="513"/>
                    <a:pt x="175" y="595"/>
                    <a:pt x="298" y="595"/>
                  </a:cubicBezTo>
                  <a:lnTo>
                    <a:pt x="3373" y="595"/>
                  </a:lnTo>
                  <a:cubicBezTo>
                    <a:pt x="3548" y="595"/>
                    <a:pt x="3681" y="431"/>
                    <a:pt x="3681" y="256"/>
                  </a:cubicBezTo>
                  <a:cubicBezTo>
                    <a:pt x="3630" y="133"/>
                    <a:pt x="3507"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75"/>
            <p:cNvSpPr/>
            <p:nvPr/>
          </p:nvSpPr>
          <p:spPr>
            <a:xfrm>
              <a:off x="5745538" y="2125225"/>
              <a:ext cx="48200" cy="14900"/>
            </a:xfrm>
            <a:custGeom>
              <a:avLst/>
              <a:gdLst/>
              <a:ahLst/>
              <a:cxnLst/>
              <a:rect l="l" t="t" r="r" b="b"/>
              <a:pathLst>
                <a:path w="1928" h="596" extrusionOk="0">
                  <a:moveTo>
                    <a:pt x="298" y="0"/>
                  </a:moveTo>
                  <a:cubicBezTo>
                    <a:pt x="134" y="0"/>
                    <a:pt x="1" y="123"/>
                    <a:pt x="1" y="339"/>
                  </a:cubicBezTo>
                  <a:cubicBezTo>
                    <a:pt x="42" y="472"/>
                    <a:pt x="175" y="595"/>
                    <a:pt x="298" y="595"/>
                  </a:cubicBezTo>
                  <a:lnTo>
                    <a:pt x="1620" y="595"/>
                  </a:lnTo>
                  <a:cubicBezTo>
                    <a:pt x="1795" y="595"/>
                    <a:pt x="1928" y="421"/>
                    <a:pt x="1928" y="216"/>
                  </a:cubicBezTo>
                  <a:cubicBezTo>
                    <a:pt x="1877" y="82"/>
                    <a:pt x="1754"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75"/>
            <p:cNvSpPr/>
            <p:nvPr/>
          </p:nvSpPr>
          <p:spPr>
            <a:xfrm>
              <a:off x="5592788" y="2141125"/>
              <a:ext cx="180450" cy="179425"/>
            </a:xfrm>
            <a:custGeom>
              <a:avLst/>
              <a:gdLst/>
              <a:ahLst/>
              <a:cxnLst/>
              <a:rect l="l" t="t" r="r" b="b"/>
              <a:pathLst>
                <a:path w="7218" h="7177" extrusionOk="0">
                  <a:moveTo>
                    <a:pt x="2912" y="605"/>
                  </a:moveTo>
                  <a:cubicBezTo>
                    <a:pt x="4194" y="605"/>
                    <a:pt x="5260" y="1630"/>
                    <a:pt x="5260" y="2952"/>
                  </a:cubicBezTo>
                  <a:cubicBezTo>
                    <a:pt x="5260" y="4234"/>
                    <a:pt x="4194" y="5259"/>
                    <a:pt x="2912" y="5259"/>
                  </a:cubicBezTo>
                  <a:cubicBezTo>
                    <a:pt x="1631" y="5259"/>
                    <a:pt x="606" y="4234"/>
                    <a:pt x="606" y="2952"/>
                  </a:cubicBezTo>
                  <a:cubicBezTo>
                    <a:pt x="606" y="1630"/>
                    <a:pt x="1631" y="605"/>
                    <a:pt x="2912" y="605"/>
                  </a:cubicBezTo>
                  <a:close/>
                  <a:moveTo>
                    <a:pt x="2912" y="0"/>
                  </a:moveTo>
                  <a:cubicBezTo>
                    <a:pt x="1282" y="0"/>
                    <a:pt x="1" y="1322"/>
                    <a:pt x="1" y="2952"/>
                  </a:cubicBezTo>
                  <a:cubicBezTo>
                    <a:pt x="1" y="4531"/>
                    <a:pt x="1282" y="5854"/>
                    <a:pt x="2912" y="5854"/>
                  </a:cubicBezTo>
                  <a:cubicBezTo>
                    <a:pt x="3589" y="5854"/>
                    <a:pt x="4276" y="5597"/>
                    <a:pt x="4747" y="5167"/>
                  </a:cubicBezTo>
                  <a:lnTo>
                    <a:pt x="6664" y="7094"/>
                  </a:lnTo>
                  <a:cubicBezTo>
                    <a:pt x="6705" y="7176"/>
                    <a:pt x="6797" y="7176"/>
                    <a:pt x="6879" y="7176"/>
                  </a:cubicBezTo>
                  <a:cubicBezTo>
                    <a:pt x="6961" y="7176"/>
                    <a:pt x="7013" y="7176"/>
                    <a:pt x="7095" y="7094"/>
                  </a:cubicBezTo>
                  <a:cubicBezTo>
                    <a:pt x="7218" y="7012"/>
                    <a:pt x="7218" y="6797"/>
                    <a:pt x="7095" y="6663"/>
                  </a:cubicBezTo>
                  <a:lnTo>
                    <a:pt x="5167" y="4787"/>
                  </a:lnTo>
                  <a:cubicBezTo>
                    <a:pt x="5598" y="4275"/>
                    <a:pt x="5813" y="3629"/>
                    <a:pt x="5813" y="2952"/>
                  </a:cubicBezTo>
                  <a:cubicBezTo>
                    <a:pt x="5813" y="1322"/>
                    <a:pt x="4532" y="0"/>
                    <a:pt x="291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76"/>
          <p:cNvSpPr txBox="1">
            <a:spLocks noGrp="1"/>
          </p:cNvSpPr>
          <p:nvPr>
            <p:ph type="subTitle" idx="1"/>
          </p:nvPr>
        </p:nvSpPr>
        <p:spPr>
          <a:xfrm>
            <a:off x="2212125" y="838350"/>
            <a:ext cx="5913900" cy="1626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“This is a quote. Words full of wisdom that someone important said and can make the reader get inspired”</a:t>
            </a:r>
            <a:endParaRPr/>
          </a:p>
        </p:txBody>
      </p:sp>
      <p:sp>
        <p:nvSpPr>
          <p:cNvPr id="766" name="Google Shape;766;p76"/>
          <p:cNvSpPr txBox="1">
            <a:spLocks noGrp="1"/>
          </p:cNvSpPr>
          <p:nvPr>
            <p:ph type="title"/>
          </p:nvPr>
        </p:nvSpPr>
        <p:spPr>
          <a:xfrm>
            <a:off x="2212125" y="2464650"/>
            <a:ext cx="5913900" cy="531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—Someone Famous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77"/>
          <p:cNvSpPr txBox="1">
            <a:spLocks noGrp="1"/>
          </p:cNvSpPr>
          <p:nvPr>
            <p:ph type="title"/>
          </p:nvPr>
        </p:nvSpPr>
        <p:spPr>
          <a:xfrm>
            <a:off x="2603050" y="1856113"/>
            <a:ext cx="5827800" cy="1024500"/>
          </a:xfrm>
          <a:prstGeom prst="rect">
            <a:avLst/>
          </a:prstGeom>
        </p:spPr>
        <p:txBody>
          <a:bodyPr spcFirstLastPara="1" wrap="square" lIns="182875" tIns="91425" rIns="182875" bIns="91425" anchor="ctr" anchorCtr="0">
            <a:noAutofit/>
          </a:bodyPr>
          <a:lstStyle/>
          <a:p>
            <a:pPr marL="0" lvl="0" indent="0" algn="l" rtl="0">
              <a:spcBef>
                <a:spcPts val="0"/>
              </a:spcBef>
              <a:spcAft>
                <a:spcPts val="0"/>
              </a:spcAft>
              <a:buNone/>
            </a:pPr>
            <a:r>
              <a:rPr lang="en"/>
              <a:t>98,300,000</a:t>
            </a:r>
            <a:endParaRPr/>
          </a:p>
        </p:txBody>
      </p:sp>
      <p:sp>
        <p:nvSpPr>
          <p:cNvPr id="772" name="Google Shape;772;p77"/>
          <p:cNvSpPr txBox="1">
            <a:spLocks noGrp="1"/>
          </p:cNvSpPr>
          <p:nvPr>
            <p:ph type="subTitle" idx="1"/>
          </p:nvPr>
        </p:nvSpPr>
        <p:spPr>
          <a:xfrm>
            <a:off x="2603050" y="2880588"/>
            <a:ext cx="5827800" cy="40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Big numbers catch your audience’s attention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78"/>
          <p:cNvSpPr txBox="1">
            <a:spLocks noGrp="1"/>
          </p:cNvSpPr>
          <p:nvPr>
            <p:ph type="subTitle" idx="1"/>
          </p:nvPr>
        </p:nvSpPr>
        <p:spPr>
          <a:xfrm>
            <a:off x="707575" y="1308392"/>
            <a:ext cx="4051200" cy="41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Jupiter's rotation period</a:t>
            </a:r>
            <a:endParaRPr/>
          </a:p>
        </p:txBody>
      </p:sp>
      <p:sp>
        <p:nvSpPr>
          <p:cNvPr id="778" name="Google Shape;778;p78"/>
          <p:cNvSpPr txBox="1">
            <a:spLocks noGrp="1"/>
          </p:cNvSpPr>
          <p:nvPr>
            <p:ph type="title"/>
          </p:nvPr>
        </p:nvSpPr>
        <p:spPr>
          <a:xfrm>
            <a:off x="707575" y="539500"/>
            <a:ext cx="4051200" cy="768900"/>
          </a:xfrm>
          <a:prstGeom prst="rect">
            <a:avLst/>
          </a:prstGeom>
        </p:spPr>
        <p:txBody>
          <a:bodyPr spcFirstLastPara="1" wrap="square" lIns="182875" tIns="91425" rIns="182875" bIns="91425" anchor="ctr" anchorCtr="0">
            <a:noAutofit/>
          </a:bodyPr>
          <a:lstStyle/>
          <a:p>
            <a:pPr marL="0" lvl="0" indent="0" algn="l" rtl="0">
              <a:spcBef>
                <a:spcPts val="0"/>
              </a:spcBef>
              <a:spcAft>
                <a:spcPts val="0"/>
              </a:spcAft>
              <a:buNone/>
            </a:pPr>
            <a:r>
              <a:rPr lang="en"/>
              <a:t>9h 55m 23s</a:t>
            </a:r>
            <a:endParaRPr/>
          </a:p>
        </p:txBody>
      </p:sp>
      <p:sp>
        <p:nvSpPr>
          <p:cNvPr id="779" name="Google Shape;779;p78"/>
          <p:cNvSpPr txBox="1">
            <a:spLocks noGrp="1"/>
          </p:cNvSpPr>
          <p:nvPr>
            <p:ph type="title" idx="2"/>
          </p:nvPr>
        </p:nvSpPr>
        <p:spPr>
          <a:xfrm>
            <a:off x="707575" y="1901349"/>
            <a:ext cx="4051200" cy="768900"/>
          </a:xfrm>
          <a:prstGeom prst="rect">
            <a:avLst/>
          </a:prstGeom>
        </p:spPr>
        <p:txBody>
          <a:bodyPr spcFirstLastPara="1" wrap="square" lIns="182875" tIns="91425" rIns="182875" bIns="91425" anchor="ctr" anchorCtr="0">
            <a:noAutofit/>
          </a:bodyPr>
          <a:lstStyle/>
          <a:p>
            <a:pPr marL="0" lvl="0" indent="0" algn="l" rtl="0">
              <a:spcBef>
                <a:spcPts val="0"/>
              </a:spcBef>
              <a:spcAft>
                <a:spcPts val="0"/>
              </a:spcAft>
              <a:buNone/>
            </a:pPr>
            <a:r>
              <a:rPr lang="en"/>
              <a:t>333,000</a:t>
            </a:r>
            <a:endParaRPr/>
          </a:p>
        </p:txBody>
      </p:sp>
      <p:sp>
        <p:nvSpPr>
          <p:cNvPr id="780" name="Google Shape;780;p78"/>
          <p:cNvSpPr txBox="1">
            <a:spLocks noGrp="1"/>
          </p:cNvSpPr>
          <p:nvPr>
            <p:ph type="subTitle" idx="3"/>
          </p:nvPr>
        </p:nvSpPr>
        <p:spPr>
          <a:xfrm>
            <a:off x="707575" y="2670245"/>
            <a:ext cx="4051200" cy="41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Sun’s mass compared to Earth’s</a:t>
            </a:r>
            <a:endParaRPr/>
          </a:p>
        </p:txBody>
      </p:sp>
      <p:sp>
        <p:nvSpPr>
          <p:cNvPr id="781" name="Google Shape;781;p78"/>
          <p:cNvSpPr txBox="1">
            <a:spLocks noGrp="1"/>
          </p:cNvSpPr>
          <p:nvPr>
            <p:ph type="title" idx="4"/>
          </p:nvPr>
        </p:nvSpPr>
        <p:spPr>
          <a:xfrm>
            <a:off x="707575" y="3263198"/>
            <a:ext cx="4051200" cy="768900"/>
          </a:xfrm>
          <a:prstGeom prst="rect">
            <a:avLst/>
          </a:prstGeom>
        </p:spPr>
        <p:txBody>
          <a:bodyPr spcFirstLastPara="1" wrap="square" lIns="182875" tIns="91425" rIns="182875" bIns="91425" anchor="ctr" anchorCtr="0">
            <a:noAutofit/>
          </a:bodyPr>
          <a:lstStyle/>
          <a:p>
            <a:pPr marL="0" lvl="0" indent="0" algn="l" rtl="0">
              <a:spcBef>
                <a:spcPts val="0"/>
              </a:spcBef>
              <a:spcAft>
                <a:spcPts val="0"/>
              </a:spcAft>
              <a:buNone/>
            </a:pPr>
            <a:r>
              <a:rPr lang="en"/>
              <a:t>386,000 km</a:t>
            </a:r>
            <a:endParaRPr/>
          </a:p>
        </p:txBody>
      </p:sp>
      <p:sp>
        <p:nvSpPr>
          <p:cNvPr id="782" name="Google Shape;782;p78"/>
          <p:cNvSpPr txBox="1">
            <a:spLocks noGrp="1"/>
          </p:cNvSpPr>
          <p:nvPr>
            <p:ph type="subTitle" idx="5"/>
          </p:nvPr>
        </p:nvSpPr>
        <p:spPr>
          <a:xfrm>
            <a:off x="707575" y="4032098"/>
            <a:ext cx="4051200" cy="41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Distance between Earth and the Moon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pic>
        <p:nvPicPr>
          <p:cNvPr id="787" name="Google Shape;787;p79"/>
          <p:cNvPicPr preferRelativeResize="0">
            <a:picLocks noGrp="1"/>
          </p:cNvPicPr>
          <p:nvPr>
            <p:ph type="pic" idx="2"/>
          </p:nvPr>
        </p:nvPicPr>
        <p:blipFill rotWithShape="1">
          <a:blip r:embed="rId3">
            <a:alphaModFix/>
          </a:blip>
          <a:srcRect l="34705" t="935" r="6048" b="581"/>
          <a:stretch/>
        </p:blipFill>
        <p:spPr>
          <a:xfrm>
            <a:off x="4494050" y="0"/>
            <a:ext cx="4649948" cy="5143499"/>
          </a:xfrm>
          <a:prstGeom prst="rect">
            <a:avLst/>
          </a:prstGeom>
        </p:spPr>
      </p:pic>
      <p:sp>
        <p:nvSpPr>
          <p:cNvPr id="788" name="Google Shape;788;p79"/>
          <p:cNvSpPr txBox="1">
            <a:spLocks noGrp="1"/>
          </p:cNvSpPr>
          <p:nvPr>
            <p:ph type="title"/>
          </p:nvPr>
        </p:nvSpPr>
        <p:spPr>
          <a:xfrm>
            <a:off x="720000" y="1203900"/>
            <a:ext cx="3198300" cy="150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picture always reinforces the concept</a:t>
            </a:r>
            <a:endParaRPr/>
          </a:p>
        </p:txBody>
      </p:sp>
      <p:sp>
        <p:nvSpPr>
          <p:cNvPr id="789" name="Google Shape;789;p79"/>
          <p:cNvSpPr txBox="1">
            <a:spLocks noGrp="1"/>
          </p:cNvSpPr>
          <p:nvPr>
            <p:ph type="subTitle" idx="1"/>
          </p:nvPr>
        </p:nvSpPr>
        <p:spPr>
          <a:xfrm>
            <a:off x="720000" y="2706062"/>
            <a:ext cx="3198300" cy="146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pic>
        <p:nvPicPr>
          <p:cNvPr id="794" name="Google Shape;794;p80"/>
          <p:cNvPicPr preferRelativeResize="0">
            <a:picLocks noGrp="1"/>
          </p:cNvPicPr>
          <p:nvPr>
            <p:ph type="pic" idx="2"/>
          </p:nvPr>
        </p:nvPicPr>
        <p:blipFill rotWithShape="1">
          <a:blip r:embed="rId3">
            <a:alphaModFix/>
          </a:blip>
          <a:srcRect t="7741" b="7741"/>
          <a:stretch/>
        </p:blipFill>
        <p:spPr>
          <a:xfrm>
            <a:off x="0" y="0"/>
            <a:ext cx="9144003" cy="5143502"/>
          </a:xfrm>
          <a:prstGeom prst="rect">
            <a:avLst/>
          </a:prstGeom>
        </p:spPr>
      </p:pic>
      <p:sp>
        <p:nvSpPr>
          <p:cNvPr id="795" name="Google Shape;795;p80"/>
          <p:cNvSpPr/>
          <p:nvPr/>
        </p:nvSpPr>
        <p:spPr>
          <a:xfrm>
            <a:off x="6299125" y="3005225"/>
            <a:ext cx="4263300" cy="4263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80"/>
          <p:cNvGrpSpPr/>
          <p:nvPr/>
        </p:nvGrpSpPr>
        <p:grpSpPr>
          <a:xfrm>
            <a:off x="727425" y="-22625"/>
            <a:ext cx="7703400" cy="5194000"/>
            <a:chOff x="727425" y="-22625"/>
            <a:chExt cx="7703400" cy="5194000"/>
          </a:xfrm>
        </p:grpSpPr>
        <p:sp>
          <p:nvSpPr>
            <p:cNvPr id="797" name="Google Shape;797;p80"/>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8" name="Google Shape;798;p80"/>
            <p:cNvCxnSpPr/>
            <p:nvPr/>
          </p:nvCxnSpPr>
          <p:spPr>
            <a:xfrm rot="10800000">
              <a:off x="727425" y="4608575"/>
              <a:ext cx="0" cy="562800"/>
            </a:xfrm>
            <a:prstGeom prst="straightConnector1">
              <a:avLst/>
            </a:prstGeom>
            <a:noFill/>
            <a:ln w="19050" cap="flat" cmpd="sng">
              <a:solidFill>
                <a:schemeClr val="dk1"/>
              </a:solidFill>
              <a:prstDash val="solid"/>
              <a:round/>
              <a:headEnd type="none" w="med" len="med"/>
              <a:tailEnd type="none" w="med" len="med"/>
            </a:ln>
          </p:spPr>
        </p:cxnSp>
        <p:cxnSp>
          <p:nvCxnSpPr>
            <p:cNvPr id="799" name="Google Shape;799;p80"/>
            <p:cNvCxnSpPr/>
            <p:nvPr/>
          </p:nvCxnSpPr>
          <p:spPr>
            <a:xfrm rot="10800000">
              <a:off x="8430775" y="-22625"/>
              <a:ext cx="0" cy="562800"/>
            </a:xfrm>
            <a:prstGeom prst="straightConnector1">
              <a:avLst/>
            </a:prstGeom>
            <a:noFill/>
            <a:ln w="19050" cap="flat" cmpd="sng">
              <a:solidFill>
                <a:schemeClr val="dk1"/>
              </a:solidFill>
              <a:prstDash val="solid"/>
              <a:round/>
              <a:headEnd type="none" w="med" len="med"/>
              <a:tailEnd type="none" w="med" len="med"/>
            </a:ln>
          </p:spPr>
        </p:cxnSp>
      </p:grpSp>
      <p:sp>
        <p:nvSpPr>
          <p:cNvPr id="800" name="Google Shape;800;p80"/>
          <p:cNvSpPr txBox="1">
            <a:spLocks noGrp="1"/>
          </p:cNvSpPr>
          <p:nvPr>
            <p:ph type="title"/>
          </p:nvPr>
        </p:nvSpPr>
        <p:spPr>
          <a:xfrm>
            <a:off x="720000" y="4045175"/>
            <a:ext cx="7710900" cy="56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picture is worth a thousand words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cxnSp>
        <p:nvCxnSpPr>
          <p:cNvPr id="805" name="Google Shape;805;p81"/>
          <p:cNvCxnSpPr>
            <a:stCxn id="806" idx="3"/>
            <a:endCxn id="807" idx="1"/>
          </p:cNvCxnSpPr>
          <p:nvPr/>
        </p:nvCxnSpPr>
        <p:spPr>
          <a:xfrm>
            <a:off x="4208912" y="2129725"/>
            <a:ext cx="3080700" cy="0"/>
          </a:xfrm>
          <a:prstGeom prst="straightConnector1">
            <a:avLst/>
          </a:prstGeom>
          <a:noFill/>
          <a:ln w="19050" cap="flat" cmpd="sng">
            <a:solidFill>
              <a:schemeClr val="dk1"/>
            </a:solidFill>
            <a:prstDash val="solid"/>
            <a:round/>
            <a:headEnd type="none" w="med" len="med"/>
            <a:tailEnd type="none" w="med" len="med"/>
          </a:ln>
        </p:spPr>
      </p:cxnSp>
      <p:sp>
        <p:nvSpPr>
          <p:cNvPr id="808" name="Google Shape;808;p81"/>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Current situation &amp; problems statement</a:t>
            </a:r>
            <a:endParaRPr/>
          </a:p>
        </p:txBody>
      </p:sp>
      <p:sp>
        <p:nvSpPr>
          <p:cNvPr id="809" name="Google Shape;809;p81"/>
          <p:cNvSpPr txBox="1"/>
          <p:nvPr/>
        </p:nvSpPr>
        <p:spPr>
          <a:xfrm>
            <a:off x="895217" y="1875750"/>
            <a:ext cx="2202600" cy="4095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Current situation</a:t>
            </a:r>
            <a:endParaRPr sz="1900">
              <a:solidFill>
                <a:schemeClr val="dk1"/>
              </a:solidFill>
              <a:latin typeface="Figtree Black"/>
              <a:ea typeface="Figtree Black"/>
              <a:cs typeface="Figtree Black"/>
              <a:sym typeface="Figtree Black"/>
            </a:endParaRPr>
          </a:p>
        </p:txBody>
      </p:sp>
      <p:sp>
        <p:nvSpPr>
          <p:cNvPr id="810" name="Google Shape;810;p81"/>
          <p:cNvSpPr txBox="1"/>
          <p:nvPr/>
        </p:nvSpPr>
        <p:spPr>
          <a:xfrm>
            <a:off x="895174" y="2215400"/>
            <a:ext cx="2202600" cy="1613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Jupiter is a gas giant and the biggest planet in the Solar System. It's the fourth-brightest object in the night sky. It was named after the Roman god of the skies and lightning</a:t>
            </a:r>
            <a:endParaRPr sz="1200">
              <a:solidFill>
                <a:schemeClr val="dk1"/>
              </a:solidFill>
              <a:latin typeface="Hanken Grotesk"/>
              <a:ea typeface="Hanken Grotesk"/>
              <a:cs typeface="Hanken Grotesk"/>
              <a:sym typeface="Hanken Grotesk"/>
            </a:endParaRPr>
          </a:p>
        </p:txBody>
      </p:sp>
      <p:sp>
        <p:nvSpPr>
          <p:cNvPr id="811" name="Google Shape;811;p81"/>
          <p:cNvSpPr txBox="1"/>
          <p:nvPr/>
        </p:nvSpPr>
        <p:spPr>
          <a:xfrm>
            <a:off x="3249812" y="2464875"/>
            <a:ext cx="1552500" cy="409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rgbClr val="000000"/>
              </a:buClr>
              <a:buSzPts val="1100"/>
              <a:buFont typeface="Arial"/>
              <a:buNone/>
            </a:pPr>
            <a:r>
              <a:rPr lang="en" sz="1900">
                <a:solidFill>
                  <a:schemeClr val="dk1"/>
                </a:solidFill>
                <a:latin typeface="Figtree Black"/>
                <a:ea typeface="Figtree Black"/>
                <a:cs typeface="Figtree Black"/>
                <a:sym typeface="Figtree Black"/>
              </a:rPr>
              <a:t>Earth</a:t>
            </a:r>
            <a:endParaRPr sz="1900">
              <a:solidFill>
                <a:schemeClr val="dk1"/>
              </a:solidFill>
              <a:latin typeface="Figtree Black"/>
              <a:ea typeface="Figtree Black"/>
              <a:cs typeface="Figtree Black"/>
              <a:sym typeface="Figtree Black"/>
            </a:endParaRPr>
          </a:p>
        </p:txBody>
      </p:sp>
      <p:sp>
        <p:nvSpPr>
          <p:cNvPr id="812" name="Google Shape;812;p81"/>
          <p:cNvSpPr txBox="1"/>
          <p:nvPr/>
        </p:nvSpPr>
        <p:spPr>
          <a:xfrm>
            <a:off x="3249824" y="2804525"/>
            <a:ext cx="1552500" cy="879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Earth is the third planet from the Sun and has life</a:t>
            </a:r>
            <a:endParaRPr sz="1200">
              <a:solidFill>
                <a:schemeClr val="dk1"/>
              </a:solidFill>
              <a:latin typeface="Hanken Grotesk"/>
              <a:ea typeface="Hanken Grotesk"/>
              <a:cs typeface="Hanken Grotesk"/>
              <a:sym typeface="Hanken Grotesk"/>
            </a:endParaRPr>
          </a:p>
        </p:txBody>
      </p:sp>
      <p:sp>
        <p:nvSpPr>
          <p:cNvPr id="813" name="Google Shape;813;p81"/>
          <p:cNvSpPr txBox="1"/>
          <p:nvPr/>
        </p:nvSpPr>
        <p:spPr>
          <a:xfrm>
            <a:off x="4962590" y="2464875"/>
            <a:ext cx="1552500" cy="409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rgbClr val="000000"/>
              </a:buClr>
              <a:buSzPts val="1100"/>
              <a:buFont typeface="Arial"/>
              <a:buNone/>
            </a:pPr>
            <a:r>
              <a:rPr lang="en" sz="1900">
                <a:solidFill>
                  <a:schemeClr val="dk1"/>
                </a:solidFill>
                <a:latin typeface="Figtree Black"/>
                <a:ea typeface="Figtree Black"/>
                <a:cs typeface="Figtree Black"/>
                <a:sym typeface="Figtree Black"/>
              </a:rPr>
              <a:t>Mars</a:t>
            </a:r>
            <a:endParaRPr sz="1900">
              <a:solidFill>
                <a:schemeClr val="dk1"/>
              </a:solidFill>
              <a:latin typeface="Figtree Black"/>
              <a:ea typeface="Figtree Black"/>
              <a:cs typeface="Figtree Black"/>
              <a:sym typeface="Figtree Black"/>
            </a:endParaRPr>
          </a:p>
        </p:txBody>
      </p:sp>
      <p:sp>
        <p:nvSpPr>
          <p:cNvPr id="814" name="Google Shape;814;p81"/>
          <p:cNvSpPr txBox="1"/>
          <p:nvPr/>
        </p:nvSpPr>
        <p:spPr>
          <a:xfrm>
            <a:off x="4962597" y="2804525"/>
            <a:ext cx="1552500" cy="879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Despite being red, Mars is actually a cold place</a:t>
            </a:r>
            <a:endParaRPr sz="1200">
              <a:solidFill>
                <a:schemeClr val="dk1"/>
              </a:solidFill>
              <a:latin typeface="Hanken Grotesk"/>
              <a:ea typeface="Hanken Grotesk"/>
              <a:cs typeface="Hanken Grotesk"/>
              <a:sym typeface="Hanken Grotesk"/>
            </a:endParaRPr>
          </a:p>
        </p:txBody>
      </p:sp>
      <p:sp>
        <p:nvSpPr>
          <p:cNvPr id="815" name="Google Shape;815;p81"/>
          <p:cNvSpPr txBox="1"/>
          <p:nvPr/>
        </p:nvSpPr>
        <p:spPr>
          <a:xfrm>
            <a:off x="6696325" y="2464875"/>
            <a:ext cx="1552500" cy="409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rgbClr val="000000"/>
              </a:buClr>
              <a:buSzPts val="1100"/>
              <a:buFont typeface="Arial"/>
              <a:buNone/>
            </a:pPr>
            <a:r>
              <a:rPr lang="en" sz="1900">
                <a:solidFill>
                  <a:schemeClr val="dk1"/>
                </a:solidFill>
                <a:latin typeface="Figtree Black"/>
                <a:ea typeface="Figtree Black"/>
                <a:cs typeface="Figtree Black"/>
                <a:sym typeface="Figtree Black"/>
              </a:rPr>
              <a:t>Mercury</a:t>
            </a:r>
            <a:endParaRPr sz="1900">
              <a:solidFill>
                <a:schemeClr val="dk1"/>
              </a:solidFill>
              <a:latin typeface="Figtree Black"/>
              <a:ea typeface="Figtree Black"/>
              <a:cs typeface="Figtree Black"/>
              <a:sym typeface="Figtree Black"/>
            </a:endParaRPr>
          </a:p>
        </p:txBody>
      </p:sp>
      <p:sp>
        <p:nvSpPr>
          <p:cNvPr id="816" name="Google Shape;816;p81"/>
          <p:cNvSpPr txBox="1"/>
          <p:nvPr/>
        </p:nvSpPr>
        <p:spPr>
          <a:xfrm>
            <a:off x="6696326" y="2804525"/>
            <a:ext cx="1552500" cy="879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Mercury is the smallest planet in the Solar System</a:t>
            </a:r>
            <a:endParaRPr sz="1200">
              <a:solidFill>
                <a:schemeClr val="dk1"/>
              </a:solidFill>
              <a:latin typeface="Hanken Grotesk"/>
              <a:ea typeface="Hanken Grotesk"/>
              <a:cs typeface="Hanken Grotesk"/>
              <a:sym typeface="Hanken Grotesk"/>
            </a:endParaRPr>
          </a:p>
        </p:txBody>
      </p:sp>
      <p:sp>
        <p:nvSpPr>
          <p:cNvPr id="817" name="Google Shape;817;p81"/>
          <p:cNvSpPr txBox="1"/>
          <p:nvPr/>
        </p:nvSpPr>
        <p:spPr>
          <a:xfrm>
            <a:off x="4977449" y="4094852"/>
            <a:ext cx="1522800" cy="4767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Problems</a:t>
            </a:r>
            <a:endParaRPr sz="1900">
              <a:solidFill>
                <a:schemeClr val="dk1"/>
              </a:solidFill>
              <a:latin typeface="Figtree Black"/>
              <a:ea typeface="Figtree Black"/>
              <a:cs typeface="Figtree Black"/>
              <a:sym typeface="Figtree Black"/>
            </a:endParaRPr>
          </a:p>
        </p:txBody>
      </p:sp>
      <p:sp>
        <p:nvSpPr>
          <p:cNvPr id="806" name="Google Shape;806;p81"/>
          <p:cNvSpPr txBox="1"/>
          <p:nvPr/>
        </p:nvSpPr>
        <p:spPr>
          <a:xfrm>
            <a:off x="3843212" y="19468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01</a:t>
            </a:r>
            <a:endParaRPr sz="1100">
              <a:solidFill>
                <a:schemeClr val="lt1"/>
              </a:solidFill>
              <a:latin typeface="Figtree Black"/>
              <a:ea typeface="Figtree Black"/>
              <a:cs typeface="Figtree Black"/>
              <a:sym typeface="Figtree Black"/>
            </a:endParaRPr>
          </a:p>
        </p:txBody>
      </p:sp>
      <p:sp>
        <p:nvSpPr>
          <p:cNvPr id="818" name="Google Shape;818;p81"/>
          <p:cNvSpPr txBox="1"/>
          <p:nvPr/>
        </p:nvSpPr>
        <p:spPr>
          <a:xfrm>
            <a:off x="5555990" y="19468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02</a:t>
            </a:r>
            <a:endParaRPr sz="1100">
              <a:solidFill>
                <a:schemeClr val="lt1"/>
              </a:solidFill>
              <a:latin typeface="Figtree Black"/>
              <a:ea typeface="Figtree Black"/>
              <a:cs typeface="Figtree Black"/>
              <a:sym typeface="Figtree Black"/>
            </a:endParaRPr>
          </a:p>
        </p:txBody>
      </p:sp>
      <p:sp>
        <p:nvSpPr>
          <p:cNvPr id="807" name="Google Shape;807;p81"/>
          <p:cNvSpPr txBox="1"/>
          <p:nvPr/>
        </p:nvSpPr>
        <p:spPr>
          <a:xfrm>
            <a:off x="7289725" y="19468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03</a:t>
            </a:r>
            <a:endParaRPr sz="1100">
              <a:solidFill>
                <a:schemeClr val="lt1"/>
              </a:solidFill>
              <a:latin typeface="Figtree Black"/>
              <a:ea typeface="Figtree Black"/>
              <a:cs typeface="Figtree Black"/>
              <a:sym typeface="Figtree Black"/>
            </a:endParaRPr>
          </a:p>
        </p:txBody>
      </p:sp>
      <p:grpSp>
        <p:nvGrpSpPr>
          <p:cNvPr id="819" name="Google Shape;819;p81"/>
          <p:cNvGrpSpPr/>
          <p:nvPr/>
        </p:nvGrpSpPr>
        <p:grpSpPr>
          <a:xfrm>
            <a:off x="5552503" y="1449563"/>
            <a:ext cx="372675" cy="345000"/>
            <a:chOff x="3221113" y="2520150"/>
            <a:chExt cx="372675" cy="345000"/>
          </a:xfrm>
        </p:grpSpPr>
        <p:sp>
          <p:nvSpPr>
            <p:cNvPr id="820" name="Google Shape;820;p81"/>
            <p:cNvSpPr/>
            <p:nvPr/>
          </p:nvSpPr>
          <p:spPr>
            <a:xfrm>
              <a:off x="3554288" y="2774400"/>
              <a:ext cx="14875" cy="43850"/>
            </a:xfrm>
            <a:custGeom>
              <a:avLst/>
              <a:gdLst/>
              <a:ahLst/>
              <a:cxnLst/>
              <a:rect l="l" t="t" r="r" b="b"/>
              <a:pathLst>
                <a:path w="595" h="1754" extrusionOk="0">
                  <a:moveTo>
                    <a:pt x="0" y="0"/>
                  </a:moveTo>
                  <a:lnTo>
                    <a:pt x="0" y="1753"/>
                  </a:lnTo>
                  <a:lnTo>
                    <a:pt x="595" y="175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81"/>
            <p:cNvSpPr/>
            <p:nvPr/>
          </p:nvSpPr>
          <p:spPr>
            <a:xfrm>
              <a:off x="3295938" y="2550150"/>
              <a:ext cx="87425" cy="151750"/>
            </a:xfrm>
            <a:custGeom>
              <a:avLst/>
              <a:gdLst/>
              <a:ahLst/>
              <a:cxnLst/>
              <a:rect l="l" t="t" r="r" b="b"/>
              <a:pathLst>
                <a:path w="3497" h="6070" extrusionOk="0">
                  <a:moveTo>
                    <a:pt x="2174" y="0"/>
                  </a:moveTo>
                  <a:lnTo>
                    <a:pt x="1662" y="298"/>
                  </a:lnTo>
                  <a:lnTo>
                    <a:pt x="2266" y="1282"/>
                  </a:lnTo>
                  <a:cubicBezTo>
                    <a:pt x="2389" y="1456"/>
                    <a:pt x="2389" y="1671"/>
                    <a:pt x="2266" y="1835"/>
                  </a:cubicBezTo>
                  <a:lnTo>
                    <a:pt x="2266" y="1876"/>
                  </a:lnTo>
                  <a:cubicBezTo>
                    <a:pt x="1959" y="2348"/>
                    <a:pt x="2092" y="2953"/>
                    <a:pt x="2523" y="3332"/>
                  </a:cubicBezTo>
                  <a:lnTo>
                    <a:pt x="2646" y="3414"/>
                  </a:lnTo>
                  <a:cubicBezTo>
                    <a:pt x="2820" y="3547"/>
                    <a:pt x="2902" y="3763"/>
                    <a:pt x="2861" y="3927"/>
                  </a:cubicBezTo>
                  <a:lnTo>
                    <a:pt x="2820" y="4101"/>
                  </a:lnTo>
                  <a:cubicBezTo>
                    <a:pt x="2779" y="4357"/>
                    <a:pt x="2564" y="4531"/>
                    <a:pt x="2307" y="4531"/>
                  </a:cubicBezTo>
                  <a:lnTo>
                    <a:pt x="1580" y="4531"/>
                  </a:lnTo>
                  <a:cubicBezTo>
                    <a:pt x="1282" y="4531"/>
                    <a:pt x="1026" y="4654"/>
                    <a:pt x="811" y="4870"/>
                  </a:cubicBezTo>
                  <a:lnTo>
                    <a:pt x="1" y="5639"/>
                  </a:lnTo>
                  <a:lnTo>
                    <a:pt x="421" y="6069"/>
                  </a:lnTo>
                  <a:lnTo>
                    <a:pt x="1241" y="5259"/>
                  </a:lnTo>
                  <a:cubicBezTo>
                    <a:pt x="1323" y="5167"/>
                    <a:pt x="1446" y="5126"/>
                    <a:pt x="1580" y="5126"/>
                  </a:cubicBezTo>
                  <a:lnTo>
                    <a:pt x="2307" y="5126"/>
                  </a:lnTo>
                  <a:cubicBezTo>
                    <a:pt x="2861" y="5126"/>
                    <a:pt x="3333" y="4747"/>
                    <a:pt x="3415" y="4183"/>
                  </a:cubicBezTo>
                  <a:lnTo>
                    <a:pt x="3456" y="4019"/>
                  </a:lnTo>
                  <a:cubicBezTo>
                    <a:pt x="3497" y="3629"/>
                    <a:pt x="3333" y="3250"/>
                    <a:pt x="3035" y="2994"/>
                  </a:cubicBezTo>
                  <a:lnTo>
                    <a:pt x="2861" y="2860"/>
                  </a:lnTo>
                  <a:cubicBezTo>
                    <a:pt x="2687" y="2696"/>
                    <a:pt x="2605" y="2389"/>
                    <a:pt x="2779" y="2184"/>
                  </a:cubicBezTo>
                  <a:lnTo>
                    <a:pt x="2779" y="2133"/>
                  </a:lnTo>
                  <a:cubicBezTo>
                    <a:pt x="2984" y="1753"/>
                    <a:pt x="2984" y="1323"/>
                    <a:pt x="2779" y="943"/>
                  </a:cubicBezTo>
                  <a:lnTo>
                    <a:pt x="217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81"/>
            <p:cNvSpPr/>
            <p:nvPr/>
          </p:nvSpPr>
          <p:spPr>
            <a:xfrm>
              <a:off x="3420763" y="2565000"/>
              <a:ext cx="88700" cy="178400"/>
            </a:xfrm>
            <a:custGeom>
              <a:avLst/>
              <a:gdLst/>
              <a:ahLst/>
              <a:cxnLst/>
              <a:rect l="l" t="t" r="r" b="b"/>
              <a:pathLst>
                <a:path w="3548" h="7136" extrusionOk="0">
                  <a:moveTo>
                    <a:pt x="0" y="1"/>
                  </a:moveTo>
                  <a:lnTo>
                    <a:pt x="0" y="606"/>
                  </a:lnTo>
                  <a:cubicBezTo>
                    <a:pt x="1630" y="606"/>
                    <a:pt x="2953" y="1928"/>
                    <a:pt x="2953" y="3589"/>
                  </a:cubicBezTo>
                  <a:cubicBezTo>
                    <a:pt x="2953" y="5219"/>
                    <a:pt x="1630" y="6582"/>
                    <a:pt x="0" y="6582"/>
                  </a:cubicBezTo>
                  <a:lnTo>
                    <a:pt x="0" y="7136"/>
                  </a:lnTo>
                  <a:cubicBezTo>
                    <a:pt x="1969" y="7136"/>
                    <a:pt x="3547" y="5557"/>
                    <a:pt x="3547" y="3589"/>
                  </a:cubicBezTo>
                  <a:cubicBezTo>
                    <a:pt x="3547" y="1631"/>
                    <a:pt x="1969" y="1"/>
                    <a:pt x="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81"/>
            <p:cNvSpPr/>
            <p:nvPr/>
          </p:nvSpPr>
          <p:spPr>
            <a:xfrm>
              <a:off x="3221113" y="2520150"/>
              <a:ext cx="372675" cy="345000"/>
            </a:xfrm>
            <a:custGeom>
              <a:avLst/>
              <a:gdLst/>
              <a:ahLst/>
              <a:cxnLst/>
              <a:rect l="l" t="t" r="r" b="b"/>
              <a:pathLst>
                <a:path w="14907" h="13800" extrusionOk="0">
                  <a:moveTo>
                    <a:pt x="8243" y="4194"/>
                  </a:moveTo>
                  <a:cubicBezTo>
                    <a:pt x="8796" y="4317"/>
                    <a:pt x="9186" y="4788"/>
                    <a:pt x="9186" y="5383"/>
                  </a:cubicBezTo>
                  <a:cubicBezTo>
                    <a:pt x="9186" y="5947"/>
                    <a:pt x="8796" y="6459"/>
                    <a:pt x="8243" y="6582"/>
                  </a:cubicBezTo>
                  <a:lnTo>
                    <a:pt x="8243" y="4194"/>
                  </a:lnTo>
                  <a:close/>
                  <a:moveTo>
                    <a:pt x="7689" y="606"/>
                  </a:moveTo>
                  <a:lnTo>
                    <a:pt x="7689" y="8376"/>
                  </a:lnTo>
                  <a:lnTo>
                    <a:pt x="4275" y="8376"/>
                  </a:lnTo>
                  <a:cubicBezTo>
                    <a:pt x="3588" y="7525"/>
                    <a:pt x="3209" y="6459"/>
                    <a:pt x="3209" y="5383"/>
                  </a:cubicBezTo>
                  <a:cubicBezTo>
                    <a:pt x="3209" y="2871"/>
                    <a:pt x="5167" y="770"/>
                    <a:pt x="7689" y="606"/>
                  </a:cubicBezTo>
                  <a:close/>
                  <a:moveTo>
                    <a:pt x="8243" y="606"/>
                  </a:moveTo>
                  <a:cubicBezTo>
                    <a:pt x="10764" y="770"/>
                    <a:pt x="12733" y="2871"/>
                    <a:pt x="12733" y="5383"/>
                  </a:cubicBezTo>
                  <a:cubicBezTo>
                    <a:pt x="12733" y="6459"/>
                    <a:pt x="12343" y="7525"/>
                    <a:pt x="11667" y="8376"/>
                  </a:cubicBezTo>
                  <a:lnTo>
                    <a:pt x="8243" y="8376"/>
                  </a:lnTo>
                  <a:lnTo>
                    <a:pt x="8243" y="7177"/>
                  </a:lnTo>
                  <a:cubicBezTo>
                    <a:pt x="9145" y="7054"/>
                    <a:pt x="9780" y="6285"/>
                    <a:pt x="9780" y="5383"/>
                  </a:cubicBezTo>
                  <a:cubicBezTo>
                    <a:pt x="9780" y="4491"/>
                    <a:pt x="9145" y="3722"/>
                    <a:pt x="8243" y="3589"/>
                  </a:cubicBezTo>
                  <a:lnTo>
                    <a:pt x="8243" y="606"/>
                  </a:lnTo>
                  <a:close/>
                  <a:moveTo>
                    <a:pt x="13799" y="8930"/>
                  </a:moveTo>
                  <a:cubicBezTo>
                    <a:pt x="14014" y="8930"/>
                    <a:pt x="14229" y="9145"/>
                    <a:pt x="14270" y="9360"/>
                  </a:cubicBezTo>
                  <a:cubicBezTo>
                    <a:pt x="14311" y="9658"/>
                    <a:pt x="14055" y="9914"/>
                    <a:pt x="13799" y="9914"/>
                  </a:cubicBezTo>
                  <a:lnTo>
                    <a:pt x="3845" y="9914"/>
                  </a:lnTo>
                  <a:cubicBezTo>
                    <a:pt x="3158" y="9914"/>
                    <a:pt x="2604" y="10468"/>
                    <a:pt x="2645" y="11113"/>
                  </a:cubicBezTo>
                  <a:cubicBezTo>
                    <a:pt x="2697" y="11749"/>
                    <a:pt x="3209" y="12221"/>
                    <a:pt x="3804" y="12221"/>
                  </a:cubicBezTo>
                  <a:lnTo>
                    <a:pt x="13799" y="12221"/>
                  </a:lnTo>
                  <a:cubicBezTo>
                    <a:pt x="14055" y="12221"/>
                    <a:pt x="14270" y="12436"/>
                    <a:pt x="14270" y="12692"/>
                  </a:cubicBezTo>
                  <a:lnTo>
                    <a:pt x="14270" y="13072"/>
                  </a:lnTo>
                  <a:cubicBezTo>
                    <a:pt x="14270" y="13164"/>
                    <a:pt x="14229" y="13205"/>
                    <a:pt x="14137" y="13205"/>
                  </a:cubicBezTo>
                  <a:lnTo>
                    <a:pt x="2994" y="13205"/>
                  </a:lnTo>
                  <a:cubicBezTo>
                    <a:pt x="2861" y="13205"/>
                    <a:pt x="2738" y="13164"/>
                    <a:pt x="2645" y="13072"/>
                  </a:cubicBezTo>
                  <a:cubicBezTo>
                    <a:pt x="687" y="11237"/>
                    <a:pt x="1969" y="8930"/>
                    <a:pt x="3804" y="8930"/>
                  </a:cubicBezTo>
                  <a:close/>
                  <a:moveTo>
                    <a:pt x="7945" y="1"/>
                  </a:moveTo>
                  <a:cubicBezTo>
                    <a:pt x="5003" y="1"/>
                    <a:pt x="2604" y="2441"/>
                    <a:pt x="2604" y="5383"/>
                  </a:cubicBezTo>
                  <a:cubicBezTo>
                    <a:pt x="2604" y="6459"/>
                    <a:pt x="2953" y="7484"/>
                    <a:pt x="3547" y="8376"/>
                  </a:cubicBezTo>
                  <a:cubicBezTo>
                    <a:pt x="1415" y="8592"/>
                    <a:pt x="0" y="11237"/>
                    <a:pt x="2133" y="13461"/>
                  </a:cubicBezTo>
                  <a:cubicBezTo>
                    <a:pt x="2307" y="13635"/>
                    <a:pt x="2697" y="13799"/>
                    <a:pt x="2953" y="13799"/>
                  </a:cubicBezTo>
                  <a:lnTo>
                    <a:pt x="14434" y="13799"/>
                  </a:lnTo>
                  <a:cubicBezTo>
                    <a:pt x="14650" y="13799"/>
                    <a:pt x="14865" y="13584"/>
                    <a:pt x="14865" y="13379"/>
                  </a:cubicBezTo>
                  <a:lnTo>
                    <a:pt x="14865" y="12221"/>
                  </a:lnTo>
                  <a:cubicBezTo>
                    <a:pt x="14865" y="11923"/>
                    <a:pt x="14568" y="11626"/>
                    <a:pt x="14270" y="11626"/>
                  </a:cubicBezTo>
                  <a:lnTo>
                    <a:pt x="3670" y="11626"/>
                  </a:lnTo>
                  <a:cubicBezTo>
                    <a:pt x="3588" y="11626"/>
                    <a:pt x="3506" y="11626"/>
                    <a:pt x="3465" y="11534"/>
                  </a:cubicBezTo>
                  <a:cubicBezTo>
                    <a:pt x="3035" y="11072"/>
                    <a:pt x="3373" y="10468"/>
                    <a:pt x="3845" y="10468"/>
                  </a:cubicBezTo>
                  <a:lnTo>
                    <a:pt x="13758" y="10468"/>
                  </a:lnTo>
                  <a:cubicBezTo>
                    <a:pt x="14311" y="10468"/>
                    <a:pt x="14783" y="10088"/>
                    <a:pt x="14865" y="9535"/>
                  </a:cubicBezTo>
                  <a:cubicBezTo>
                    <a:pt x="14906" y="8889"/>
                    <a:pt x="14393" y="8376"/>
                    <a:pt x="13799" y="8376"/>
                  </a:cubicBezTo>
                  <a:lnTo>
                    <a:pt x="12435" y="8376"/>
                  </a:lnTo>
                  <a:cubicBezTo>
                    <a:pt x="12989" y="7484"/>
                    <a:pt x="13327" y="6459"/>
                    <a:pt x="13327" y="5383"/>
                  </a:cubicBezTo>
                  <a:cubicBezTo>
                    <a:pt x="13327" y="2441"/>
                    <a:pt x="10939" y="1"/>
                    <a:pt x="794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 name="Google Shape;824;p81"/>
          <p:cNvGrpSpPr/>
          <p:nvPr/>
        </p:nvGrpSpPr>
        <p:grpSpPr>
          <a:xfrm>
            <a:off x="3854074" y="1450200"/>
            <a:ext cx="343975" cy="343725"/>
            <a:chOff x="4744988" y="1976825"/>
            <a:chExt cx="343975" cy="343725"/>
          </a:xfrm>
        </p:grpSpPr>
        <p:sp>
          <p:nvSpPr>
            <p:cNvPr id="825" name="Google Shape;825;p81"/>
            <p:cNvSpPr/>
            <p:nvPr/>
          </p:nvSpPr>
          <p:spPr>
            <a:xfrm>
              <a:off x="4788813" y="2020400"/>
              <a:ext cx="47950" cy="59125"/>
            </a:xfrm>
            <a:custGeom>
              <a:avLst/>
              <a:gdLst/>
              <a:ahLst/>
              <a:cxnLst/>
              <a:rect l="l" t="t" r="r" b="b"/>
              <a:pathLst>
                <a:path w="1918" h="2365" extrusionOk="0">
                  <a:moveTo>
                    <a:pt x="298" y="1"/>
                  </a:moveTo>
                  <a:cubicBezTo>
                    <a:pt x="165" y="1"/>
                    <a:pt x="42" y="134"/>
                    <a:pt x="1" y="257"/>
                  </a:cubicBezTo>
                  <a:cubicBezTo>
                    <a:pt x="1" y="431"/>
                    <a:pt x="124" y="605"/>
                    <a:pt x="298" y="605"/>
                  </a:cubicBezTo>
                  <a:lnTo>
                    <a:pt x="677" y="605"/>
                  </a:lnTo>
                  <a:lnTo>
                    <a:pt x="677" y="2051"/>
                  </a:lnTo>
                  <a:cubicBezTo>
                    <a:pt x="677" y="2184"/>
                    <a:pt x="770" y="2307"/>
                    <a:pt x="893" y="2358"/>
                  </a:cubicBezTo>
                  <a:cubicBezTo>
                    <a:pt x="914" y="2363"/>
                    <a:pt x="935" y="2365"/>
                    <a:pt x="955" y="2365"/>
                  </a:cubicBezTo>
                  <a:cubicBezTo>
                    <a:pt x="1133" y="2365"/>
                    <a:pt x="1241" y="2208"/>
                    <a:pt x="1241" y="2051"/>
                  </a:cubicBezTo>
                  <a:lnTo>
                    <a:pt x="1241" y="605"/>
                  </a:lnTo>
                  <a:lnTo>
                    <a:pt x="1620" y="605"/>
                  </a:lnTo>
                  <a:cubicBezTo>
                    <a:pt x="1754" y="605"/>
                    <a:pt x="1877" y="513"/>
                    <a:pt x="1918" y="349"/>
                  </a:cubicBezTo>
                  <a:cubicBezTo>
                    <a:pt x="1918" y="175"/>
                    <a:pt x="1795" y="1"/>
                    <a:pt x="162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81"/>
            <p:cNvSpPr/>
            <p:nvPr/>
          </p:nvSpPr>
          <p:spPr>
            <a:xfrm>
              <a:off x="4744988" y="1976825"/>
              <a:ext cx="343975" cy="343725"/>
            </a:xfrm>
            <a:custGeom>
              <a:avLst/>
              <a:gdLst/>
              <a:ahLst/>
              <a:cxnLst/>
              <a:rect l="l" t="t" r="r" b="b"/>
              <a:pathLst>
                <a:path w="13759" h="13749" extrusionOk="0">
                  <a:moveTo>
                    <a:pt x="6582" y="595"/>
                  </a:moveTo>
                  <a:lnTo>
                    <a:pt x="6582" y="8756"/>
                  </a:lnTo>
                  <a:lnTo>
                    <a:pt x="595" y="8756"/>
                  </a:lnTo>
                  <a:lnTo>
                    <a:pt x="595" y="1108"/>
                  </a:lnTo>
                  <a:cubicBezTo>
                    <a:pt x="595" y="811"/>
                    <a:pt x="811" y="595"/>
                    <a:pt x="1108" y="595"/>
                  </a:cubicBezTo>
                  <a:close/>
                  <a:moveTo>
                    <a:pt x="12641" y="595"/>
                  </a:moveTo>
                  <a:cubicBezTo>
                    <a:pt x="12938" y="595"/>
                    <a:pt x="13153" y="811"/>
                    <a:pt x="13153" y="1108"/>
                  </a:cubicBezTo>
                  <a:lnTo>
                    <a:pt x="13153" y="8756"/>
                  </a:lnTo>
                  <a:lnTo>
                    <a:pt x="7177" y="8756"/>
                  </a:lnTo>
                  <a:lnTo>
                    <a:pt x="7177" y="595"/>
                  </a:lnTo>
                  <a:close/>
                  <a:moveTo>
                    <a:pt x="13153" y="9350"/>
                  </a:moveTo>
                  <a:lnTo>
                    <a:pt x="13153" y="10201"/>
                  </a:lnTo>
                  <a:cubicBezTo>
                    <a:pt x="13153" y="10509"/>
                    <a:pt x="12938" y="10714"/>
                    <a:pt x="12641" y="10714"/>
                  </a:cubicBezTo>
                  <a:lnTo>
                    <a:pt x="1108" y="10714"/>
                  </a:lnTo>
                  <a:cubicBezTo>
                    <a:pt x="811" y="10714"/>
                    <a:pt x="595" y="10509"/>
                    <a:pt x="595" y="10201"/>
                  </a:cubicBezTo>
                  <a:lnTo>
                    <a:pt x="595" y="9350"/>
                  </a:lnTo>
                  <a:close/>
                  <a:moveTo>
                    <a:pt x="8120" y="11318"/>
                  </a:moveTo>
                  <a:cubicBezTo>
                    <a:pt x="8161" y="11954"/>
                    <a:pt x="8325" y="12600"/>
                    <a:pt x="8581" y="13194"/>
                  </a:cubicBezTo>
                  <a:lnTo>
                    <a:pt x="5167" y="13194"/>
                  </a:lnTo>
                  <a:cubicBezTo>
                    <a:pt x="5424" y="12600"/>
                    <a:pt x="5598" y="11954"/>
                    <a:pt x="5639" y="11318"/>
                  </a:cubicBezTo>
                  <a:close/>
                  <a:moveTo>
                    <a:pt x="1108" y="1"/>
                  </a:moveTo>
                  <a:cubicBezTo>
                    <a:pt x="472" y="1"/>
                    <a:pt x="1" y="462"/>
                    <a:pt x="1" y="1108"/>
                  </a:cubicBezTo>
                  <a:lnTo>
                    <a:pt x="1" y="10252"/>
                  </a:lnTo>
                  <a:cubicBezTo>
                    <a:pt x="1" y="10847"/>
                    <a:pt x="472" y="11318"/>
                    <a:pt x="1108" y="11318"/>
                  </a:cubicBezTo>
                  <a:lnTo>
                    <a:pt x="4993" y="11318"/>
                  </a:lnTo>
                  <a:cubicBezTo>
                    <a:pt x="4952" y="11954"/>
                    <a:pt x="4788" y="12600"/>
                    <a:pt x="4481" y="13153"/>
                  </a:cubicBezTo>
                  <a:lnTo>
                    <a:pt x="3589" y="13153"/>
                  </a:lnTo>
                  <a:cubicBezTo>
                    <a:pt x="3455" y="13153"/>
                    <a:pt x="3332" y="13276"/>
                    <a:pt x="3291" y="13410"/>
                  </a:cubicBezTo>
                  <a:cubicBezTo>
                    <a:pt x="3291" y="13584"/>
                    <a:pt x="3414" y="13748"/>
                    <a:pt x="3589" y="13748"/>
                  </a:cubicBezTo>
                  <a:lnTo>
                    <a:pt x="10170" y="13748"/>
                  </a:lnTo>
                  <a:cubicBezTo>
                    <a:pt x="10293" y="13748"/>
                    <a:pt x="10427" y="13666"/>
                    <a:pt x="10468" y="13492"/>
                  </a:cubicBezTo>
                  <a:cubicBezTo>
                    <a:pt x="10468" y="13328"/>
                    <a:pt x="10334" y="13153"/>
                    <a:pt x="10170" y="13153"/>
                  </a:cubicBezTo>
                  <a:lnTo>
                    <a:pt x="9227" y="13153"/>
                  </a:lnTo>
                  <a:cubicBezTo>
                    <a:pt x="8930" y="12600"/>
                    <a:pt x="8756" y="11954"/>
                    <a:pt x="8715" y="11318"/>
                  </a:cubicBezTo>
                  <a:lnTo>
                    <a:pt x="12641" y="11318"/>
                  </a:lnTo>
                  <a:cubicBezTo>
                    <a:pt x="13287" y="11318"/>
                    <a:pt x="13758" y="10847"/>
                    <a:pt x="13758" y="10252"/>
                  </a:cubicBezTo>
                  <a:lnTo>
                    <a:pt x="13758" y="1108"/>
                  </a:lnTo>
                  <a:cubicBezTo>
                    <a:pt x="13758" y="462"/>
                    <a:pt x="13287" y="1"/>
                    <a:pt x="1264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81"/>
            <p:cNvSpPr/>
            <p:nvPr/>
          </p:nvSpPr>
          <p:spPr>
            <a:xfrm>
              <a:off x="4843163" y="2064225"/>
              <a:ext cx="38450" cy="15150"/>
            </a:xfrm>
            <a:custGeom>
              <a:avLst/>
              <a:gdLst/>
              <a:ahLst/>
              <a:cxnLst/>
              <a:rect l="l" t="t" r="r" b="b"/>
              <a:pathLst>
                <a:path w="1538" h="606" extrusionOk="0">
                  <a:moveTo>
                    <a:pt x="349" y="1"/>
                  </a:moveTo>
                  <a:cubicBezTo>
                    <a:pt x="133" y="1"/>
                    <a:pt x="0" y="175"/>
                    <a:pt x="41" y="349"/>
                  </a:cubicBezTo>
                  <a:cubicBezTo>
                    <a:pt x="41" y="513"/>
                    <a:pt x="174" y="605"/>
                    <a:pt x="349" y="605"/>
                  </a:cubicBezTo>
                  <a:lnTo>
                    <a:pt x="1199" y="605"/>
                  </a:lnTo>
                  <a:cubicBezTo>
                    <a:pt x="1374" y="605"/>
                    <a:pt x="1538" y="431"/>
                    <a:pt x="1497" y="257"/>
                  </a:cubicBezTo>
                  <a:cubicBezTo>
                    <a:pt x="1456" y="134"/>
                    <a:pt x="1323" y="1"/>
                    <a:pt x="119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81"/>
            <p:cNvSpPr/>
            <p:nvPr/>
          </p:nvSpPr>
          <p:spPr>
            <a:xfrm>
              <a:off x="4788813" y="2108050"/>
              <a:ext cx="92800" cy="14900"/>
            </a:xfrm>
            <a:custGeom>
              <a:avLst/>
              <a:gdLst/>
              <a:ahLst/>
              <a:cxnLst/>
              <a:rect l="l" t="t" r="r" b="b"/>
              <a:pathLst>
                <a:path w="3712" h="596" extrusionOk="0">
                  <a:moveTo>
                    <a:pt x="298" y="1"/>
                  </a:moveTo>
                  <a:cubicBezTo>
                    <a:pt x="124" y="1"/>
                    <a:pt x="1" y="175"/>
                    <a:pt x="42" y="339"/>
                  </a:cubicBezTo>
                  <a:cubicBezTo>
                    <a:pt x="42" y="513"/>
                    <a:pt x="165" y="595"/>
                    <a:pt x="339" y="595"/>
                  </a:cubicBezTo>
                  <a:lnTo>
                    <a:pt x="3373" y="595"/>
                  </a:lnTo>
                  <a:cubicBezTo>
                    <a:pt x="3548" y="595"/>
                    <a:pt x="3712" y="431"/>
                    <a:pt x="3671" y="257"/>
                  </a:cubicBezTo>
                  <a:cubicBezTo>
                    <a:pt x="3630" y="134"/>
                    <a:pt x="3497"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81"/>
            <p:cNvSpPr/>
            <p:nvPr/>
          </p:nvSpPr>
          <p:spPr>
            <a:xfrm>
              <a:off x="4788813" y="2151875"/>
              <a:ext cx="92800" cy="14900"/>
            </a:xfrm>
            <a:custGeom>
              <a:avLst/>
              <a:gdLst/>
              <a:ahLst/>
              <a:cxnLst/>
              <a:rect l="l" t="t" r="r" b="b"/>
              <a:pathLst>
                <a:path w="3712" h="596" extrusionOk="0">
                  <a:moveTo>
                    <a:pt x="298" y="1"/>
                  </a:moveTo>
                  <a:cubicBezTo>
                    <a:pt x="124" y="1"/>
                    <a:pt x="1" y="175"/>
                    <a:pt x="42" y="339"/>
                  </a:cubicBezTo>
                  <a:cubicBezTo>
                    <a:pt x="42" y="472"/>
                    <a:pt x="165" y="595"/>
                    <a:pt x="339" y="595"/>
                  </a:cubicBezTo>
                  <a:lnTo>
                    <a:pt x="3373" y="595"/>
                  </a:lnTo>
                  <a:cubicBezTo>
                    <a:pt x="3548" y="595"/>
                    <a:pt x="3712" y="431"/>
                    <a:pt x="3671" y="257"/>
                  </a:cubicBezTo>
                  <a:cubicBezTo>
                    <a:pt x="3630" y="83"/>
                    <a:pt x="3497"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81"/>
            <p:cNvSpPr/>
            <p:nvPr/>
          </p:nvSpPr>
          <p:spPr>
            <a:xfrm>
              <a:off x="4953088" y="2108050"/>
              <a:ext cx="92050" cy="14900"/>
            </a:xfrm>
            <a:custGeom>
              <a:avLst/>
              <a:gdLst/>
              <a:ahLst/>
              <a:cxnLst/>
              <a:rect l="l" t="t" r="r" b="b"/>
              <a:pathLst>
                <a:path w="3682" h="596" extrusionOk="0">
                  <a:moveTo>
                    <a:pt x="308" y="1"/>
                  </a:moveTo>
                  <a:cubicBezTo>
                    <a:pt x="134" y="1"/>
                    <a:pt x="1" y="175"/>
                    <a:pt x="1" y="339"/>
                  </a:cubicBezTo>
                  <a:cubicBezTo>
                    <a:pt x="52" y="513"/>
                    <a:pt x="175" y="595"/>
                    <a:pt x="308" y="595"/>
                  </a:cubicBezTo>
                  <a:lnTo>
                    <a:pt x="3384" y="595"/>
                  </a:lnTo>
                  <a:cubicBezTo>
                    <a:pt x="3548" y="595"/>
                    <a:pt x="3681" y="431"/>
                    <a:pt x="3681" y="257"/>
                  </a:cubicBezTo>
                  <a:cubicBezTo>
                    <a:pt x="3640" y="134"/>
                    <a:pt x="3507" y="1"/>
                    <a:pt x="338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81"/>
            <p:cNvSpPr/>
            <p:nvPr/>
          </p:nvSpPr>
          <p:spPr>
            <a:xfrm>
              <a:off x="4953088" y="2064225"/>
              <a:ext cx="92050" cy="15150"/>
            </a:xfrm>
            <a:custGeom>
              <a:avLst/>
              <a:gdLst/>
              <a:ahLst/>
              <a:cxnLst/>
              <a:rect l="l" t="t" r="r" b="b"/>
              <a:pathLst>
                <a:path w="3682" h="606" extrusionOk="0">
                  <a:moveTo>
                    <a:pt x="308" y="1"/>
                  </a:moveTo>
                  <a:cubicBezTo>
                    <a:pt x="134" y="1"/>
                    <a:pt x="1" y="175"/>
                    <a:pt x="1" y="349"/>
                  </a:cubicBezTo>
                  <a:cubicBezTo>
                    <a:pt x="52" y="513"/>
                    <a:pt x="175" y="605"/>
                    <a:pt x="308" y="605"/>
                  </a:cubicBezTo>
                  <a:lnTo>
                    <a:pt x="3384" y="605"/>
                  </a:lnTo>
                  <a:cubicBezTo>
                    <a:pt x="3548" y="605"/>
                    <a:pt x="3681" y="431"/>
                    <a:pt x="3681" y="257"/>
                  </a:cubicBezTo>
                  <a:cubicBezTo>
                    <a:pt x="3640" y="134"/>
                    <a:pt x="3507" y="1"/>
                    <a:pt x="3384"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81"/>
            <p:cNvSpPr/>
            <p:nvPr/>
          </p:nvSpPr>
          <p:spPr>
            <a:xfrm>
              <a:off x="4953088" y="2020400"/>
              <a:ext cx="92050" cy="15150"/>
            </a:xfrm>
            <a:custGeom>
              <a:avLst/>
              <a:gdLst/>
              <a:ahLst/>
              <a:cxnLst/>
              <a:rect l="l" t="t" r="r" b="b"/>
              <a:pathLst>
                <a:path w="3682" h="606" extrusionOk="0">
                  <a:moveTo>
                    <a:pt x="308" y="1"/>
                  </a:moveTo>
                  <a:cubicBezTo>
                    <a:pt x="134" y="1"/>
                    <a:pt x="1" y="175"/>
                    <a:pt x="1" y="349"/>
                  </a:cubicBezTo>
                  <a:cubicBezTo>
                    <a:pt x="52" y="513"/>
                    <a:pt x="175" y="605"/>
                    <a:pt x="308" y="605"/>
                  </a:cubicBezTo>
                  <a:lnTo>
                    <a:pt x="3384" y="605"/>
                  </a:lnTo>
                  <a:cubicBezTo>
                    <a:pt x="3548" y="605"/>
                    <a:pt x="3681" y="431"/>
                    <a:pt x="3681" y="257"/>
                  </a:cubicBezTo>
                  <a:cubicBezTo>
                    <a:pt x="3640" y="134"/>
                    <a:pt x="3507" y="1"/>
                    <a:pt x="338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81"/>
            <p:cNvSpPr/>
            <p:nvPr/>
          </p:nvSpPr>
          <p:spPr>
            <a:xfrm>
              <a:off x="4953088" y="2151875"/>
              <a:ext cx="70525" cy="14900"/>
            </a:xfrm>
            <a:custGeom>
              <a:avLst/>
              <a:gdLst/>
              <a:ahLst/>
              <a:cxnLst/>
              <a:rect l="l" t="t" r="r" b="b"/>
              <a:pathLst>
                <a:path w="2821" h="596" extrusionOk="0">
                  <a:moveTo>
                    <a:pt x="308" y="1"/>
                  </a:moveTo>
                  <a:cubicBezTo>
                    <a:pt x="134" y="1"/>
                    <a:pt x="1" y="175"/>
                    <a:pt x="1" y="339"/>
                  </a:cubicBezTo>
                  <a:cubicBezTo>
                    <a:pt x="52" y="472"/>
                    <a:pt x="175" y="595"/>
                    <a:pt x="308" y="595"/>
                  </a:cubicBezTo>
                  <a:lnTo>
                    <a:pt x="2482" y="595"/>
                  </a:lnTo>
                  <a:cubicBezTo>
                    <a:pt x="2656" y="595"/>
                    <a:pt x="2820" y="431"/>
                    <a:pt x="2779" y="257"/>
                  </a:cubicBezTo>
                  <a:cubicBezTo>
                    <a:pt x="2779" y="83"/>
                    <a:pt x="2656" y="1"/>
                    <a:pt x="248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 name="Google Shape;834;p81"/>
          <p:cNvGrpSpPr/>
          <p:nvPr/>
        </p:nvGrpSpPr>
        <p:grpSpPr>
          <a:xfrm>
            <a:off x="7299562" y="1450200"/>
            <a:ext cx="346000" cy="343725"/>
            <a:chOff x="7008788" y="1976825"/>
            <a:chExt cx="346000" cy="343725"/>
          </a:xfrm>
        </p:grpSpPr>
        <p:sp>
          <p:nvSpPr>
            <p:cNvPr id="835" name="Google Shape;835;p81"/>
            <p:cNvSpPr/>
            <p:nvPr/>
          </p:nvSpPr>
          <p:spPr>
            <a:xfrm>
              <a:off x="7076188" y="1976825"/>
              <a:ext cx="232725" cy="293475"/>
            </a:xfrm>
            <a:custGeom>
              <a:avLst/>
              <a:gdLst/>
              <a:ahLst/>
              <a:cxnLst/>
              <a:rect l="l" t="t" r="r" b="b"/>
              <a:pathLst>
                <a:path w="9309" h="11739" extrusionOk="0">
                  <a:moveTo>
                    <a:pt x="1282" y="1"/>
                  </a:moveTo>
                  <a:cubicBezTo>
                    <a:pt x="554" y="1"/>
                    <a:pt x="0" y="554"/>
                    <a:pt x="0" y="1282"/>
                  </a:cubicBezTo>
                  <a:lnTo>
                    <a:pt x="0" y="6962"/>
                  </a:lnTo>
                  <a:lnTo>
                    <a:pt x="0" y="9863"/>
                  </a:lnTo>
                  <a:lnTo>
                    <a:pt x="0" y="10293"/>
                  </a:lnTo>
                  <a:lnTo>
                    <a:pt x="0" y="10375"/>
                  </a:lnTo>
                  <a:lnTo>
                    <a:pt x="0" y="10457"/>
                  </a:lnTo>
                  <a:cubicBezTo>
                    <a:pt x="0" y="11185"/>
                    <a:pt x="554" y="11739"/>
                    <a:pt x="1241" y="11739"/>
                  </a:cubicBezTo>
                  <a:lnTo>
                    <a:pt x="6233" y="11739"/>
                  </a:lnTo>
                  <a:lnTo>
                    <a:pt x="6233" y="11144"/>
                  </a:lnTo>
                  <a:lnTo>
                    <a:pt x="1282" y="11144"/>
                  </a:lnTo>
                  <a:cubicBezTo>
                    <a:pt x="892" y="11144"/>
                    <a:pt x="595" y="10847"/>
                    <a:pt x="595" y="10457"/>
                  </a:cubicBezTo>
                  <a:cubicBezTo>
                    <a:pt x="595" y="10078"/>
                    <a:pt x="892" y="9781"/>
                    <a:pt x="1282" y="9781"/>
                  </a:cubicBezTo>
                  <a:lnTo>
                    <a:pt x="6059" y="9781"/>
                  </a:lnTo>
                  <a:lnTo>
                    <a:pt x="6059" y="9176"/>
                  </a:lnTo>
                  <a:lnTo>
                    <a:pt x="1241" y="9176"/>
                  </a:lnTo>
                  <a:cubicBezTo>
                    <a:pt x="984" y="9176"/>
                    <a:pt x="728" y="9268"/>
                    <a:pt x="554" y="9391"/>
                  </a:cubicBezTo>
                  <a:lnTo>
                    <a:pt x="554" y="6962"/>
                  </a:lnTo>
                  <a:lnTo>
                    <a:pt x="554" y="1231"/>
                  </a:lnTo>
                  <a:cubicBezTo>
                    <a:pt x="554" y="852"/>
                    <a:pt x="851" y="554"/>
                    <a:pt x="1241" y="554"/>
                  </a:cubicBezTo>
                  <a:lnTo>
                    <a:pt x="8755" y="554"/>
                  </a:lnTo>
                  <a:lnTo>
                    <a:pt x="8755" y="8920"/>
                  </a:lnTo>
                  <a:lnTo>
                    <a:pt x="9309" y="8920"/>
                  </a:lnTo>
                  <a:lnTo>
                    <a:pt x="9309" y="298"/>
                  </a:lnTo>
                  <a:cubicBezTo>
                    <a:pt x="9309" y="124"/>
                    <a:pt x="9186" y="1"/>
                    <a:pt x="90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81"/>
            <p:cNvSpPr/>
            <p:nvPr/>
          </p:nvSpPr>
          <p:spPr>
            <a:xfrm>
              <a:off x="7218163" y="2184525"/>
              <a:ext cx="136625" cy="136025"/>
            </a:xfrm>
            <a:custGeom>
              <a:avLst/>
              <a:gdLst/>
              <a:ahLst/>
              <a:cxnLst/>
              <a:rect l="l" t="t" r="r" b="b"/>
              <a:pathLst>
                <a:path w="5465" h="5441" extrusionOk="0">
                  <a:moveTo>
                    <a:pt x="595" y="612"/>
                  </a:moveTo>
                  <a:lnTo>
                    <a:pt x="4019" y="960"/>
                  </a:lnTo>
                  <a:lnTo>
                    <a:pt x="3373" y="1596"/>
                  </a:lnTo>
                  <a:cubicBezTo>
                    <a:pt x="3332" y="1637"/>
                    <a:pt x="3332" y="1688"/>
                    <a:pt x="3291" y="1688"/>
                  </a:cubicBezTo>
                  <a:cubicBezTo>
                    <a:pt x="3250" y="1811"/>
                    <a:pt x="3291" y="1944"/>
                    <a:pt x="3373" y="2026"/>
                  </a:cubicBezTo>
                  <a:lnTo>
                    <a:pt x="4696" y="3349"/>
                  </a:lnTo>
                  <a:lnTo>
                    <a:pt x="3332" y="4712"/>
                  </a:lnTo>
                  <a:lnTo>
                    <a:pt x="2051" y="3349"/>
                  </a:lnTo>
                  <a:cubicBezTo>
                    <a:pt x="1969" y="3308"/>
                    <a:pt x="1877" y="3267"/>
                    <a:pt x="1836" y="3267"/>
                  </a:cubicBezTo>
                  <a:cubicBezTo>
                    <a:pt x="1754" y="3267"/>
                    <a:pt x="1661" y="3308"/>
                    <a:pt x="1620" y="3349"/>
                  </a:cubicBezTo>
                  <a:lnTo>
                    <a:pt x="944" y="4036"/>
                  </a:lnTo>
                  <a:lnTo>
                    <a:pt x="595" y="612"/>
                  </a:lnTo>
                  <a:close/>
                  <a:moveTo>
                    <a:pt x="231" y="1"/>
                  </a:moveTo>
                  <a:cubicBezTo>
                    <a:pt x="170" y="1"/>
                    <a:pt x="113" y="39"/>
                    <a:pt x="83" y="99"/>
                  </a:cubicBezTo>
                  <a:cubicBezTo>
                    <a:pt x="1" y="150"/>
                    <a:pt x="1" y="232"/>
                    <a:pt x="1" y="314"/>
                  </a:cubicBezTo>
                  <a:lnTo>
                    <a:pt x="431" y="4712"/>
                  </a:lnTo>
                  <a:cubicBezTo>
                    <a:pt x="431" y="4845"/>
                    <a:pt x="554" y="4968"/>
                    <a:pt x="728" y="4968"/>
                  </a:cubicBezTo>
                  <a:cubicBezTo>
                    <a:pt x="810" y="4968"/>
                    <a:pt x="892" y="4927"/>
                    <a:pt x="944" y="4886"/>
                  </a:cubicBezTo>
                  <a:lnTo>
                    <a:pt x="1836" y="3995"/>
                  </a:lnTo>
                  <a:lnTo>
                    <a:pt x="3117" y="5358"/>
                  </a:lnTo>
                  <a:cubicBezTo>
                    <a:pt x="3199" y="5399"/>
                    <a:pt x="3291" y="5440"/>
                    <a:pt x="3332" y="5440"/>
                  </a:cubicBezTo>
                  <a:cubicBezTo>
                    <a:pt x="3414" y="5440"/>
                    <a:pt x="3507" y="5399"/>
                    <a:pt x="3548" y="5358"/>
                  </a:cubicBezTo>
                  <a:lnTo>
                    <a:pt x="5342" y="3564"/>
                  </a:lnTo>
                  <a:cubicBezTo>
                    <a:pt x="5342" y="3564"/>
                    <a:pt x="5383" y="3523"/>
                    <a:pt x="5383" y="3482"/>
                  </a:cubicBezTo>
                  <a:cubicBezTo>
                    <a:pt x="5465" y="3349"/>
                    <a:pt x="5424" y="3226"/>
                    <a:pt x="5342" y="3133"/>
                  </a:cubicBezTo>
                  <a:lnTo>
                    <a:pt x="3968" y="1811"/>
                  </a:lnTo>
                  <a:lnTo>
                    <a:pt x="4870" y="960"/>
                  </a:lnTo>
                  <a:cubicBezTo>
                    <a:pt x="4911" y="868"/>
                    <a:pt x="4952" y="827"/>
                    <a:pt x="4952" y="745"/>
                  </a:cubicBezTo>
                  <a:cubicBezTo>
                    <a:pt x="4952" y="571"/>
                    <a:pt x="4829" y="448"/>
                    <a:pt x="4696" y="448"/>
                  </a:cubicBezTo>
                  <a:lnTo>
                    <a:pt x="298" y="17"/>
                  </a:lnTo>
                  <a:cubicBezTo>
                    <a:pt x="276" y="6"/>
                    <a:pt x="253" y="1"/>
                    <a:pt x="23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81"/>
            <p:cNvSpPr/>
            <p:nvPr/>
          </p:nvSpPr>
          <p:spPr>
            <a:xfrm>
              <a:off x="7135888" y="2021675"/>
              <a:ext cx="118700" cy="68200"/>
            </a:xfrm>
            <a:custGeom>
              <a:avLst/>
              <a:gdLst/>
              <a:ahLst/>
              <a:cxnLst/>
              <a:rect l="l" t="t" r="r" b="b"/>
              <a:pathLst>
                <a:path w="4748" h="2728" extrusionOk="0">
                  <a:moveTo>
                    <a:pt x="4183" y="554"/>
                  </a:moveTo>
                  <a:lnTo>
                    <a:pt x="4183" y="2174"/>
                  </a:lnTo>
                  <a:lnTo>
                    <a:pt x="595" y="2174"/>
                  </a:lnTo>
                  <a:lnTo>
                    <a:pt x="595" y="554"/>
                  </a:lnTo>
                  <a:close/>
                  <a:moveTo>
                    <a:pt x="298" y="1"/>
                  </a:moveTo>
                  <a:cubicBezTo>
                    <a:pt x="134" y="1"/>
                    <a:pt x="1" y="124"/>
                    <a:pt x="1" y="298"/>
                  </a:cubicBezTo>
                  <a:lnTo>
                    <a:pt x="1" y="2471"/>
                  </a:lnTo>
                  <a:cubicBezTo>
                    <a:pt x="1" y="2605"/>
                    <a:pt x="134" y="2728"/>
                    <a:pt x="298" y="2728"/>
                  </a:cubicBezTo>
                  <a:lnTo>
                    <a:pt x="4440" y="2728"/>
                  </a:lnTo>
                  <a:cubicBezTo>
                    <a:pt x="4614" y="2728"/>
                    <a:pt x="4747" y="2605"/>
                    <a:pt x="4747" y="2471"/>
                  </a:cubicBezTo>
                  <a:lnTo>
                    <a:pt x="4747" y="298"/>
                  </a:lnTo>
                  <a:cubicBezTo>
                    <a:pt x="4747" y="124"/>
                    <a:pt x="4614" y="1"/>
                    <a:pt x="444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81"/>
            <p:cNvSpPr/>
            <p:nvPr/>
          </p:nvSpPr>
          <p:spPr>
            <a:xfrm>
              <a:off x="7008788" y="2102675"/>
              <a:ext cx="38450" cy="15150"/>
            </a:xfrm>
            <a:custGeom>
              <a:avLst/>
              <a:gdLst/>
              <a:ahLst/>
              <a:cxnLst/>
              <a:rect l="l" t="t" r="r" b="b"/>
              <a:pathLst>
                <a:path w="1538" h="606" extrusionOk="0">
                  <a:moveTo>
                    <a:pt x="297" y="0"/>
                  </a:moveTo>
                  <a:cubicBezTo>
                    <a:pt x="133" y="0"/>
                    <a:pt x="0" y="175"/>
                    <a:pt x="41" y="349"/>
                  </a:cubicBezTo>
                  <a:cubicBezTo>
                    <a:pt x="41" y="472"/>
                    <a:pt x="174" y="605"/>
                    <a:pt x="349" y="605"/>
                  </a:cubicBezTo>
                  <a:lnTo>
                    <a:pt x="1241" y="605"/>
                  </a:lnTo>
                  <a:cubicBezTo>
                    <a:pt x="1415" y="605"/>
                    <a:pt x="1538" y="431"/>
                    <a:pt x="1497" y="257"/>
                  </a:cubicBezTo>
                  <a:cubicBezTo>
                    <a:pt x="1497" y="93"/>
                    <a:pt x="137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81"/>
            <p:cNvSpPr/>
            <p:nvPr/>
          </p:nvSpPr>
          <p:spPr>
            <a:xfrm>
              <a:off x="7008788" y="2052775"/>
              <a:ext cx="39475" cy="26600"/>
            </a:xfrm>
            <a:custGeom>
              <a:avLst/>
              <a:gdLst/>
              <a:ahLst/>
              <a:cxnLst/>
              <a:rect l="l" t="t" r="r" b="b"/>
              <a:pathLst>
                <a:path w="1579" h="1064" extrusionOk="0">
                  <a:moveTo>
                    <a:pt x="327" y="1"/>
                  </a:moveTo>
                  <a:cubicBezTo>
                    <a:pt x="210" y="1"/>
                    <a:pt x="107" y="73"/>
                    <a:pt x="41" y="161"/>
                  </a:cubicBezTo>
                  <a:cubicBezTo>
                    <a:pt x="0" y="295"/>
                    <a:pt x="41" y="500"/>
                    <a:pt x="174" y="551"/>
                  </a:cubicBezTo>
                  <a:lnTo>
                    <a:pt x="1066" y="1012"/>
                  </a:lnTo>
                  <a:cubicBezTo>
                    <a:pt x="1118" y="1063"/>
                    <a:pt x="1200" y="1063"/>
                    <a:pt x="1241" y="1063"/>
                  </a:cubicBezTo>
                  <a:cubicBezTo>
                    <a:pt x="1323" y="1063"/>
                    <a:pt x="1456" y="1012"/>
                    <a:pt x="1497" y="889"/>
                  </a:cubicBezTo>
                  <a:cubicBezTo>
                    <a:pt x="1579" y="756"/>
                    <a:pt x="1497" y="592"/>
                    <a:pt x="1374" y="500"/>
                  </a:cubicBezTo>
                  <a:lnTo>
                    <a:pt x="472" y="38"/>
                  </a:lnTo>
                  <a:cubicBezTo>
                    <a:pt x="422" y="12"/>
                    <a:pt x="374" y="1"/>
                    <a:pt x="327"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81"/>
            <p:cNvSpPr/>
            <p:nvPr/>
          </p:nvSpPr>
          <p:spPr>
            <a:xfrm>
              <a:off x="7008788" y="2141125"/>
              <a:ext cx="39475" cy="26675"/>
            </a:xfrm>
            <a:custGeom>
              <a:avLst/>
              <a:gdLst/>
              <a:ahLst/>
              <a:cxnLst/>
              <a:rect l="l" t="t" r="r" b="b"/>
              <a:pathLst>
                <a:path w="1579" h="1067" extrusionOk="0">
                  <a:moveTo>
                    <a:pt x="1235" y="0"/>
                  </a:moveTo>
                  <a:cubicBezTo>
                    <a:pt x="1181" y="0"/>
                    <a:pt x="1124" y="14"/>
                    <a:pt x="1066" y="41"/>
                  </a:cubicBezTo>
                  <a:lnTo>
                    <a:pt x="174" y="513"/>
                  </a:lnTo>
                  <a:cubicBezTo>
                    <a:pt x="41" y="554"/>
                    <a:pt x="0" y="728"/>
                    <a:pt x="41" y="902"/>
                  </a:cubicBezTo>
                  <a:cubicBezTo>
                    <a:pt x="133" y="984"/>
                    <a:pt x="215" y="1066"/>
                    <a:pt x="349" y="1066"/>
                  </a:cubicBezTo>
                  <a:cubicBezTo>
                    <a:pt x="390" y="1066"/>
                    <a:pt x="431" y="1025"/>
                    <a:pt x="472" y="1025"/>
                  </a:cubicBezTo>
                  <a:lnTo>
                    <a:pt x="1374" y="554"/>
                  </a:lnTo>
                  <a:cubicBezTo>
                    <a:pt x="1497" y="472"/>
                    <a:pt x="1579" y="297"/>
                    <a:pt x="1497" y="174"/>
                  </a:cubicBezTo>
                  <a:cubicBezTo>
                    <a:pt x="1442" y="57"/>
                    <a:pt x="1345" y="0"/>
                    <a:pt x="123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41" name="Google Shape;841;p81"/>
          <p:cNvCxnSpPr>
            <a:stCxn id="812" idx="2"/>
            <a:endCxn id="817" idx="0"/>
          </p:cNvCxnSpPr>
          <p:nvPr/>
        </p:nvCxnSpPr>
        <p:spPr>
          <a:xfrm rot="-5400000" flipH="1">
            <a:off x="4677224" y="3033275"/>
            <a:ext cx="410400" cy="1712700"/>
          </a:xfrm>
          <a:prstGeom prst="bentConnector3">
            <a:avLst>
              <a:gd name="adj1" fmla="val 50003"/>
            </a:avLst>
          </a:prstGeom>
          <a:noFill/>
          <a:ln w="19050" cap="flat" cmpd="sng">
            <a:solidFill>
              <a:schemeClr val="dk1"/>
            </a:solidFill>
            <a:prstDash val="solid"/>
            <a:round/>
            <a:headEnd type="none" w="med" len="med"/>
            <a:tailEnd type="none" w="med" len="med"/>
          </a:ln>
        </p:spPr>
      </p:cxnSp>
      <p:cxnSp>
        <p:nvCxnSpPr>
          <p:cNvPr id="842" name="Google Shape;842;p81"/>
          <p:cNvCxnSpPr>
            <a:stCxn id="814" idx="2"/>
            <a:endCxn id="817" idx="0"/>
          </p:cNvCxnSpPr>
          <p:nvPr/>
        </p:nvCxnSpPr>
        <p:spPr>
          <a:xfrm rot="-5400000" flipH="1">
            <a:off x="5533947" y="3889325"/>
            <a:ext cx="410400" cy="600"/>
          </a:xfrm>
          <a:prstGeom prst="bentConnector3">
            <a:avLst>
              <a:gd name="adj1" fmla="val 50003"/>
            </a:avLst>
          </a:prstGeom>
          <a:noFill/>
          <a:ln w="19050" cap="flat" cmpd="sng">
            <a:solidFill>
              <a:schemeClr val="dk1"/>
            </a:solidFill>
            <a:prstDash val="solid"/>
            <a:round/>
            <a:headEnd type="none" w="med" len="med"/>
            <a:tailEnd type="none" w="med" len="med"/>
          </a:ln>
        </p:spPr>
      </p:cxnSp>
      <p:cxnSp>
        <p:nvCxnSpPr>
          <p:cNvPr id="843" name="Google Shape;843;p81"/>
          <p:cNvCxnSpPr>
            <a:stCxn id="816" idx="2"/>
            <a:endCxn id="817" idx="0"/>
          </p:cNvCxnSpPr>
          <p:nvPr/>
        </p:nvCxnSpPr>
        <p:spPr>
          <a:xfrm rot="5400000">
            <a:off x="6400526" y="3022775"/>
            <a:ext cx="410400" cy="1733700"/>
          </a:xfrm>
          <a:prstGeom prst="bentConnector3">
            <a:avLst>
              <a:gd name="adj1" fmla="val 50003"/>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82"/>
          <p:cNvSpPr/>
          <p:nvPr/>
        </p:nvSpPr>
        <p:spPr>
          <a:xfrm>
            <a:off x="2593875" y="3526538"/>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82"/>
          <p:cNvSpPr/>
          <p:nvPr/>
        </p:nvSpPr>
        <p:spPr>
          <a:xfrm>
            <a:off x="1984275" y="2381975"/>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82"/>
          <p:cNvSpPr/>
          <p:nvPr/>
        </p:nvSpPr>
        <p:spPr>
          <a:xfrm>
            <a:off x="1374675" y="1209225"/>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8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Hypotheses</a:t>
            </a:r>
            <a:endParaRPr/>
          </a:p>
        </p:txBody>
      </p:sp>
      <p:sp>
        <p:nvSpPr>
          <p:cNvPr id="852" name="Google Shape;852;p82"/>
          <p:cNvSpPr txBox="1">
            <a:spLocks noGrp="1"/>
          </p:cNvSpPr>
          <p:nvPr>
            <p:ph type="subTitle" idx="1"/>
          </p:nvPr>
        </p:nvSpPr>
        <p:spPr>
          <a:xfrm>
            <a:off x="2032350" y="1565625"/>
            <a:ext cx="48768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Sun.The planet’s name has nothing to do with the liquid metal</a:t>
            </a:r>
            <a:endParaRPr/>
          </a:p>
        </p:txBody>
      </p:sp>
      <p:sp>
        <p:nvSpPr>
          <p:cNvPr id="853" name="Google Shape;853;p82"/>
          <p:cNvSpPr txBox="1">
            <a:spLocks noGrp="1"/>
          </p:cNvSpPr>
          <p:nvPr>
            <p:ph type="subTitle" idx="2"/>
          </p:nvPr>
        </p:nvSpPr>
        <p:spPr>
          <a:xfrm>
            <a:off x="2641957" y="2723563"/>
            <a:ext cx="48768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hot and its atmosphere is poisonous</a:t>
            </a:r>
            <a:endParaRPr/>
          </a:p>
        </p:txBody>
      </p:sp>
      <p:sp>
        <p:nvSpPr>
          <p:cNvPr id="854" name="Google Shape;854;p82"/>
          <p:cNvSpPr txBox="1">
            <a:spLocks noGrp="1"/>
          </p:cNvSpPr>
          <p:nvPr>
            <p:ph type="subTitle" idx="3"/>
          </p:nvPr>
        </p:nvSpPr>
        <p:spPr>
          <a:xfrm>
            <a:off x="3251557" y="3881500"/>
            <a:ext cx="48768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 was named after the Roman god</a:t>
            </a:r>
            <a:endParaRPr/>
          </a:p>
        </p:txBody>
      </p:sp>
      <p:sp>
        <p:nvSpPr>
          <p:cNvPr id="855" name="Google Shape;855;p82"/>
          <p:cNvSpPr txBox="1">
            <a:spLocks noGrp="1"/>
          </p:cNvSpPr>
          <p:nvPr>
            <p:ph type="subTitle" idx="4"/>
          </p:nvPr>
        </p:nvSpPr>
        <p:spPr>
          <a:xfrm>
            <a:off x="2032350" y="1253625"/>
            <a:ext cx="48768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1</a:t>
            </a:r>
            <a:endParaRPr/>
          </a:p>
        </p:txBody>
      </p:sp>
      <p:sp>
        <p:nvSpPr>
          <p:cNvPr id="856" name="Google Shape;856;p82"/>
          <p:cNvSpPr txBox="1">
            <a:spLocks noGrp="1"/>
          </p:cNvSpPr>
          <p:nvPr>
            <p:ph type="subTitle" idx="5"/>
          </p:nvPr>
        </p:nvSpPr>
        <p:spPr>
          <a:xfrm>
            <a:off x="2641950" y="2412275"/>
            <a:ext cx="48768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2</a:t>
            </a:r>
            <a:endParaRPr/>
          </a:p>
        </p:txBody>
      </p:sp>
      <p:sp>
        <p:nvSpPr>
          <p:cNvPr id="857" name="Google Shape;857;p82"/>
          <p:cNvSpPr txBox="1">
            <a:spLocks noGrp="1"/>
          </p:cNvSpPr>
          <p:nvPr>
            <p:ph type="subTitle" idx="6"/>
          </p:nvPr>
        </p:nvSpPr>
        <p:spPr>
          <a:xfrm>
            <a:off x="3251550" y="3570925"/>
            <a:ext cx="48768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3</a:t>
            </a:r>
            <a:endParaRPr/>
          </a:p>
        </p:txBody>
      </p:sp>
      <p:grpSp>
        <p:nvGrpSpPr>
          <p:cNvPr id="858" name="Google Shape;858;p82"/>
          <p:cNvGrpSpPr/>
          <p:nvPr/>
        </p:nvGrpSpPr>
        <p:grpSpPr>
          <a:xfrm>
            <a:off x="2103113" y="2467625"/>
            <a:ext cx="278600" cy="345000"/>
            <a:chOff x="2532463" y="3657550"/>
            <a:chExt cx="278600" cy="345000"/>
          </a:xfrm>
        </p:grpSpPr>
        <p:sp>
          <p:nvSpPr>
            <p:cNvPr id="859" name="Google Shape;859;p82"/>
            <p:cNvSpPr/>
            <p:nvPr/>
          </p:nvSpPr>
          <p:spPr>
            <a:xfrm>
              <a:off x="2752363"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82"/>
            <p:cNvSpPr/>
            <p:nvPr/>
          </p:nvSpPr>
          <p:spPr>
            <a:xfrm>
              <a:off x="2708538"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82"/>
            <p:cNvSpPr/>
            <p:nvPr/>
          </p:nvSpPr>
          <p:spPr>
            <a:xfrm>
              <a:off x="2598588" y="3950225"/>
              <a:ext cx="58725" cy="52325"/>
            </a:xfrm>
            <a:custGeom>
              <a:avLst/>
              <a:gdLst/>
              <a:ahLst/>
              <a:cxnLst/>
              <a:rect l="l" t="t" r="r" b="b"/>
              <a:pathLst>
                <a:path w="2349" h="2093" extrusionOk="0">
                  <a:moveTo>
                    <a:pt x="1" y="1"/>
                  </a:moveTo>
                  <a:lnTo>
                    <a:pt x="1" y="1795"/>
                  </a:lnTo>
                  <a:cubicBezTo>
                    <a:pt x="1" y="1918"/>
                    <a:pt x="83" y="2051"/>
                    <a:pt x="216" y="2051"/>
                  </a:cubicBezTo>
                  <a:cubicBezTo>
                    <a:pt x="257" y="2072"/>
                    <a:pt x="288" y="2082"/>
                    <a:pt x="313" y="2082"/>
                  </a:cubicBezTo>
                  <a:cubicBezTo>
                    <a:pt x="339" y="2082"/>
                    <a:pt x="359" y="2072"/>
                    <a:pt x="380" y="2051"/>
                  </a:cubicBezTo>
                  <a:lnTo>
                    <a:pt x="1200" y="1836"/>
                  </a:lnTo>
                  <a:lnTo>
                    <a:pt x="1969" y="2051"/>
                  </a:lnTo>
                  <a:cubicBezTo>
                    <a:pt x="2010" y="2092"/>
                    <a:pt x="2010" y="2092"/>
                    <a:pt x="2051" y="2092"/>
                  </a:cubicBezTo>
                  <a:cubicBezTo>
                    <a:pt x="2133" y="2092"/>
                    <a:pt x="2266" y="2051"/>
                    <a:pt x="2307" y="1918"/>
                  </a:cubicBezTo>
                  <a:cubicBezTo>
                    <a:pt x="2348" y="1877"/>
                    <a:pt x="2348" y="1836"/>
                    <a:pt x="2348" y="1795"/>
                  </a:cubicBezTo>
                  <a:lnTo>
                    <a:pt x="2348" y="1"/>
                  </a:lnTo>
                  <a:lnTo>
                    <a:pt x="1754" y="1"/>
                  </a:lnTo>
                  <a:lnTo>
                    <a:pt x="1754" y="1405"/>
                  </a:lnTo>
                  <a:lnTo>
                    <a:pt x="1241" y="1231"/>
                  </a:lnTo>
                  <a:lnTo>
                    <a:pt x="1108" y="1231"/>
                  </a:lnTo>
                  <a:lnTo>
                    <a:pt x="595" y="1405"/>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82"/>
            <p:cNvSpPr/>
            <p:nvPr/>
          </p:nvSpPr>
          <p:spPr>
            <a:xfrm>
              <a:off x="2532463" y="3657550"/>
              <a:ext cx="278600" cy="300150"/>
            </a:xfrm>
            <a:custGeom>
              <a:avLst/>
              <a:gdLst/>
              <a:ahLst/>
              <a:cxnLst/>
              <a:rect l="l" t="t" r="r" b="b"/>
              <a:pathLst>
                <a:path w="11144" h="12006" extrusionOk="0">
                  <a:moveTo>
                    <a:pt x="9606" y="595"/>
                  </a:moveTo>
                  <a:cubicBezTo>
                    <a:pt x="10119" y="595"/>
                    <a:pt x="10549" y="1026"/>
                    <a:pt x="10549" y="1539"/>
                  </a:cubicBezTo>
                  <a:lnTo>
                    <a:pt x="10549" y="10509"/>
                  </a:lnTo>
                  <a:cubicBezTo>
                    <a:pt x="10549" y="11021"/>
                    <a:pt x="10119" y="11400"/>
                    <a:pt x="9606" y="11400"/>
                  </a:cubicBezTo>
                  <a:lnTo>
                    <a:pt x="2000" y="11400"/>
                  </a:lnTo>
                  <a:cubicBezTo>
                    <a:pt x="1702" y="11400"/>
                    <a:pt x="1487" y="11195"/>
                    <a:pt x="1487" y="10888"/>
                  </a:cubicBezTo>
                  <a:lnTo>
                    <a:pt x="1487" y="10252"/>
                  </a:lnTo>
                  <a:lnTo>
                    <a:pt x="2051" y="10252"/>
                  </a:lnTo>
                  <a:cubicBezTo>
                    <a:pt x="2215" y="10252"/>
                    <a:pt x="2348" y="10170"/>
                    <a:pt x="2389" y="9996"/>
                  </a:cubicBezTo>
                  <a:cubicBezTo>
                    <a:pt x="2389" y="9822"/>
                    <a:pt x="2256" y="9658"/>
                    <a:pt x="2092" y="9658"/>
                  </a:cubicBezTo>
                  <a:lnTo>
                    <a:pt x="1487" y="9658"/>
                  </a:lnTo>
                  <a:lnTo>
                    <a:pt x="1487" y="7648"/>
                  </a:lnTo>
                  <a:lnTo>
                    <a:pt x="2051" y="7648"/>
                  </a:lnTo>
                  <a:cubicBezTo>
                    <a:pt x="2215" y="7648"/>
                    <a:pt x="2348" y="7556"/>
                    <a:pt x="2389" y="7392"/>
                  </a:cubicBezTo>
                  <a:cubicBezTo>
                    <a:pt x="2389" y="7218"/>
                    <a:pt x="2256" y="7044"/>
                    <a:pt x="2092" y="7044"/>
                  </a:cubicBezTo>
                  <a:lnTo>
                    <a:pt x="1487" y="7044"/>
                  </a:lnTo>
                  <a:lnTo>
                    <a:pt x="1487" y="4993"/>
                  </a:lnTo>
                  <a:lnTo>
                    <a:pt x="2051" y="4993"/>
                  </a:lnTo>
                  <a:cubicBezTo>
                    <a:pt x="2215" y="4993"/>
                    <a:pt x="2348" y="4911"/>
                    <a:pt x="2389" y="4788"/>
                  </a:cubicBezTo>
                  <a:cubicBezTo>
                    <a:pt x="2389" y="4573"/>
                    <a:pt x="2256" y="4440"/>
                    <a:pt x="2092" y="4440"/>
                  </a:cubicBezTo>
                  <a:lnTo>
                    <a:pt x="1487" y="4440"/>
                  </a:lnTo>
                  <a:lnTo>
                    <a:pt x="1487" y="2389"/>
                  </a:lnTo>
                  <a:lnTo>
                    <a:pt x="2051" y="2389"/>
                  </a:lnTo>
                  <a:cubicBezTo>
                    <a:pt x="2215" y="2389"/>
                    <a:pt x="2348" y="2307"/>
                    <a:pt x="2389" y="2133"/>
                  </a:cubicBezTo>
                  <a:cubicBezTo>
                    <a:pt x="2389" y="1969"/>
                    <a:pt x="2256" y="1795"/>
                    <a:pt x="2092" y="1795"/>
                  </a:cubicBezTo>
                  <a:lnTo>
                    <a:pt x="1487" y="1795"/>
                  </a:lnTo>
                  <a:lnTo>
                    <a:pt x="1487" y="1108"/>
                  </a:lnTo>
                  <a:cubicBezTo>
                    <a:pt x="1487" y="811"/>
                    <a:pt x="1702" y="595"/>
                    <a:pt x="2000" y="595"/>
                  </a:cubicBezTo>
                  <a:close/>
                  <a:moveTo>
                    <a:pt x="2000" y="1"/>
                  </a:moveTo>
                  <a:cubicBezTo>
                    <a:pt x="1405" y="1"/>
                    <a:pt x="893" y="513"/>
                    <a:pt x="893" y="1108"/>
                  </a:cubicBezTo>
                  <a:lnTo>
                    <a:pt x="893" y="1795"/>
                  </a:lnTo>
                  <a:lnTo>
                    <a:pt x="339" y="1795"/>
                  </a:lnTo>
                  <a:cubicBezTo>
                    <a:pt x="165" y="1795"/>
                    <a:pt x="42" y="1918"/>
                    <a:pt x="42" y="2051"/>
                  </a:cubicBezTo>
                  <a:cubicBezTo>
                    <a:pt x="1" y="2266"/>
                    <a:pt x="165" y="2389"/>
                    <a:pt x="339" y="2389"/>
                  </a:cubicBezTo>
                  <a:lnTo>
                    <a:pt x="893" y="2389"/>
                  </a:lnTo>
                  <a:lnTo>
                    <a:pt x="893" y="4440"/>
                  </a:lnTo>
                  <a:lnTo>
                    <a:pt x="339" y="4440"/>
                  </a:lnTo>
                  <a:cubicBezTo>
                    <a:pt x="165" y="4440"/>
                    <a:pt x="42" y="4532"/>
                    <a:pt x="42" y="4655"/>
                  </a:cubicBezTo>
                  <a:cubicBezTo>
                    <a:pt x="1" y="4870"/>
                    <a:pt x="165" y="4993"/>
                    <a:pt x="339" y="4993"/>
                  </a:cubicBezTo>
                  <a:lnTo>
                    <a:pt x="893" y="4993"/>
                  </a:lnTo>
                  <a:lnTo>
                    <a:pt x="893" y="7044"/>
                  </a:lnTo>
                  <a:lnTo>
                    <a:pt x="339" y="7044"/>
                  </a:lnTo>
                  <a:cubicBezTo>
                    <a:pt x="165" y="7044"/>
                    <a:pt x="42" y="7177"/>
                    <a:pt x="42" y="7300"/>
                  </a:cubicBezTo>
                  <a:cubicBezTo>
                    <a:pt x="1" y="7474"/>
                    <a:pt x="165" y="7648"/>
                    <a:pt x="339" y="7648"/>
                  </a:cubicBezTo>
                  <a:lnTo>
                    <a:pt x="893" y="7648"/>
                  </a:lnTo>
                  <a:lnTo>
                    <a:pt x="893" y="9658"/>
                  </a:lnTo>
                  <a:lnTo>
                    <a:pt x="339" y="9658"/>
                  </a:lnTo>
                  <a:cubicBezTo>
                    <a:pt x="165" y="9658"/>
                    <a:pt x="42" y="9781"/>
                    <a:pt x="42" y="9914"/>
                  </a:cubicBezTo>
                  <a:cubicBezTo>
                    <a:pt x="1" y="10078"/>
                    <a:pt x="165" y="10252"/>
                    <a:pt x="339" y="10252"/>
                  </a:cubicBezTo>
                  <a:lnTo>
                    <a:pt x="893" y="10252"/>
                  </a:lnTo>
                  <a:lnTo>
                    <a:pt x="893" y="10888"/>
                  </a:lnTo>
                  <a:cubicBezTo>
                    <a:pt x="893" y="11534"/>
                    <a:pt x="1405" y="12005"/>
                    <a:pt x="2000" y="12005"/>
                  </a:cubicBezTo>
                  <a:lnTo>
                    <a:pt x="9606" y="12005"/>
                  </a:lnTo>
                  <a:cubicBezTo>
                    <a:pt x="10457" y="12005"/>
                    <a:pt x="11144" y="11318"/>
                    <a:pt x="11144" y="10509"/>
                  </a:cubicBezTo>
                  <a:lnTo>
                    <a:pt x="11144" y="1539"/>
                  </a:lnTo>
                  <a:cubicBezTo>
                    <a:pt x="11144" y="688"/>
                    <a:pt x="10457" y="1"/>
                    <a:pt x="960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82"/>
            <p:cNvSpPr/>
            <p:nvPr/>
          </p:nvSpPr>
          <p:spPr>
            <a:xfrm>
              <a:off x="2619863" y="3702400"/>
              <a:ext cx="60000" cy="14900"/>
            </a:xfrm>
            <a:custGeom>
              <a:avLst/>
              <a:gdLst/>
              <a:ahLst/>
              <a:cxnLst/>
              <a:rect l="l" t="t" r="r" b="b"/>
              <a:pathLst>
                <a:path w="2400" h="596" extrusionOk="0">
                  <a:moveTo>
                    <a:pt x="349" y="1"/>
                  </a:moveTo>
                  <a:cubicBezTo>
                    <a:pt x="134" y="1"/>
                    <a:pt x="0" y="175"/>
                    <a:pt x="41" y="339"/>
                  </a:cubicBezTo>
                  <a:cubicBezTo>
                    <a:pt x="41" y="513"/>
                    <a:pt x="175" y="595"/>
                    <a:pt x="349" y="595"/>
                  </a:cubicBezTo>
                  <a:lnTo>
                    <a:pt x="2092" y="595"/>
                  </a:lnTo>
                  <a:cubicBezTo>
                    <a:pt x="2266" y="595"/>
                    <a:pt x="2399" y="472"/>
                    <a:pt x="2348" y="257"/>
                  </a:cubicBezTo>
                  <a:cubicBezTo>
                    <a:pt x="2348" y="124"/>
                    <a:pt x="2225" y="1"/>
                    <a:pt x="20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82"/>
            <p:cNvSpPr/>
            <p:nvPr/>
          </p:nvSpPr>
          <p:spPr>
            <a:xfrm>
              <a:off x="2619863" y="3746225"/>
              <a:ext cx="38475" cy="14900"/>
            </a:xfrm>
            <a:custGeom>
              <a:avLst/>
              <a:gdLst/>
              <a:ahLst/>
              <a:cxnLst/>
              <a:rect l="l" t="t" r="r" b="b"/>
              <a:pathLst>
                <a:path w="1539" h="596" extrusionOk="0">
                  <a:moveTo>
                    <a:pt x="349" y="1"/>
                  </a:moveTo>
                  <a:cubicBezTo>
                    <a:pt x="134" y="1"/>
                    <a:pt x="0" y="165"/>
                    <a:pt x="41" y="339"/>
                  </a:cubicBezTo>
                  <a:cubicBezTo>
                    <a:pt x="41" y="513"/>
                    <a:pt x="175" y="595"/>
                    <a:pt x="349" y="595"/>
                  </a:cubicBezTo>
                  <a:lnTo>
                    <a:pt x="1200" y="595"/>
                  </a:lnTo>
                  <a:cubicBezTo>
                    <a:pt x="1374" y="595"/>
                    <a:pt x="1538" y="421"/>
                    <a:pt x="1497" y="257"/>
                  </a:cubicBezTo>
                  <a:cubicBezTo>
                    <a:pt x="1456" y="124"/>
                    <a:pt x="1323" y="1"/>
                    <a:pt x="120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 name="Google Shape;865;p82"/>
          <p:cNvGrpSpPr/>
          <p:nvPr/>
        </p:nvGrpSpPr>
        <p:grpSpPr>
          <a:xfrm>
            <a:off x="1460838" y="1295038"/>
            <a:ext cx="343950" cy="344675"/>
            <a:chOff x="2509913" y="2520475"/>
            <a:chExt cx="343950" cy="344675"/>
          </a:xfrm>
        </p:grpSpPr>
        <p:sp>
          <p:nvSpPr>
            <p:cNvPr id="866" name="Google Shape;866;p82"/>
            <p:cNvSpPr/>
            <p:nvPr/>
          </p:nvSpPr>
          <p:spPr>
            <a:xfrm>
              <a:off x="2509913" y="2608825"/>
              <a:ext cx="343950" cy="256325"/>
            </a:xfrm>
            <a:custGeom>
              <a:avLst/>
              <a:gdLst/>
              <a:ahLst/>
              <a:cxnLst/>
              <a:rect l="l" t="t" r="r" b="b"/>
              <a:pathLst>
                <a:path w="13758" h="10253" extrusionOk="0">
                  <a:moveTo>
                    <a:pt x="5126" y="8674"/>
                  </a:moveTo>
                  <a:cubicBezTo>
                    <a:pt x="5557" y="8674"/>
                    <a:pt x="5977" y="8848"/>
                    <a:pt x="6326" y="9104"/>
                  </a:cubicBezTo>
                  <a:cubicBezTo>
                    <a:pt x="6233" y="9145"/>
                    <a:pt x="6192" y="9145"/>
                    <a:pt x="6151" y="9186"/>
                  </a:cubicBezTo>
                  <a:cubicBezTo>
                    <a:pt x="5977" y="9319"/>
                    <a:pt x="5854" y="9484"/>
                    <a:pt x="5772" y="9658"/>
                  </a:cubicBezTo>
                  <a:lnTo>
                    <a:pt x="554" y="9658"/>
                  </a:lnTo>
                  <a:lnTo>
                    <a:pt x="554" y="8674"/>
                  </a:lnTo>
                  <a:close/>
                  <a:moveTo>
                    <a:pt x="13153" y="8674"/>
                  </a:moveTo>
                  <a:lnTo>
                    <a:pt x="13153" y="9658"/>
                  </a:lnTo>
                  <a:lnTo>
                    <a:pt x="7945" y="9658"/>
                  </a:lnTo>
                  <a:cubicBezTo>
                    <a:pt x="7822" y="9401"/>
                    <a:pt x="7648" y="9227"/>
                    <a:pt x="7392" y="9104"/>
                  </a:cubicBezTo>
                  <a:cubicBezTo>
                    <a:pt x="7730" y="8848"/>
                    <a:pt x="8161" y="8674"/>
                    <a:pt x="8591" y="8674"/>
                  </a:cubicBezTo>
                  <a:close/>
                  <a:moveTo>
                    <a:pt x="298" y="1"/>
                  </a:moveTo>
                  <a:cubicBezTo>
                    <a:pt x="134" y="1"/>
                    <a:pt x="1" y="134"/>
                    <a:pt x="1" y="298"/>
                  </a:cubicBezTo>
                  <a:lnTo>
                    <a:pt x="1" y="8417"/>
                  </a:lnTo>
                  <a:lnTo>
                    <a:pt x="1" y="9955"/>
                  </a:lnTo>
                  <a:cubicBezTo>
                    <a:pt x="1" y="10129"/>
                    <a:pt x="134" y="10252"/>
                    <a:pt x="298" y="10252"/>
                  </a:cubicBezTo>
                  <a:lnTo>
                    <a:pt x="6028" y="10252"/>
                  </a:lnTo>
                  <a:cubicBezTo>
                    <a:pt x="6151" y="10252"/>
                    <a:pt x="6233" y="10170"/>
                    <a:pt x="6285" y="10037"/>
                  </a:cubicBezTo>
                  <a:lnTo>
                    <a:pt x="6326" y="9996"/>
                  </a:lnTo>
                  <a:cubicBezTo>
                    <a:pt x="6367" y="9873"/>
                    <a:pt x="6408" y="9740"/>
                    <a:pt x="6541" y="9699"/>
                  </a:cubicBezTo>
                  <a:cubicBezTo>
                    <a:pt x="6623" y="9617"/>
                    <a:pt x="6746" y="9576"/>
                    <a:pt x="6879" y="9576"/>
                  </a:cubicBezTo>
                  <a:cubicBezTo>
                    <a:pt x="6961" y="9576"/>
                    <a:pt x="7002" y="9576"/>
                    <a:pt x="7054" y="9617"/>
                  </a:cubicBezTo>
                  <a:cubicBezTo>
                    <a:pt x="7259" y="9658"/>
                    <a:pt x="7392" y="9781"/>
                    <a:pt x="7474" y="9996"/>
                  </a:cubicBezTo>
                  <a:lnTo>
                    <a:pt x="7474" y="10037"/>
                  </a:lnTo>
                  <a:cubicBezTo>
                    <a:pt x="7515" y="10170"/>
                    <a:pt x="7648" y="10252"/>
                    <a:pt x="7771" y="10252"/>
                  </a:cubicBezTo>
                  <a:lnTo>
                    <a:pt x="13461" y="10252"/>
                  </a:lnTo>
                  <a:cubicBezTo>
                    <a:pt x="13625" y="10252"/>
                    <a:pt x="13758" y="10129"/>
                    <a:pt x="13758" y="9955"/>
                  </a:cubicBezTo>
                  <a:lnTo>
                    <a:pt x="13758" y="8376"/>
                  </a:lnTo>
                  <a:lnTo>
                    <a:pt x="13758" y="8161"/>
                  </a:lnTo>
                  <a:lnTo>
                    <a:pt x="13758" y="298"/>
                  </a:lnTo>
                  <a:cubicBezTo>
                    <a:pt x="13758" y="134"/>
                    <a:pt x="13625" y="1"/>
                    <a:pt x="13461" y="1"/>
                  </a:cubicBezTo>
                  <a:lnTo>
                    <a:pt x="9698" y="1"/>
                  </a:lnTo>
                  <a:lnTo>
                    <a:pt x="9698" y="606"/>
                  </a:lnTo>
                  <a:lnTo>
                    <a:pt x="13153" y="606"/>
                  </a:lnTo>
                  <a:lnTo>
                    <a:pt x="13153" y="8079"/>
                  </a:lnTo>
                  <a:lnTo>
                    <a:pt x="8591" y="8079"/>
                  </a:lnTo>
                  <a:cubicBezTo>
                    <a:pt x="8079" y="8079"/>
                    <a:pt x="7566" y="8243"/>
                    <a:pt x="7136" y="8551"/>
                  </a:cubicBezTo>
                  <a:lnTo>
                    <a:pt x="7136" y="3374"/>
                  </a:lnTo>
                  <a:lnTo>
                    <a:pt x="6582" y="3374"/>
                  </a:lnTo>
                  <a:lnTo>
                    <a:pt x="6582" y="8551"/>
                  </a:lnTo>
                  <a:cubicBezTo>
                    <a:pt x="6151" y="8243"/>
                    <a:pt x="5639" y="8079"/>
                    <a:pt x="5085" y="8079"/>
                  </a:cubicBezTo>
                  <a:lnTo>
                    <a:pt x="554" y="8079"/>
                  </a:lnTo>
                  <a:lnTo>
                    <a:pt x="554" y="606"/>
                  </a:lnTo>
                  <a:lnTo>
                    <a:pt x="4019" y="606"/>
                  </a:lnTo>
                  <a:lnTo>
                    <a:pt x="4019"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82"/>
            <p:cNvSpPr/>
            <p:nvPr/>
          </p:nvSpPr>
          <p:spPr>
            <a:xfrm>
              <a:off x="2744938" y="2658050"/>
              <a:ext cx="65100" cy="14875"/>
            </a:xfrm>
            <a:custGeom>
              <a:avLst/>
              <a:gdLst/>
              <a:ahLst/>
              <a:cxnLst/>
              <a:rect l="l" t="t" r="r" b="b"/>
              <a:pathLst>
                <a:path w="2604" h="595" extrusionOk="0">
                  <a:moveTo>
                    <a:pt x="297" y="0"/>
                  </a:moveTo>
                  <a:cubicBezTo>
                    <a:pt x="123" y="0"/>
                    <a:pt x="0" y="123"/>
                    <a:pt x="0" y="338"/>
                  </a:cubicBezTo>
                  <a:cubicBezTo>
                    <a:pt x="41" y="472"/>
                    <a:pt x="164" y="595"/>
                    <a:pt x="297" y="595"/>
                  </a:cubicBezTo>
                  <a:lnTo>
                    <a:pt x="2266" y="595"/>
                  </a:lnTo>
                  <a:cubicBezTo>
                    <a:pt x="2471" y="595"/>
                    <a:pt x="2604" y="431"/>
                    <a:pt x="2563" y="256"/>
                  </a:cubicBezTo>
                  <a:cubicBezTo>
                    <a:pt x="2563" y="82"/>
                    <a:pt x="2430" y="0"/>
                    <a:pt x="226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82"/>
            <p:cNvSpPr/>
            <p:nvPr/>
          </p:nvSpPr>
          <p:spPr>
            <a:xfrm>
              <a:off x="2553738" y="2658050"/>
              <a:ext cx="65125" cy="14875"/>
            </a:xfrm>
            <a:custGeom>
              <a:avLst/>
              <a:gdLst/>
              <a:ahLst/>
              <a:cxnLst/>
              <a:rect l="l" t="t" r="r" b="b"/>
              <a:pathLst>
                <a:path w="2605" h="595" extrusionOk="0">
                  <a:moveTo>
                    <a:pt x="298" y="0"/>
                  </a:moveTo>
                  <a:cubicBezTo>
                    <a:pt x="124" y="0"/>
                    <a:pt x="1" y="123"/>
                    <a:pt x="1" y="338"/>
                  </a:cubicBezTo>
                  <a:cubicBezTo>
                    <a:pt x="42" y="472"/>
                    <a:pt x="175" y="595"/>
                    <a:pt x="298" y="595"/>
                  </a:cubicBezTo>
                  <a:lnTo>
                    <a:pt x="2266" y="595"/>
                  </a:lnTo>
                  <a:cubicBezTo>
                    <a:pt x="2430" y="595"/>
                    <a:pt x="2604" y="431"/>
                    <a:pt x="2563" y="256"/>
                  </a:cubicBezTo>
                  <a:cubicBezTo>
                    <a:pt x="2522" y="82"/>
                    <a:pt x="2389" y="0"/>
                    <a:pt x="226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82"/>
            <p:cNvSpPr/>
            <p:nvPr/>
          </p:nvSpPr>
          <p:spPr>
            <a:xfrm>
              <a:off x="2553738" y="2707250"/>
              <a:ext cx="91775" cy="14900"/>
            </a:xfrm>
            <a:custGeom>
              <a:avLst/>
              <a:gdLst/>
              <a:ahLst/>
              <a:cxnLst/>
              <a:rect l="l" t="t" r="r" b="b"/>
              <a:pathLst>
                <a:path w="3671" h="596" extrusionOk="0">
                  <a:moveTo>
                    <a:pt x="298" y="0"/>
                  </a:moveTo>
                  <a:cubicBezTo>
                    <a:pt x="124" y="0"/>
                    <a:pt x="1" y="165"/>
                    <a:pt x="1" y="339"/>
                  </a:cubicBezTo>
                  <a:cubicBezTo>
                    <a:pt x="42" y="513"/>
                    <a:pt x="175" y="595"/>
                    <a:pt x="298" y="595"/>
                  </a:cubicBezTo>
                  <a:lnTo>
                    <a:pt x="3373" y="595"/>
                  </a:lnTo>
                  <a:cubicBezTo>
                    <a:pt x="3548" y="595"/>
                    <a:pt x="3671" y="421"/>
                    <a:pt x="3671" y="257"/>
                  </a:cubicBezTo>
                  <a:cubicBezTo>
                    <a:pt x="3630" y="123"/>
                    <a:pt x="3507"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82"/>
            <p:cNvSpPr/>
            <p:nvPr/>
          </p:nvSpPr>
          <p:spPr>
            <a:xfrm>
              <a:off x="2564513" y="2756200"/>
              <a:ext cx="81000" cy="15150"/>
            </a:xfrm>
            <a:custGeom>
              <a:avLst/>
              <a:gdLst/>
              <a:ahLst/>
              <a:cxnLst/>
              <a:rect l="l" t="t" r="r" b="b"/>
              <a:pathLst>
                <a:path w="3240" h="606" extrusionOk="0">
                  <a:moveTo>
                    <a:pt x="297" y="1"/>
                  </a:moveTo>
                  <a:cubicBezTo>
                    <a:pt x="123" y="1"/>
                    <a:pt x="0" y="175"/>
                    <a:pt x="0" y="349"/>
                  </a:cubicBezTo>
                  <a:cubicBezTo>
                    <a:pt x="41" y="513"/>
                    <a:pt x="164" y="605"/>
                    <a:pt x="338" y="605"/>
                  </a:cubicBezTo>
                  <a:lnTo>
                    <a:pt x="2942" y="605"/>
                  </a:lnTo>
                  <a:cubicBezTo>
                    <a:pt x="3117" y="605"/>
                    <a:pt x="3240" y="431"/>
                    <a:pt x="3240" y="257"/>
                  </a:cubicBezTo>
                  <a:cubicBezTo>
                    <a:pt x="3199" y="134"/>
                    <a:pt x="3076" y="1"/>
                    <a:pt x="29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82"/>
            <p:cNvSpPr/>
            <p:nvPr/>
          </p:nvSpPr>
          <p:spPr>
            <a:xfrm>
              <a:off x="2716988" y="2707250"/>
              <a:ext cx="93050" cy="14900"/>
            </a:xfrm>
            <a:custGeom>
              <a:avLst/>
              <a:gdLst/>
              <a:ahLst/>
              <a:cxnLst/>
              <a:rect l="l" t="t" r="r" b="b"/>
              <a:pathLst>
                <a:path w="3722" h="596" extrusionOk="0">
                  <a:moveTo>
                    <a:pt x="349" y="0"/>
                  </a:moveTo>
                  <a:cubicBezTo>
                    <a:pt x="134" y="0"/>
                    <a:pt x="1" y="165"/>
                    <a:pt x="52" y="339"/>
                  </a:cubicBezTo>
                  <a:cubicBezTo>
                    <a:pt x="52" y="513"/>
                    <a:pt x="175" y="595"/>
                    <a:pt x="349" y="595"/>
                  </a:cubicBezTo>
                  <a:lnTo>
                    <a:pt x="3384" y="595"/>
                  </a:lnTo>
                  <a:cubicBezTo>
                    <a:pt x="3589" y="595"/>
                    <a:pt x="3722" y="421"/>
                    <a:pt x="3681" y="257"/>
                  </a:cubicBezTo>
                  <a:cubicBezTo>
                    <a:pt x="3681" y="123"/>
                    <a:pt x="3548" y="0"/>
                    <a:pt x="3384"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82"/>
            <p:cNvSpPr/>
            <p:nvPr/>
          </p:nvSpPr>
          <p:spPr>
            <a:xfrm>
              <a:off x="2716988" y="2756200"/>
              <a:ext cx="82300" cy="15150"/>
            </a:xfrm>
            <a:custGeom>
              <a:avLst/>
              <a:gdLst/>
              <a:ahLst/>
              <a:cxnLst/>
              <a:rect l="l" t="t" r="r" b="b"/>
              <a:pathLst>
                <a:path w="3292" h="606" extrusionOk="0">
                  <a:moveTo>
                    <a:pt x="349" y="1"/>
                  </a:moveTo>
                  <a:cubicBezTo>
                    <a:pt x="134" y="1"/>
                    <a:pt x="1" y="175"/>
                    <a:pt x="52" y="349"/>
                  </a:cubicBezTo>
                  <a:cubicBezTo>
                    <a:pt x="52" y="513"/>
                    <a:pt x="175" y="605"/>
                    <a:pt x="349" y="605"/>
                  </a:cubicBezTo>
                  <a:lnTo>
                    <a:pt x="2953" y="605"/>
                  </a:lnTo>
                  <a:cubicBezTo>
                    <a:pt x="3127" y="605"/>
                    <a:pt x="3291" y="431"/>
                    <a:pt x="3250" y="257"/>
                  </a:cubicBezTo>
                  <a:cubicBezTo>
                    <a:pt x="3209" y="134"/>
                    <a:pt x="3076" y="1"/>
                    <a:pt x="295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82"/>
            <p:cNvSpPr/>
            <p:nvPr/>
          </p:nvSpPr>
          <p:spPr>
            <a:xfrm>
              <a:off x="2548363" y="2520475"/>
              <a:ext cx="267075" cy="179100"/>
            </a:xfrm>
            <a:custGeom>
              <a:avLst/>
              <a:gdLst/>
              <a:ahLst/>
              <a:cxnLst/>
              <a:rect l="l" t="t" r="r" b="b"/>
              <a:pathLst>
                <a:path w="10683" h="7164" extrusionOk="0">
                  <a:moveTo>
                    <a:pt x="5341" y="634"/>
                  </a:moveTo>
                  <a:lnTo>
                    <a:pt x="9483" y="2089"/>
                  </a:lnTo>
                  <a:lnTo>
                    <a:pt x="5341" y="3494"/>
                  </a:lnTo>
                  <a:lnTo>
                    <a:pt x="1200" y="2089"/>
                  </a:lnTo>
                  <a:lnTo>
                    <a:pt x="5341" y="634"/>
                  </a:lnTo>
                  <a:close/>
                  <a:moveTo>
                    <a:pt x="7863" y="3279"/>
                  </a:moveTo>
                  <a:lnTo>
                    <a:pt x="7863" y="5585"/>
                  </a:lnTo>
                  <a:lnTo>
                    <a:pt x="5341" y="6569"/>
                  </a:lnTo>
                  <a:lnTo>
                    <a:pt x="2778" y="5585"/>
                  </a:lnTo>
                  <a:lnTo>
                    <a:pt x="2778" y="3279"/>
                  </a:lnTo>
                  <a:lnTo>
                    <a:pt x="5208" y="4089"/>
                  </a:lnTo>
                  <a:cubicBezTo>
                    <a:pt x="5259" y="4140"/>
                    <a:pt x="5300" y="4140"/>
                    <a:pt x="5341" y="4140"/>
                  </a:cubicBezTo>
                  <a:cubicBezTo>
                    <a:pt x="5382" y="4140"/>
                    <a:pt x="5382" y="4140"/>
                    <a:pt x="5423" y="4089"/>
                  </a:cubicBezTo>
                  <a:lnTo>
                    <a:pt x="7863" y="3279"/>
                  </a:lnTo>
                  <a:close/>
                  <a:moveTo>
                    <a:pt x="5335" y="1"/>
                  </a:moveTo>
                  <a:cubicBezTo>
                    <a:pt x="5298" y="1"/>
                    <a:pt x="5254" y="14"/>
                    <a:pt x="5208" y="39"/>
                  </a:cubicBezTo>
                  <a:lnTo>
                    <a:pt x="216" y="1782"/>
                  </a:lnTo>
                  <a:cubicBezTo>
                    <a:pt x="82" y="1874"/>
                    <a:pt x="0" y="1997"/>
                    <a:pt x="0" y="2171"/>
                  </a:cubicBezTo>
                  <a:cubicBezTo>
                    <a:pt x="41" y="2253"/>
                    <a:pt x="133" y="2346"/>
                    <a:pt x="216" y="2387"/>
                  </a:cubicBezTo>
                  <a:lnTo>
                    <a:pt x="2184" y="3063"/>
                  </a:lnTo>
                  <a:lnTo>
                    <a:pt x="2184" y="5800"/>
                  </a:lnTo>
                  <a:cubicBezTo>
                    <a:pt x="2184" y="5934"/>
                    <a:pt x="2266" y="6016"/>
                    <a:pt x="2389" y="6057"/>
                  </a:cubicBezTo>
                  <a:lnTo>
                    <a:pt x="5208" y="7164"/>
                  </a:lnTo>
                  <a:lnTo>
                    <a:pt x="5423" y="7164"/>
                  </a:lnTo>
                  <a:lnTo>
                    <a:pt x="8283" y="6057"/>
                  </a:lnTo>
                  <a:cubicBezTo>
                    <a:pt x="8376" y="6016"/>
                    <a:pt x="8458" y="5934"/>
                    <a:pt x="8458" y="5800"/>
                  </a:cubicBezTo>
                  <a:lnTo>
                    <a:pt x="8458" y="3063"/>
                  </a:lnTo>
                  <a:lnTo>
                    <a:pt x="10426" y="2387"/>
                  </a:lnTo>
                  <a:cubicBezTo>
                    <a:pt x="10549" y="2346"/>
                    <a:pt x="10590" y="2253"/>
                    <a:pt x="10641" y="2171"/>
                  </a:cubicBezTo>
                  <a:cubicBezTo>
                    <a:pt x="10682" y="1997"/>
                    <a:pt x="10590" y="1874"/>
                    <a:pt x="10467" y="1782"/>
                  </a:cubicBezTo>
                  <a:lnTo>
                    <a:pt x="5423" y="39"/>
                  </a:lnTo>
                  <a:cubicBezTo>
                    <a:pt x="5403" y="14"/>
                    <a:pt x="5372" y="1"/>
                    <a:pt x="5335"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 name="Google Shape;874;p82"/>
          <p:cNvGrpSpPr/>
          <p:nvPr/>
        </p:nvGrpSpPr>
        <p:grpSpPr>
          <a:xfrm>
            <a:off x="2680038" y="3640513"/>
            <a:ext cx="343950" cy="288325"/>
            <a:chOff x="7796863" y="2004525"/>
            <a:chExt cx="343950" cy="288325"/>
          </a:xfrm>
        </p:grpSpPr>
        <p:sp>
          <p:nvSpPr>
            <p:cNvPr id="875" name="Google Shape;875;p82"/>
            <p:cNvSpPr/>
            <p:nvPr/>
          </p:nvSpPr>
          <p:spPr>
            <a:xfrm>
              <a:off x="7796863" y="2004525"/>
              <a:ext cx="343950" cy="288325"/>
            </a:xfrm>
            <a:custGeom>
              <a:avLst/>
              <a:gdLst/>
              <a:ahLst/>
              <a:cxnLst/>
              <a:rect l="l" t="t" r="r" b="b"/>
              <a:pathLst>
                <a:path w="13758" h="11533" extrusionOk="0">
                  <a:moveTo>
                    <a:pt x="6582" y="595"/>
                  </a:moveTo>
                  <a:lnTo>
                    <a:pt x="6582" y="8755"/>
                  </a:lnTo>
                  <a:lnTo>
                    <a:pt x="1026" y="8755"/>
                  </a:lnTo>
                  <a:lnTo>
                    <a:pt x="1026" y="1107"/>
                  </a:lnTo>
                  <a:cubicBezTo>
                    <a:pt x="1026" y="851"/>
                    <a:pt x="1282" y="595"/>
                    <a:pt x="1579" y="595"/>
                  </a:cubicBezTo>
                  <a:close/>
                  <a:moveTo>
                    <a:pt x="12179" y="595"/>
                  </a:moveTo>
                  <a:cubicBezTo>
                    <a:pt x="12477" y="595"/>
                    <a:pt x="12733" y="810"/>
                    <a:pt x="12733" y="1107"/>
                  </a:cubicBezTo>
                  <a:lnTo>
                    <a:pt x="12733" y="8755"/>
                  </a:lnTo>
                  <a:lnTo>
                    <a:pt x="7177" y="8755"/>
                  </a:lnTo>
                  <a:lnTo>
                    <a:pt x="7177" y="595"/>
                  </a:lnTo>
                  <a:close/>
                  <a:moveTo>
                    <a:pt x="13163" y="9349"/>
                  </a:moveTo>
                  <a:lnTo>
                    <a:pt x="13163" y="9995"/>
                  </a:lnTo>
                  <a:cubicBezTo>
                    <a:pt x="13163" y="10508"/>
                    <a:pt x="12774" y="10938"/>
                    <a:pt x="12261" y="10938"/>
                  </a:cubicBezTo>
                  <a:lnTo>
                    <a:pt x="1497" y="10938"/>
                  </a:lnTo>
                  <a:cubicBezTo>
                    <a:pt x="985" y="10938"/>
                    <a:pt x="605" y="10508"/>
                    <a:pt x="605" y="9995"/>
                  </a:cubicBezTo>
                  <a:lnTo>
                    <a:pt x="605" y="9349"/>
                  </a:lnTo>
                  <a:close/>
                  <a:moveTo>
                    <a:pt x="1579" y="0"/>
                  </a:moveTo>
                  <a:cubicBezTo>
                    <a:pt x="985" y="0"/>
                    <a:pt x="472" y="513"/>
                    <a:pt x="472" y="1107"/>
                  </a:cubicBezTo>
                  <a:lnTo>
                    <a:pt x="472" y="8755"/>
                  </a:lnTo>
                  <a:lnTo>
                    <a:pt x="298" y="8755"/>
                  </a:lnTo>
                  <a:cubicBezTo>
                    <a:pt x="134" y="8755"/>
                    <a:pt x="0" y="8888"/>
                    <a:pt x="0" y="9052"/>
                  </a:cubicBezTo>
                  <a:lnTo>
                    <a:pt x="0" y="9995"/>
                  </a:lnTo>
                  <a:cubicBezTo>
                    <a:pt x="0" y="10846"/>
                    <a:pt x="687" y="11533"/>
                    <a:pt x="1497" y="11533"/>
                  </a:cubicBezTo>
                  <a:lnTo>
                    <a:pt x="12261" y="11533"/>
                  </a:lnTo>
                  <a:cubicBezTo>
                    <a:pt x="13071" y="11533"/>
                    <a:pt x="13758" y="10846"/>
                    <a:pt x="13758" y="9995"/>
                  </a:cubicBezTo>
                  <a:lnTo>
                    <a:pt x="13758" y="9052"/>
                  </a:lnTo>
                  <a:cubicBezTo>
                    <a:pt x="13758" y="8888"/>
                    <a:pt x="13625" y="8755"/>
                    <a:pt x="13461" y="8755"/>
                  </a:cubicBezTo>
                  <a:lnTo>
                    <a:pt x="13286" y="8755"/>
                  </a:lnTo>
                  <a:lnTo>
                    <a:pt x="13286" y="1107"/>
                  </a:lnTo>
                  <a:cubicBezTo>
                    <a:pt x="13286" y="513"/>
                    <a:pt x="12815" y="0"/>
                    <a:pt x="1217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82"/>
            <p:cNvSpPr/>
            <p:nvPr/>
          </p:nvSpPr>
          <p:spPr>
            <a:xfrm>
              <a:off x="7851463" y="2048350"/>
              <a:ext cx="48975" cy="58700"/>
            </a:xfrm>
            <a:custGeom>
              <a:avLst/>
              <a:gdLst/>
              <a:ahLst/>
              <a:cxnLst/>
              <a:rect l="l" t="t" r="r" b="b"/>
              <a:pathLst>
                <a:path w="1959" h="2348" extrusionOk="0">
                  <a:moveTo>
                    <a:pt x="338" y="0"/>
                  </a:moveTo>
                  <a:cubicBezTo>
                    <a:pt x="164" y="0"/>
                    <a:pt x="41" y="82"/>
                    <a:pt x="41" y="256"/>
                  </a:cubicBezTo>
                  <a:cubicBezTo>
                    <a:pt x="0" y="420"/>
                    <a:pt x="164" y="595"/>
                    <a:pt x="338" y="595"/>
                  </a:cubicBezTo>
                  <a:lnTo>
                    <a:pt x="677" y="595"/>
                  </a:lnTo>
                  <a:lnTo>
                    <a:pt x="677" y="2050"/>
                  </a:lnTo>
                  <a:cubicBezTo>
                    <a:pt x="677" y="2173"/>
                    <a:pt x="810" y="2307"/>
                    <a:pt x="933" y="2348"/>
                  </a:cubicBezTo>
                  <a:cubicBezTo>
                    <a:pt x="1107" y="2348"/>
                    <a:pt x="1281" y="2214"/>
                    <a:pt x="1281" y="2050"/>
                  </a:cubicBezTo>
                  <a:lnTo>
                    <a:pt x="1281" y="595"/>
                  </a:lnTo>
                  <a:lnTo>
                    <a:pt x="1620" y="595"/>
                  </a:lnTo>
                  <a:cubicBezTo>
                    <a:pt x="1794" y="595"/>
                    <a:pt x="1917" y="513"/>
                    <a:pt x="1917" y="338"/>
                  </a:cubicBezTo>
                  <a:cubicBezTo>
                    <a:pt x="1958" y="164"/>
                    <a:pt x="1835"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82"/>
            <p:cNvSpPr/>
            <p:nvPr/>
          </p:nvSpPr>
          <p:spPr>
            <a:xfrm>
              <a:off x="7905788" y="2092175"/>
              <a:ext cx="27950" cy="14875"/>
            </a:xfrm>
            <a:custGeom>
              <a:avLst/>
              <a:gdLst/>
              <a:ahLst/>
              <a:cxnLst/>
              <a:rect l="l" t="t" r="r" b="b"/>
              <a:pathLst>
                <a:path w="1118" h="595" extrusionOk="0">
                  <a:moveTo>
                    <a:pt x="349" y="0"/>
                  </a:moveTo>
                  <a:cubicBezTo>
                    <a:pt x="175" y="0"/>
                    <a:pt x="0" y="164"/>
                    <a:pt x="41" y="338"/>
                  </a:cubicBezTo>
                  <a:cubicBezTo>
                    <a:pt x="41" y="461"/>
                    <a:pt x="216" y="595"/>
                    <a:pt x="349" y="595"/>
                  </a:cubicBezTo>
                  <a:lnTo>
                    <a:pt x="769" y="595"/>
                  </a:lnTo>
                  <a:cubicBezTo>
                    <a:pt x="943" y="595"/>
                    <a:pt x="1118" y="420"/>
                    <a:pt x="1067" y="256"/>
                  </a:cubicBezTo>
                  <a:cubicBezTo>
                    <a:pt x="1026" y="82"/>
                    <a:pt x="902" y="0"/>
                    <a:pt x="76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82"/>
            <p:cNvSpPr/>
            <p:nvPr/>
          </p:nvSpPr>
          <p:spPr>
            <a:xfrm>
              <a:off x="7851463" y="2135725"/>
              <a:ext cx="82275" cy="15150"/>
            </a:xfrm>
            <a:custGeom>
              <a:avLst/>
              <a:gdLst/>
              <a:ahLst/>
              <a:cxnLst/>
              <a:rect l="l" t="t" r="r" b="b"/>
              <a:pathLst>
                <a:path w="3291" h="606" extrusionOk="0">
                  <a:moveTo>
                    <a:pt x="338" y="1"/>
                  </a:moveTo>
                  <a:cubicBezTo>
                    <a:pt x="123" y="1"/>
                    <a:pt x="0" y="175"/>
                    <a:pt x="41" y="349"/>
                  </a:cubicBezTo>
                  <a:cubicBezTo>
                    <a:pt x="41" y="472"/>
                    <a:pt x="164" y="606"/>
                    <a:pt x="338" y="606"/>
                  </a:cubicBezTo>
                  <a:lnTo>
                    <a:pt x="2942" y="606"/>
                  </a:lnTo>
                  <a:cubicBezTo>
                    <a:pt x="3116" y="606"/>
                    <a:pt x="3291" y="431"/>
                    <a:pt x="3240" y="257"/>
                  </a:cubicBezTo>
                  <a:cubicBezTo>
                    <a:pt x="3199" y="93"/>
                    <a:pt x="3075" y="1"/>
                    <a:pt x="294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82"/>
            <p:cNvSpPr/>
            <p:nvPr/>
          </p:nvSpPr>
          <p:spPr>
            <a:xfrm>
              <a:off x="8004188" y="2048350"/>
              <a:ext cx="82050" cy="14875"/>
            </a:xfrm>
            <a:custGeom>
              <a:avLst/>
              <a:gdLst/>
              <a:ahLst/>
              <a:cxnLst/>
              <a:rect l="l" t="t" r="r" b="b"/>
              <a:pathLst>
                <a:path w="3282" h="595" extrusionOk="0">
                  <a:moveTo>
                    <a:pt x="339" y="0"/>
                  </a:moveTo>
                  <a:cubicBezTo>
                    <a:pt x="165" y="0"/>
                    <a:pt x="1" y="164"/>
                    <a:pt x="42" y="338"/>
                  </a:cubicBezTo>
                  <a:cubicBezTo>
                    <a:pt x="83" y="513"/>
                    <a:pt x="206" y="595"/>
                    <a:pt x="339" y="595"/>
                  </a:cubicBezTo>
                  <a:lnTo>
                    <a:pt x="2943" y="595"/>
                  </a:lnTo>
                  <a:cubicBezTo>
                    <a:pt x="3158" y="595"/>
                    <a:pt x="3281" y="420"/>
                    <a:pt x="3240" y="256"/>
                  </a:cubicBezTo>
                  <a:cubicBezTo>
                    <a:pt x="3240" y="82"/>
                    <a:pt x="3117" y="0"/>
                    <a:pt x="294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82"/>
            <p:cNvSpPr/>
            <p:nvPr/>
          </p:nvSpPr>
          <p:spPr>
            <a:xfrm>
              <a:off x="8004188" y="2092175"/>
              <a:ext cx="82050" cy="14875"/>
            </a:xfrm>
            <a:custGeom>
              <a:avLst/>
              <a:gdLst/>
              <a:ahLst/>
              <a:cxnLst/>
              <a:rect l="l" t="t" r="r" b="b"/>
              <a:pathLst>
                <a:path w="3282" h="595" extrusionOk="0">
                  <a:moveTo>
                    <a:pt x="339" y="0"/>
                  </a:moveTo>
                  <a:cubicBezTo>
                    <a:pt x="165" y="0"/>
                    <a:pt x="1" y="164"/>
                    <a:pt x="42" y="338"/>
                  </a:cubicBezTo>
                  <a:cubicBezTo>
                    <a:pt x="83" y="461"/>
                    <a:pt x="206" y="595"/>
                    <a:pt x="339" y="595"/>
                  </a:cubicBezTo>
                  <a:lnTo>
                    <a:pt x="2943" y="595"/>
                  </a:lnTo>
                  <a:cubicBezTo>
                    <a:pt x="3158" y="595"/>
                    <a:pt x="3281" y="420"/>
                    <a:pt x="3240" y="256"/>
                  </a:cubicBezTo>
                  <a:cubicBezTo>
                    <a:pt x="3240" y="82"/>
                    <a:pt x="3117" y="0"/>
                    <a:pt x="294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82"/>
            <p:cNvSpPr/>
            <p:nvPr/>
          </p:nvSpPr>
          <p:spPr>
            <a:xfrm>
              <a:off x="8004188" y="2135725"/>
              <a:ext cx="82050" cy="15150"/>
            </a:xfrm>
            <a:custGeom>
              <a:avLst/>
              <a:gdLst/>
              <a:ahLst/>
              <a:cxnLst/>
              <a:rect l="l" t="t" r="r" b="b"/>
              <a:pathLst>
                <a:path w="3282" h="606" extrusionOk="0">
                  <a:moveTo>
                    <a:pt x="339" y="1"/>
                  </a:moveTo>
                  <a:cubicBezTo>
                    <a:pt x="165" y="1"/>
                    <a:pt x="1" y="175"/>
                    <a:pt x="42" y="349"/>
                  </a:cubicBezTo>
                  <a:cubicBezTo>
                    <a:pt x="83" y="472"/>
                    <a:pt x="206" y="606"/>
                    <a:pt x="339" y="606"/>
                  </a:cubicBezTo>
                  <a:lnTo>
                    <a:pt x="2943" y="606"/>
                  </a:lnTo>
                  <a:cubicBezTo>
                    <a:pt x="3158" y="606"/>
                    <a:pt x="3281" y="431"/>
                    <a:pt x="3240" y="257"/>
                  </a:cubicBezTo>
                  <a:cubicBezTo>
                    <a:pt x="3240" y="93"/>
                    <a:pt x="3117" y="1"/>
                    <a:pt x="294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82"/>
            <p:cNvSpPr/>
            <p:nvPr/>
          </p:nvSpPr>
          <p:spPr>
            <a:xfrm>
              <a:off x="8004188" y="2179550"/>
              <a:ext cx="82050" cy="15150"/>
            </a:xfrm>
            <a:custGeom>
              <a:avLst/>
              <a:gdLst/>
              <a:ahLst/>
              <a:cxnLst/>
              <a:rect l="l" t="t" r="r" b="b"/>
              <a:pathLst>
                <a:path w="3282" h="606" extrusionOk="0">
                  <a:moveTo>
                    <a:pt x="339" y="1"/>
                  </a:moveTo>
                  <a:cubicBezTo>
                    <a:pt x="165" y="1"/>
                    <a:pt x="1" y="175"/>
                    <a:pt x="42" y="349"/>
                  </a:cubicBezTo>
                  <a:cubicBezTo>
                    <a:pt x="83" y="472"/>
                    <a:pt x="206" y="606"/>
                    <a:pt x="339" y="606"/>
                  </a:cubicBezTo>
                  <a:lnTo>
                    <a:pt x="2943" y="606"/>
                  </a:lnTo>
                  <a:cubicBezTo>
                    <a:pt x="3158" y="606"/>
                    <a:pt x="3281" y="431"/>
                    <a:pt x="3240" y="257"/>
                  </a:cubicBezTo>
                  <a:cubicBezTo>
                    <a:pt x="3240" y="93"/>
                    <a:pt x="3117" y="1"/>
                    <a:pt x="294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82"/>
            <p:cNvSpPr/>
            <p:nvPr/>
          </p:nvSpPr>
          <p:spPr>
            <a:xfrm>
              <a:off x="7851463" y="2179550"/>
              <a:ext cx="82275" cy="15150"/>
            </a:xfrm>
            <a:custGeom>
              <a:avLst/>
              <a:gdLst/>
              <a:ahLst/>
              <a:cxnLst/>
              <a:rect l="l" t="t" r="r" b="b"/>
              <a:pathLst>
                <a:path w="3291" h="606" extrusionOk="0">
                  <a:moveTo>
                    <a:pt x="338" y="1"/>
                  </a:moveTo>
                  <a:cubicBezTo>
                    <a:pt x="123" y="1"/>
                    <a:pt x="0" y="175"/>
                    <a:pt x="41" y="349"/>
                  </a:cubicBezTo>
                  <a:cubicBezTo>
                    <a:pt x="41" y="472"/>
                    <a:pt x="164" y="606"/>
                    <a:pt x="338" y="606"/>
                  </a:cubicBezTo>
                  <a:lnTo>
                    <a:pt x="2942" y="606"/>
                  </a:lnTo>
                  <a:cubicBezTo>
                    <a:pt x="3116" y="606"/>
                    <a:pt x="3291" y="431"/>
                    <a:pt x="3240" y="257"/>
                  </a:cubicBezTo>
                  <a:cubicBezTo>
                    <a:pt x="3199" y="93"/>
                    <a:pt x="3075" y="1"/>
                    <a:pt x="29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84" name="Google Shape;884;p82"/>
          <p:cNvCxnSpPr>
            <a:stCxn id="850" idx="2"/>
          </p:cNvCxnSpPr>
          <p:nvPr/>
        </p:nvCxnSpPr>
        <p:spPr>
          <a:xfrm>
            <a:off x="1632825" y="1725525"/>
            <a:ext cx="0" cy="3441900"/>
          </a:xfrm>
          <a:prstGeom prst="straightConnector1">
            <a:avLst/>
          </a:prstGeom>
          <a:noFill/>
          <a:ln w="19050" cap="flat" cmpd="sng">
            <a:solidFill>
              <a:schemeClr val="dk1"/>
            </a:solidFill>
            <a:prstDash val="solid"/>
            <a:round/>
            <a:headEnd type="none" w="med" len="med"/>
            <a:tailEnd type="none" w="med" len="med"/>
          </a:ln>
        </p:spPr>
      </p:cxnSp>
      <p:cxnSp>
        <p:nvCxnSpPr>
          <p:cNvPr id="885" name="Google Shape;885;p82"/>
          <p:cNvCxnSpPr>
            <a:stCxn id="849" idx="2"/>
          </p:cNvCxnSpPr>
          <p:nvPr/>
        </p:nvCxnSpPr>
        <p:spPr>
          <a:xfrm>
            <a:off x="2242425" y="2898275"/>
            <a:ext cx="0" cy="2295600"/>
          </a:xfrm>
          <a:prstGeom prst="straightConnector1">
            <a:avLst/>
          </a:prstGeom>
          <a:noFill/>
          <a:ln w="19050" cap="flat" cmpd="sng">
            <a:solidFill>
              <a:schemeClr val="dk1"/>
            </a:solidFill>
            <a:prstDash val="solid"/>
            <a:round/>
            <a:headEnd type="none" w="med" len="med"/>
            <a:tailEnd type="none" w="med" len="med"/>
          </a:ln>
        </p:spPr>
      </p:cxnSp>
      <p:cxnSp>
        <p:nvCxnSpPr>
          <p:cNvPr id="886" name="Google Shape;886;p82"/>
          <p:cNvCxnSpPr>
            <a:stCxn id="848" idx="2"/>
          </p:cNvCxnSpPr>
          <p:nvPr/>
        </p:nvCxnSpPr>
        <p:spPr>
          <a:xfrm>
            <a:off x="2852025" y="4042838"/>
            <a:ext cx="0" cy="11841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8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Study objectives</a:t>
            </a:r>
            <a:endParaRPr/>
          </a:p>
        </p:txBody>
      </p:sp>
      <p:sp>
        <p:nvSpPr>
          <p:cNvPr id="892" name="Google Shape;892;p83"/>
          <p:cNvSpPr txBox="1">
            <a:spLocks noGrp="1"/>
          </p:cNvSpPr>
          <p:nvPr>
            <p:ph type="subTitle" idx="1"/>
          </p:nvPr>
        </p:nvSpPr>
        <p:spPr>
          <a:xfrm>
            <a:off x="977801" y="2514225"/>
            <a:ext cx="2242500" cy="99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893" name="Google Shape;893;p83"/>
          <p:cNvSpPr txBox="1">
            <a:spLocks noGrp="1"/>
          </p:cNvSpPr>
          <p:nvPr>
            <p:ph type="subTitle" idx="2"/>
          </p:nvPr>
        </p:nvSpPr>
        <p:spPr>
          <a:xfrm>
            <a:off x="3450748" y="2514225"/>
            <a:ext cx="2242500" cy="99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894" name="Google Shape;894;p83"/>
          <p:cNvSpPr txBox="1">
            <a:spLocks noGrp="1"/>
          </p:cNvSpPr>
          <p:nvPr>
            <p:ph type="subTitle" idx="3"/>
          </p:nvPr>
        </p:nvSpPr>
        <p:spPr>
          <a:xfrm>
            <a:off x="5923698" y="2514225"/>
            <a:ext cx="2242500" cy="99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895" name="Google Shape;895;p83"/>
          <p:cNvSpPr txBox="1">
            <a:spLocks noGrp="1"/>
          </p:cNvSpPr>
          <p:nvPr>
            <p:ph type="subTitle" idx="4"/>
          </p:nvPr>
        </p:nvSpPr>
        <p:spPr>
          <a:xfrm>
            <a:off x="977801" y="2285625"/>
            <a:ext cx="22425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896" name="Google Shape;896;p83"/>
          <p:cNvSpPr txBox="1">
            <a:spLocks noGrp="1"/>
          </p:cNvSpPr>
          <p:nvPr>
            <p:ph type="subTitle" idx="5"/>
          </p:nvPr>
        </p:nvSpPr>
        <p:spPr>
          <a:xfrm>
            <a:off x="3450748" y="2285625"/>
            <a:ext cx="22425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897" name="Google Shape;897;p83"/>
          <p:cNvSpPr txBox="1">
            <a:spLocks noGrp="1"/>
          </p:cNvSpPr>
          <p:nvPr>
            <p:ph type="subTitle" idx="6"/>
          </p:nvPr>
        </p:nvSpPr>
        <p:spPr>
          <a:xfrm>
            <a:off x="5923697" y="2285625"/>
            <a:ext cx="22425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grpSp>
        <p:nvGrpSpPr>
          <p:cNvPr id="898" name="Google Shape;898;p83"/>
          <p:cNvGrpSpPr/>
          <p:nvPr/>
        </p:nvGrpSpPr>
        <p:grpSpPr>
          <a:xfrm>
            <a:off x="1987939" y="1746050"/>
            <a:ext cx="222225" cy="345000"/>
            <a:chOff x="1063938" y="3093725"/>
            <a:chExt cx="222225" cy="345000"/>
          </a:xfrm>
        </p:grpSpPr>
        <p:sp>
          <p:nvSpPr>
            <p:cNvPr id="899" name="Google Shape;899;p83"/>
            <p:cNvSpPr/>
            <p:nvPr/>
          </p:nvSpPr>
          <p:spPr>
            <a:xfrm>
              <a:off x="1063938" y="3093725"/>
              <a:ext cx="222225" cy="345000"/>
            </a:xfrm>
            <a:custGeom>
              <a:avLst/>
              <a:gdLst/>
              <a:ahLst/>
              <a:cxnLst/>
              <a:rect l="l" t="t" r="r" b="b"/>
              <a:pathLst>
                <a:path w="8889" h="13800" extrusionOk="0">
                  <a:moveTo>
                    <a:pt x="6326" y="595"/>
                  </a:moveTo>
                  <a:lnTo>
                    <a:pt x="6326" y="1282"/>
                  </a:lnTo>
                  <a:cubicBezTo>
                    <a:pt x="6326" y="1538"/>
                    <a:pt x="6110" y="1795"/>
                    <a:pt x="5813" y="1795"/>
                  </a:cubicBezTo>
                  <a:lnTo>
                    <a:pt x="3076" y="1795"/>
                  </a:lnTo>
                  <a:cubicBezTo>
                    <a:pt x="2779" y="1795"/>
                    <a:pt x="2563" y="1538"/>
                    <a:pt x="2563" y="1282"/>
                  </a:cubicBezTo>
                  <a:lnTo>
                    <a:pt x="2563" y="595"/>
                  </a:lnTo>
                  <a:close/>
                  <a:moveTo>
                    <a:pt x="7607" y="595"/>
                  </a:moveTo>
                  <a:cubicBezTo>
                    <a:pt x="7997" y="595"/>
                    <a:pt x="8294" y="893"/>
                    <a:pt x="8294" y="1282"/>
                  </a:cubicBezTo>
                  <a:lnTo>
                    <a:pt x="8294" y="11872"/>
                  </a:lnTo>
                  <a:cubicBezTo>
                    <a:pt x="8294" y="12600"/>
                    <a:pt x="7740" y="13194"/>
                    <a:pt x="7013" y="13194"/>
                  </a:cubicBezTo>
                  <a:lnTo>
                    <a:pt x="1928" y="13194"/>
                  </a:lnTo>
                  <a:cubicBezTo>
                    <a:pt x="1159" y="13194"/>
                    <a:pt x="605" y="12600"/>
                    <a:pt x="605" y="11872"/>
                  </a:cubicBezTo>
                  <a:lnTo>
                    <a:pt x="605" y="1661"/>
                  </a:lnTo>
                  <a:cubicBezTo>
                    <a:pt x="605" y="1067"/>
                    <a:pt x="1077" y="595"/>
                    <a:pt x="1631" y="595"/>
                  </a:cubicBezTo>
                  <a:lnTo>
                    <a:pt x="1969" y="595"/>
                  </a:lnTo>
                  <a:lnTo>
                    <a:pt x="1969" y="1497"/>
                  </a:lnTo>
                  <a:cubicBezTo>
                    <a:pt x="1969" y="1969"/>
                    <a:pt x="2358" y="2389"/>
                    <a:pt x="2871" y="2389"/>
                  </a:cubicBezTo>
                  <a:lnTo>
                    <a:pt x="6367" y="2389"/>
                  </a:lnTo>
                  <a:cubicBezTo>
                    <a:pt x="6664" y="2389"/>
                    <a:pt x="6920" y="2133"/>
                    <a:pt x="6920" y="1795"/>
                  </a:cubicBezTo>
                  <a:lnTo>
                    <a:pt x="6920" y="595"/>
                  </a:lnTo>
                  <a:close/>
                  <a:moveTo>
                    <a:pt x="1928" y="1"/>
                  </a:moveTo>
                  <a:cubicBezTo>
                    <a:pt x="862" y="1"/>
                    <a:pt x="1" y="852"/>
                    <a:pt x="1" y="1918"/>
                  </a:cubicBezTo>
                  <a:lnTo>
                    <a:pt x="1" y="11872"/>
                  </a:lnTo>
                  <a:cubicBezTo>
                    <a:pt x="1" y="12938"/>
                    <a:pt x="862" y="13799"/>
                    <a:pt x="1928" y="13799"/>
                  </a:cubicBezTo>
                  <a:lnTo>
                    <a:pt x="7013" y="13799"/>
                  </a:lnTo>
                  <a:cubicBezTo>
                    <a:pt x="8038" y="13799"/>
                    <a:pt x="8889" y="12938"/>
                    <a:pt x="8889" y="11872"/>
                  </a:cubicBezTo>
                  <a:lnTo>
                    <a:pt x="8889" y="1918"/>
                  </a:lnTo>
                  <a:cubicBezTo>
                    <a:pt x="8889" y="852"/>
                    <a:pt x="8038" y="1"/>
                    <a:pt x="701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83"/>
            <p:cNvSpPr/>
            <p:nvPr/>
          </p:nvSpPr>
          <p:spPr>
            <a:xfrm>
              <a:off x="1106738" y="3182400"/>
              <a:ext cx="59750" cy="58725"/>
            </a:xfrm>
            <a:custGeom>
              <a:avLst/>
              <a:gdLst/>
              <a:ahLst/>
              <a:cxnLst/>
              <a:rect l="l" t="t" r="r" b="b"/>
              <a:pathLst>
                <a:path w="2390" h="2349" extrusionOk="0">
                  <a:moveTo>
                    <a:pt x="339" y="1"/>
                  </a:moveTo>
                  <a:cubicBezTo>
                    <a:pt x="175" y="1"/>
                    <a:pt x="42" y="83"/>
                    <a:pt x="1" y="257"/>
                  </a:cubicBezTo>
                  <a:cubicBezTo>
                    <a:pt x="1" y="421"/>
                    <a:pt x="134" y="595"/>
                    <a:pt x="298" y="595"/>
                  </a:cubicBezTo>
                  <a:lnTo>
                    <a:pt x="903" y="595"/>
                  </a:lnTo>
                  <a:lnTo>
                    <a:pt x="903" y="2051"/>
                  </a:lnTo>
                  <a:cubicBezTo>
                    <a:pt x="903" y="2174"/>
                    <a:pt x="985" y="2307"/>
                    <a:pt x="1159" y="2348"/>
                  </a:cubicBezTo>
                  <a:cubicBezTo>
                    <a:pt x="1323" y="2348"/>
                    <a:pt x="1497" y="2215"/>
                    <a:pt x="1497" y="2051"/>
                  </a:cubicBezTo>
                  <a:lnTo>
                    <a:pt x="1497" y="595"/>
                  </a:lnTo>
                  <a:lnTo>
                    <a:pt x="2051" y="595"/>
                  </a:lnTo>
                  <a:cubicBezTo>
                    <a:pt x="2225" y="595"/>
                    <a:pt x="2348" y="472"/>
                    <a:pt x="2348" y="339"/>
                  </a:cubicBezTo>
                  <a:cubicBezTo>
                    <a:pt x="2389" y="165"/>
                    <a:pt x="2225" y="1"/>
                    <a:pt x="205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83"/>
            <p:cNvSpPr/>
            <p:nvPr/>
          </p:nvSpPr>
          <p:spPr>
            <a:xfrm>
              <a:off x="1194388" y="3182400"/>
              <a:ext cx="48975" cy="14900"/>
            </a:xfrm>
            <a:custGeom>
              <a:avLst/>
              <a:gdLst/>
              <a:ahLst/>
              <a:cxnLst/>
              <a:rect l="l" t="t" r="r" b="b"/>
              <a:pathLst>
                <a:path w="1959" h="596" extrusionOk="0">
                  <a:moveTo>
                    <a:pt x="339" y="1"/>
                  </a:moveTo>
                  <a:cubicBezTo>
                    <a:pt x="124" y="1"/>
                    <a:pt x="1" y="165"/>
                    <a:pt x="42" y="339"/>
                  </a:cubicBezTo>
                  <a:cubicBezTo>
                    <a:pt x="42" y="472"/>
                    <a:pt x="165" y="595"/>
                    <a:pt x="339" y="595"/>
                  </a:cubicBezTo>
                  <a:lnTo>
                    <a:pt x="1620" y="595"/>
                  </a:lnTo>
                  <a:cubicBezTo>
                    <a:pt x="1795" y="595"/>
                    <a:pt x="1959" y="421"/>
                    <a:pt x="1918" y="257"/>
                  </a:cubicBezTo>
                  <a:cubicBezTo>
                    <a:pt x="1918" y="83"/>
                    <a:pt x="1754" y="1"/>
                    <a:pt x="162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83"/>
            <p:cNvSpPr/>
            <p:nvPr/>
          </p:nvSpPr>
          <p:spPr>
            <a:xfrm>
              <a:off x="1194388" y="3226225"/>
              <a:ext cx="48975" cy="14900"/>
            </a:xfrm>
            <a:custGeom>
              <a:avLst/>
              <a:gdLst/>
              <a:ahLst/>
              <a:cxnLst/>
              <a:rect l="l" t="t" r="r" b="b"/>
              <a:pathLst>
                <a:path w="1959" h="596" extrusionOk="0">
                  <a:moveTo>
                    <a:pt x="339" y="1"/>
                  </a:moveTo>
                  <a:cubicBezTo>
                    <a:pt x="124" y="1"/>
                    <a:pt x="1" y="165"/>
                    <a:pt x="42" y="339"/>
                  </a:cubicBezTo>
                  <a:cubicBezTo>
                    <a:pt x="42" y="513"/>
                    <a:pt x="165" y="595"/>
                    <a:pt x="339" y="595"/>
                  </a:cubicBezTo>
                  <a:lnTo>
                    <a:pt x="1620" y="595"/>
                  </a:lnTo>
                  <a:cubicBezTo>
                    <a:pt x="1795" y="595"/>
                    <a:pt x="1959" y="462"/>
                    <a:pt x="1918" y="257"/>
                  </a:cubicBezTo>
                  <a:cubicBezTo>
                    <a:pt x="1918" y="124"/>
                    <a:pt x="1754" y="1"/>
                    <a:pt x="162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83"/>
            <p:cNvSpPr/>
            <p:nvPr/>
          </p:nvSpPr>
          <p:spPr>
            <a:xfrm>
              <a:off x="1106738" y="3269800"/>
              <a:ext cx="136625" cy="15150"/>
            </a:xfrm>
            <a:custGeom>
              <a:avLst/>
              <a:gdLst/>
              <a:ahLst/>
              <a:cxnLst/>
              <a:rect l="l" t="t" r="r" b="b"/>
              <a:pathLst>
                <a:path w="5465" h="606" extrusionOk="0">
                  <a:moveTo>
                    <a:pt x="339" y="0"/>
                  </a:moveTo>
                  <a:cubicBezTo>
                    <a:pt x="134" y="0"/>
                    <a:pt x="1" y="175"/>
                    <a:pt x="42" y="349"/>
                  </a:cubicBezTo>
                  <a:cubicBezTo>
                    <a:pt x="42" y="513"/>
                    <a:pt x="175" y="605"/>
                    <a:pt x="339" y="605"/>
                  </a:cubicBezTo>
                  <a:lnTo>
                    <a:pt x="5126" y="605"/>
                  </a:lnTo>
                  <a:cubicBezTo>
                    <a:pt x="5301" y="605"/>
                    <a:pt x="5465" y="431"/>
                    <a:pt x="5424" y="257"/>
                  </a:cubicBezTo>
                  <a:cubicBezTo>
                    <a:pt x="5424" y="134"/>
                    <a:pt x="5260" y="0"/>
                    <a:pt x="512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83"/>
            <p:cNvSpPr/>
            <p:nvPr/>
          </p:nvSpPr>
          <p:spPr>
            <a:xfrm>
              <a:off x="1106738" y="3313625"/>
              <a:ext cx="136625" cy="15150"/>
            </a:xfrm>
            <a:custGeom>
              <a:avLst/>
              <a:gdLst/>
              <a:ahLst/>
              <a:cxnLst/>
              <a:rect l="l" t="t" r="r" b="b"/>
              <a:pathLst>
                <a:path w="5465" h="606" extrusionOk="0">
                  <a:moveTo>
                    <a:pt x="339" y="0"/>
                  </a:moveTo>
                  <a:cubicBezTo>
                    <a:pt x="134" y="0"/>
                    <a:pt x="1" y="175"/>
                    <a:pt x="42" y="349"/>
                  </a:cubicBezTo>
                  <a:cubicBezTo>
                    <a:pt x="42" y="513"/>
                    <a:pt x="175" y="605"/>
                    <a:pt x="339" y="605"/>
                  </a:cubicBezTo>
                  <a:lnTo>
                    <a:pt x="5126" y="605"/>
                  </a:lnTo>
                  <a:cubicBezTo>
                    <a:pt x="5301" y="605"/>
                    <a:pt x="5465" y="431"/>
                    <a:pt x="5424" y="257"/>
                  </a:cubicBezTo>
                  <a:cubicBezTo>
                    <a:pt x="5424" y="134"/>
                    <a:pt x="5260" y="0"/>
                    <a:pt x="5126"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83"/>
            <p:cNvSpPr/>
            <p:nvPr/>
          </p:nvSpPr>
          <p:spPr>
            <a:xfrm>
              <a:off x="1106738" y="3357450"/>
              <a:ext cx="136625" cy="14875"/>
            </a:xfrm>
            <a:custGeom>
              <a:avLst/>
              <a:gdLst/>
              <a:ahLst/>
              <a:cxnLst/>
              <a:rect l="l" t="t" r="r" b="b"/>
              <a:pathLst>
                <a:path w="5465" h="595" extrusionOk="0">
                  <a:moveTo>
                    <a:pt x="339" y="0"/>
                  </a:moveTo>
                  <a:cubicBezTo>
                    <a:pt x="134" y="0"/>
                    <a:pt x="1" y="175"/>
                    <a:pt x="42" y="339"/>
                  </a:cubicBezTo>
                  <a:cubicBezTo>
                    <a:pt x="42" y="513"/>
                    <a:pt x="175" y="595"/>
                    <a:pt x="339" y="595"/>
                  </a:cubicBezTo>
                  <a:lnTo>
                    <a:pt x="5126" y="595"/>
                  </a:lnTo>
                  <a:cubicBezTo>
                    <a:pt x="5301" y="595"/>
                    <a:pt x="5465" y="431"/>
                    <a:pt x="5424" y="257"/>
                  </a:cubicBezTo>
                  <a:cubicBezTo>
                    <a:pt x="5424" y="134"/>
                    <a:pt x="5260" y="0"/>
                    <a:pt x="512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 name="Google Shape;906;p83"/>
          <p:cNvGrpSpPr/>
          <p:nvPr/>
        </p:nvGrpSpPr>
        <p:grpSpPr>
          <a:xfrm>
            <a:off x="4399498" y="1746563"/>
            <a:ext cx="345000" cy="343975"/>
            <a:chOff x="1799738" y="3074500"/>
            <a:chExt cx="345000" cy="343975"/>
          </a:xfrm>
        </p:grpSpPr>
        <p:sp>
          <p:nvSpPr>
            <p:cNvPr id="907" name="Google Shape;907;p83"/>
            <p:cNvSpPr/>
            <p:nvPr/>
          </p:nvSpPr>
          <p:spPr>
            <a:xfrm>
              <a:off x="1799738" y="3272100"/>
              <a:ext cx="345000" cy="146375"/>
            </a:xfrm>
            <a:custGeom>
              <a:avLst/>
              <a:gdLst/>
              <a:ahLst/>
              <a:cxnLst/>
              <a:rect l="l" t="t" r="r" b="b"/>
              <a:pathLst>
                <a:path w="13800" h="5855" extrusionOk="0">
                  <a:moveTo>
                    <a:pt x="5424" y="595"/>
                  </a:moveTo>
                  <a:cubicBezTo>
                    <a:pt x="6070" y="595"/>
                    <a:pt x="6582" y="1149"/>
                    <a:pt x="6582" y="1795"/>
                  </a:cubicBezTo>
                  <a:lnTo>
                    <a:pt x="6582" y="2779"/>
                  </a:lnTo>
                  <a:cubicBezTo>
                    <a:pt x="6193" y="2523"/>
                    <a:pt x="5772" y="2389"/>
                    <a:pt x="5301" y="2389"/>
                  </a:cubicBezTo>
                  <a:lnTo>
                    <a:pt x="1067" y="2389"/>
                  </a:lnTo>
                  <a:lnTo>
                    <a:pt x="1067" y="1795"/>
                  </a:lnTo>
                  <a:cubicBezTo>
                    <a:pt x="1067" y="1497"/>
                    <a:pt x="1282" y="1241"/>
                    <a:pt x="1579" y="1241"/>
                  </a:cubicBezTo>
                  <a:cubicBezTo>
                    <a:pt x="2656" y="1241"/>
                    <a:pt x="3763" y="1067"/>
                    <a:pt x="4788" y="729"/>
                  </a:cubicBezTo>
                  <a:lnTo>
                    <a:pt x="4870" y="729"/>
                  </a:lnTo>
                  <a:cubicBezTo>
                    <a:pt x="5085" y="636"/>
                    <a:pt x="5219" y="595"/>
                    <a:pt x="5424" y="595"/>
                  </a:cubicBezTo>
                  <a:close/>
                  <a:moveTo>
                    <a:pt x="8417" y="595"/>
                  </a:moveTo>
                  <a:cubicBezTo>
                    <a:pt x="8591" y="595"/>
                    <a:pt x="8714" y="636"/>
                    <a:pt x="8930" y="729"/>
                  </a:cubicBezTo>
                  <a:lnTo>
                    <a:pt x="9012" y="729"/>
                  </a:lnTo>
                  <a:cubicBezTo>
                    <a:pt x="10037" y="1067"/>
                    <a:pt x="11113" y="1241"/>
                    <a:pt x="12220" y="1241"/>
                  </a:cubicBezTo>
                  <a:cubicBezTo>
                    <a:pt x="12518" y="1241"/>
                    <a:pt x="12733" y="1497"/>
                    <a:pt x="12733" y="1579"/>
                  </a:cubicBezTo>
                  <a:lnTo>
                    <a:pt x="12733" y="2389"/>
                  </a:lnTo>
                  <a:lnTo>
                    <a:pt x="8458" y="2389"/>
                  </a:lnTo>
                  <a:cubicBezTo>
                    <a:pt x="8038" y="2389"/>
                    <a:pt x="7566" y="2523"/>
                    <a:pt x="7177" y="2779"/>
                  </a:cubicBezTo>
                  <a:lnTo>
                    <a:pt x="7177" y="1795"/>
                  </a:lnTo>
                  <a:cubicBezTo>
                    <a:pt x="7177" y="1149"/>
                    <a:pt x="7730" y="595"/>
                    <a:pt x="8417" y="595"/>
                  </a:cubicBezTo>
                  <a:close/>
                  <a:moveTo>
                    <a:pt x="13205" y="2984"/>
                  </a:moveTo>
                  <a:lnTo>
                    <a:pt x="13205" y="4142"/>
                  </a:lnTo>
                  <a:lnTo>
                    <a:pt x="8243" y="4142"/>
                  </a:lnTo>
                  <a:cubicBezTo>
                    <a:pt x="7946" y="4142"/>
                    <a:pt x="7689" y="4358"/>
                    <a:pt x="7648" y="4655"/>
                  </a:cubicBezTo>
                  <a:cubicBezTo>
                    <a:pt x="7566" y="4993"/>
                    <a:pt x="7269" y="5290"/>
                    <a:pt x="6879" y="5290"/>
                  </a:cubicBezTo>
                  <a:cubicBezTo>
                    <a:pt x="6541" y="5290"/>
                    <a:pt x="6193" y="4993"/>
                    <a:pt x="6152" y="4655"/>
                  </a:cubicBezTo>
                  <a:cubicBezTo>
                    <a:pt x="6070" y="4358"/>
                    <a:pt x="5813" y="4142"/>
                    <a:pt x="5516" y="4142"/>
                  </a:cubicBezTo>
                  <a:lnTo>
                    <a:pt x="605" y="4142"/>
                  </a:lnTo>
                  <a:lnTo>
                    <a:pt x="605" y="2984"/>
                  </a:lnTo>
                  <a:lnTo>
                    <a:pt x="5301" y="2984"/>
                  </a:lnTo>
                  <a:cubicBezTo>
                    <a:pt x="5813" y="2984"/>
                    <a:pt x="6326" y="3199"/>
                    <a:pt x="6664" y="3548"/>
                  </a:cubicBezTo>
                  <a:cubicBezTo>
                    <a:pt x="6731" y="3609"/>
                    <a:pt x="6818" y="3640"/>
                    <a:pt x="6899" y="3640"/>
                  </a:cubicBezTo>
                  <a:cubicBezTo>
                    <a:pt x="6979" y="3640"/>
                    <a:pt x="7054" y="3609"/>
                    <a:pt x="7095" y="3548"/>
                  </a:cubicBezTo>
                  <a:cubicBezTo>
                    <a:pt x="7474" y="3199"/>
                    <a:pt x="7987" y="2984"/>
                    <a:pt x="8499" y="2984"/>
                  </a:cubicBezTo>
                  <a:close/>
                  <a:moveTo>
                    <a:pt x="5383" y="1"/>
                  </a:moveTo>
                  <a:cubicBezTo>
                    <a:pt x="5085" y="1"/>
                    <a:pt x="4870" y="83"/>
                    <a:pt x="4655" y="124"/>
                  </a:cubicBezTo>
                  <a:cubicBezTo>
                    <a:pt x="4614" y="165"/>
                    <a:pt x="4614" y="165"/>
                    <a:pt x="4573" y="165"/>
                  </a:cubicBezTo>
                  <a:cubicBezTo>
                    <a:pt x="3589" y="513"/>
                    <a:pt x="2605" y="636"/>
                    <a:pt x="1579" y="636"/>
                  </a:cubicBezTo>
                  <a:cubicBezTo>
                    <a:pt x="985" y="636"/>
                    <a:pt x="472" y="1149"/>
                    <a:pt x="472" y="1795"/>
                  </a:cubicBezTo>
                  <a:lnTo>
                    <a:pt x="472" y="2389"/>
                  </a:lnTo>
                  <a:lnTo>
                    <a:pt x="298" y="2389"/>
                  </a:lnTo>
                  <a:cubicBezTo>
                    <a:pt x="134" y="2389"/>
                    <a:pt x="1" y="2564"/>
                    <a:pt x="1" y="2687"/>
                  </a:cubicBezTo>
                  <a:lnTo>
                    <a:pt x="1" y="4440"/>
                  </a:lnTo>
                  <a:cubicBezTo>
                    <a:pt x="1" y="4614"/>
                    <a:pt x="134" y="4737"/>
                    <a:pt x="298" y="4737"/>
                  </a:cubicBezTo>
                  <a:lnTo>
                    <a:pt x="5516" y="4737"/>
                  </a:lnTo>
                  <a:cubicBezTo>
                    <a:pt x="5557" y="4737"/>
                    <a:pt x="5557" y="4737"/>
                    <a:pt x="5557" y="4778"/>
                  </a:cubicBezTo>
                  <a:cubicBezTo>
                    <a:pt x="5680" y="5424"/>
                    <a:pt x="6244" y="5854"/>
                    <a:pt x="6879" y="5854"/>
                  </a:cubicBezTo>
                  <a:cubicBezTo>
                    <a:pt x="7566" y="5854"/>
                    <a:pt x="8120" y="5424"/>
                    <a:pt x="8243" y="4778"/>
                  </a:cubicBezTo>
                  <a:lnTo>
                    <a:pt x="8243" y="4737"/>
                  </a:lnTo>
                  <a:lnTo>
                    <a:pt x="13502" y="4737"/>
                  </a:lnTo>
                  <a:cubicBezTo>
                    <a:pt x="13625" y="4737"/>
                    <a:pt x="13799" y="4614"/>
                    <a:pt x="13799" y="4440"/>
                  </a:cubicBezTo>
                  <a:lnTo>
                    <a:pt x="13799" y="2687"/>
                  </a:lnTo>
                  <a:cubicBezTo>
                    <a:pt x="13799" y="2564"/>
                    <a:pt x="13625" y="2389"/>
                    <a:pt x="13502" y="2389"/>
                  </a:cubicBezTo>
                  <a:lnTo>
                    <a:pt x="13287" y="2389"/>
                  </a:lnTo>
                  <a:lnTo>
                    <a:pt x="13287" y="1579"/>
                  </a:lnTo>
                  <a:cubicBezTo>
                    <a:pt x="13287" y="1364"/>
                    <a:pt x="13205" y="1190"/>
                    <a:pt x="13030" y="1026"/>
                  </a:cubicBezTo>
                  <a:cubicBezTo>
                    <a:pt x="12815" y="811"/>
                    <a:pt x="12477" y="636"/>
                    <a:pt x="12179" y="636"/>
                  </a:cubicBezTo>
                  <a:cubicBezTo>
                    <a:pt x="11154" y="636"/>
                    <a:pt x="10170" y="513"/>
                    <a:pt x="9186" y="165"/>
                  </a:cubicBezTo>
                  <a:cubicBezTo>
                    <a:pt x="9145" y="165"/>
                    <a:pt x="9145" y="165"/>
                    <a:pt x="9104" y="124"/>
                  </a:cubicBezTo>
                  <a:cubicBezTo>
                    <a:pt x="8889" y="83"/>
                    <a:pt x="8673" y="1"/>
                    <a:pt x="8376" y="1"/>
                  </a:cubicBezTo>
                  <a:cubicBezTo>
                    <a:pt x="7782" y="1"/>
                    <a:pt x="7218" y="339"/>
                    <a:pt x="6879" y="811"/>
                  </a:cubicBezTo>
                  <a:cubicBezTo>
                    <a:pt x="6582" y="339"/>
                    <a:pt x="6028" y="1"/>
                    <a:pt x="538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83"/>
            <p:cNvSpPr/>
            <p:nvPr/>
          </p:nvSpPr>
          <p:spPr>
            <a:xfrm>
              <a:off x="2062438" y="3124750"/>
              <a:ext cx="37450" cy="14875"/>
            </a:xfrm>
            <a:custGeom>
              <a:avLst/>
              <a:gdLst/>
              <a:ahLst/>
              <a:cxnLst/>
              <a:rect l="l" t="t" r="r" b="b"/>
              <a:pathLst>
                <a:path w="1498" h="595" extrusionOk="0">
                  <a:moveTo>
                    <a:pt x="349" y="0"/>
                  </a:moveTo>
                  <a:cubicBezTo>
                    <a:pt x="134" y="0"/>
                    <a:pt x="0" y="164"/>
                    <a:pt x="41" y="338"/>
                  </a:cubicBezTo>
                  <a:cubicBezTo>
                    <a:pt x="41" y="472"/>
                    <a:pt x="175" y="595"/>
                    <a:pt x="349" y="595"/>
                  </a:cubicBezTo>
                  <a:lnTo>
                    <a:pt x="1200" y="595"/>
                  </a:lnTo>
                  <a:cubicBezTo>
                    <a:pt x="1374" y="595"/>
                    <a:pt x="1497" y="420"/>
                    <a:pt x="1497" y="256"/>
                  </a:cubicBezTo>
                  <a:cubicBezTo>
                    <a:pt x="1497" y="12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83"/>
            <p:cNvSpPr/>
            <p:nvPr/>
          </p:nvSpPr>
          <p:spPr>
            <a:xfrm>
              <a:off x="2050638" y="3074725"/>
              <a:ext cx="39750" cy="26450"/>
            </a:xfrm>
            <a:custGeom>
              <a:avLst/>
              <a:gdLst/>
              <a:ahLst/>
              <a:cxnLst/>
              <a:rect l="l" t="t" r="r" b="b"/>
              <a:pathLst>
                <a:path w="1590" h="1058" extrusionOk="0">
                  <a:moveTo>
                    <a:pt x="1229" y="0"/>
                  </a:moveTo>
                  <a:cubicBezTo>
                    <a:pt x="1190" y="0"/>
                    <a:pt x="1152" y="10"/>
                    <a:pt x="1118" y="33"/>
                  </a:cubicBezTo>
                  <a:lnTo>
                    <a:pt x="216" y="504"/>
                  </a:lnTo>
                  <a:cubicBezTo>
                    <a:pt x="93" y="586"/>
                    <a:pt x="1" y="761"/>
                    <a:pt x="93" y="884"/>
                  </a:cubicBezTo>
                  <a:cubicBezTo>
                    <a:pt x="134" y="1017"/>
                    <a:pt x="257" y="1058"/>
                    <a:pt x="349" y="1058"/>
                  </a:cubicBezTo>
                  <a:cubicBezTo>
                    <a:pt x="390" y="1058"/>
                    <a:pt x="431" y="1058"/>
                    <a:pt x="513" y="1017"/>
                  </a:cubicBezTo>
                  <a:lnTo>
                    <a:pt x="1375" y="545"/>
                  </a:lnTo>
                  <a:cubicBezTo>
                    <a:pt x="1498" y="504"/>
                    <a:pt x="1590" y="289"/>
                    <a:pt x="1498" y="166"/>
                  </a:cubicBezTo>
                  <a:cubicBezTo>
                    <a:pt x="1438" y="70"/>
                    <a:pt x="1331" y="0"/>
                    <a:pt x="122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83"/>
            <p:cNvSpPr/>
            <p:nvPr/>
          </p:nvSpPr>
          <p:spPr>
            <a:xfrm>
              <a:off x="2050638" y="3163175"/>
              <a:ext cx="39750" cy="25650"/>
            </a:xfrm>
            <a:custGeom>
              <a:avLst/>
              <a:gdLst/>
              <a:ahLst/>
              <a:cxnLst/>
              <a:rect l="l" t="t" r="r" b="b"/>
              <a:pathLst>
                <a:path w="1590" h="1026" extrusionOk="0">
                  <a:moveTo>
                    <a:pt x="338" y="1"/>
                  </a:moveTo>
                  <a:cubicBezTo>
                    <a:pt x="243" y="1"/>
                    <a:pt x="148" y="55"/>
                    <a:pt x="93" y="165"/>
                  </a:cubicBezTo>
                  <a:cubicBezTo>
                    <a:pt x="1" y="298"/>
                    <a:pt x="93" y="472"/>
                    <a:pt x="216" y="554"/>
                  </a:cubicBezTo>
                  <a:lnTo>
                    <a:pt x="1118" y="985"/>
                  </a:lnTo>
                  <a:cubicBezTo>
                    <a:pt x="1159" y="1026"/>
                    <a:pt x="1200" y="1026"/>
                    <a:pt x="1241" y="1026"/>
                  </a:cubicBezTo>
                  <a:cubicBezTo>
                    <a:pt x="1334" y="1026"/>
                    <a:pt x="1457" y="985"/>
                    <a:pt x="1498" y="852"/>
                  </a:cubicBezTo>
                  <a:cubicBezTo>
                    <a:pt x="1590" y="729"/>
                    <a:pt x="1498" y="554"/>
                    <a:pt x="1375" y="472"/>
                  </a:cubicBezTo>
                  <a:lnTo>
                    <a:pt x="472" y="42"/>
                  </a:lnTo>
                  <a:cubicBezTo>
                    <a:pt x="431" y="14"/>
                    <a:pt x="385" y="1"/>
                    <a:pt x="338"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83"/>
            <p:cNvSpPr/>
            <p:nvPr/>
          </p:nvSpPr>
          <p:spPr>
            <a:xfrm>
              <a:off x="1843563" y="3124750"/>
              <a:ext cx="37450" cy="14875"/>
            </a:xfrm>
            <a:custGeom>
              <a:avLst/>
              <a:gdLst/>
              <a:ahLst/>
              <a:cxnLst/>
              <a:rect l="l" t="t" r="r" b="b"/>
              <a:pathLst>
                <a:path w="1498" h="595" extrusionOk="0">
                  <a:moveTo>
                    <a:pt x="339" y="0"/>
                  </a:moveTo>
                  <a:cubicBezTo>
                    <a:pt x="134" y="0"/>
                    <a:pt x="1" y="164"/>
                    <a:pt x="42" y="338"/>
                  </a:cubicBezTo>
                  <a:cubicBezTo>
                    <a:pt x="42" y="472"/>
                    <a:pt x="175" y="595"/>
                    <a:pt x="339" y="595"/>
                  </a:cubicBezTo>
                  <a:lnTo>
                    <a:pt x="1200" y="595"/>
                  </a:lnTo>
                  <a:cubicBezTo>
                    <a:pt x="1364" y="595"/>
                    <a:pt x="1497" y="420"/>
                    <a:pt x="1497" y="256"/>
                  </a:cubicBezTo>
                  <a:cubicBezTo>
                    <a:pt x="1497" y="123"/>
                    <a:pt x="136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83"/>
            <p:cNvSpPr/>
            <p:nvPr/>
          </p:nvSpPr>
          <p:spPr>
            <a:xfrm>
              <a:off x="1854338" y="3074725"/>
              <a:ext cx="38450" cy="26450"/>
            </a:xfrm>
            <a:custGeom>
              <a:avLst/>
              <a:gdLst/>
              <a:ahLst/>
              <a:cxnLst/>
              <a:rect l="l" t="t" r="r" b="b"/>
              <a:pathLst>
                <a:path w="1538" h="1058" extrusionOk="0">
                  <a:moveTo>
                    <a:pt x="355" y="0"/>
                  </a:moveTo>
                  <a:cubicBezTo>
                    <a:pt x="249" y="0"/>
                    <a:pt x="142" y="70"/>
                    <a:pt x="82" y="166"/>
                  </a:cubicBezTo>
                  <a:cubicBezTo>
                    <a:pt x="0" y="289"/>
                    <a:pt x="41" y="504"/>
                    <a:pt x="215" y="545"/>
                  </a:cubicBezTo>
                  <a:lnTo>
                    <a:pt x="1066" y="1017"/>
                  </a:lnTo>
                  <a:cubicBezTo>
                    <a:pt x="1107" y="1058"/>
                    <a:pt x="1148" y="1058"/>
                    <a:pt x="1189" y="1058"/>
                  </a:cubicBezTo>
                  <a:cubicBezTo>
                    <a:pt x="1323" y="1058"/>
                    <a:pt x="1405" y="1017"/>
                    <a:pt x="1497" y="884"/>
                  </a:cubicBezTo>
                  <a:cubicBezTo>
                    <a:pt x="1538" y="761"/>
                    <a:pt x="1497" y="586"/>
                    <a:pt x="1364" y="504"/>
                  </a:cubicBezTo>
                  <a:lnTo>
                    <a:pt x="472" y="33"/>
                  </a:lnTo>
                  <a:cubicBezTo>
                    <a:pt x="435" y="10"/>
                    <a:pt x="395" y="0"/>
                    <a:pt x="35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83"/>
            <p:cNvSpPr/>
            <p:nvPr/>
          </p:nvSpPr>
          <p:spPr>
            <a:xfrm>
              <a:off x="1854338" y="3163175"/>
              <a:ext cx="38450" cy="25650"/>
            </a:xfrm>
            <a:custGeom>
              <a:avLst/>
              <a:gdLst/>
              <a:ahLst/>
              <a:cxnLst/>
              <a:rect l="l" t="t" r="r" b="b"/>
              <a:pathLst>
                <a:path w="1538" h="1026" extrusionOk="0">
                  <a:moveTo>
                    <a:pt x="1235" y="1"/>
                  </a:moveTo>
                  <a:cubicBezTo>
                    <a:pt x="1181" y="1"/>
                    <a:pt x="1124" y="14"/>
                    <a:pt x="1066" y="42"/>
                  </a:cubicBezTo>
                  <a:lnTo>
                    <a:pt x="215" y="472"/>
                  </a:lnTo>
                  <a:cubicBezTo>
                    <a:pt x="41" y="554"/>
                    <a:pt x="0" y="729"/>
                    <a:pt x="82" y="852"/>
                  </a:cubicBezTo>
                  <a:cubicBezTo>
                    <a:pt x="123" y="985"/>
                    <a:pt x="215" y="1026"/>
                    <a:pt x="338" y="1026"/>
                  </a:cubicBezTo>
                  <a:cubicBezTo>
                    <a:pt x="379" y="1026"/>
                    <a:pt x="421" y="1026"/>
                    <a:pt x="472" y="985"/>
                  </a:cubicBezTo>
                  <a:lnTo>
                    <a:pt x="1364" y="554"/>
                  </a:lnTo>
                  <a:cubicBezTo>
                    <a:pt x="1497" y="472"/>
                    <a:pt x="1538" y="298"/>
                    <a:pt x="1497" y="165"/>
                  </a:cubicBezTo>
                  <a:cubicBezTo>
                    <a:pt x="1435" y="55"/>
                    <a:pt x="1342" y="1"/>
                    <a:pt x="12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83"/>
            <p:cNvSpPr/>
            <p:nvPr/>
          </p:nvSpPr>
          <p:spPr>
            <a:xfrm>
              <a:off x="1916088" y="3074500"/>
              <a:ext cx="113300" cy="174100"/>
            </a:xfrm>
            <a:custGeom>
              <a:avLst/>
              <a:gdLst/>
              <a:ahLst/>
              <a:cxnLst/>
              <a:rect l="l" t="t" r="r" b="b"/>
              <a:pathLst>
                <a:path w="4532" h="6964" extrusionOk="0">
                  <a:moveTo>
                    <a:pt x="2225" y="595"/>
                  </a:moveTo>
                  <a:cubicBezTo>
                    <a:pt x="3169" y="595"/>
                    <a:pt x="3937" y="1364"/>
                    <a:pt x="3937" y="2307"/>
                  </a:cubicBezTo>
                  <a:cubicBezTo>
                    <a:pt x="3937" y="2687"/>
                    <a:pt x="3804" y="3035"/>
                    <a:pt x="3548" y="3333"/>
                  </a:cubicBezTo>
                  <a:cubicBezTo>
                    <a:pt x="3210" y="3763"/>
                    <a:pt x="2994" y="4276"/>
                    <a:pt x="2871" y="4870"/>
                  </a:cubicBezTo>
                  <a:lnTo>
                    <a:pt x="1631" y="4870"/>
                  </a:lnTo>
                  <a:cubicBezTo>
                    <a:pt x="1498" y="4317"/>
                    <a:pt x="1282" y="3804"/>
                    <a:pt x="903" y="3333"/>
                  </a:cubicBezTo>
                  <a:cubicBezTo>
                    <a:pt x="688" y="3035"/>
                    <a:pt x="565" y="2687"/>
                    <a:pt x="565" y="2307"/>
                  </a:cubicBezTo>
                  <a:cubicBezTo>
                    <a:pt x="565" y="1364"/>
                    <a:pt x="1333" y="595"/>
                    <a:pt x="2225" y="595"/>
                  </a:cubicBezTo>
                  <a:close/>
                  <a:moveTo>
                    <a:pt x="2820" y="5424"/>
                  </a:moveTo>
                  <a:lnTo>
                    <a:pt x="2820" y="5813"/>
                  </a:lnTo>
                  <a:cubicBezTo>
                    <a:pt x="2820" y="6111"/>
                    <a:pt x="2564" y="6367"/>
                    <a:pt x="2266" y="6367"/>
                  </a:cubicBezTo>
                  <a:cubicBezTo>
                    <a:pt x="1928" y="6367"/>
                    <a:pt x="1672" y="6111"/>
                    <a:pt x="1672" y="5813"/>
                  </a:cubicBezTo>
                  <a:lnTo>
                    <a:pt x="1672" y="5424"/>
                  </a:lnTo>
                  <a:close/>
                  <a:moveTo>
                    <a:pt x="2225" y="1"/>
                  </a:moveTo>
                  <a:cubicBezTo>
                    <a:pt x="1631" y="1"/>
                    <a:pt x="1077" y="257"/>
                    <a:pt x="647" y="688"/>
                  </a:cubicBezTo>
                  <a:cubicBezTo>
                    <a:pt x="216" y="1108"/>
                    <a:pt x="1" y="1713"/>
                    <a:pt x="1" y="2307"/>
                  </a:cubicBezTo>
                  <a:cubicBezTo>
                    <a:pt x="1" y="2820"/>
                    <a:pt x="134" y="3292"/>
                    <a:pt x="472" y="3671"/>
                  </a:cubicBezTo>
                  <a:cubicBezTo>
                    <a:pt x="770" y="4101"/>
                    <a:pt x="985" y="4614"/>
                    <a:pt x="1077" y="5086"/>
                  </a:cubicBezTo>
                  <a:lnTo>
                    <a:pt x="1077" y="5168"/>
                  </a:lnTo>
                  <a:lnTo>
                    <a:pt x="1077" y="5762"/>
                  </a:lnTo>
                  <a:cubicBezTo>
                    <a:pt x="1077" y="6425"/>
                    <a:pt x="1593" y="6964"/>
                    <a:pt x="2237" y="6964"/>
                  </a:cubicBezTo>
                  <a:cubicBezTo>
                    <a:pt x="2260" y="6964"/>
                    <a:pt x="2284" y="6963"/>
                    <a:pt x="2307" y="6962"/>
                  </a:cubicBezTo>
                  <a:cubicBezTo>
                    <a:pt x="2953" y="6921"/>
                    <a:pt x="3425" y="6408"/>
                    <a:pt x="3425" y="5813"/>
                  </a:cubicBezTo>
                  <a:lnTo>
                    <a:pt x="3425" y="5168"/>
                  </a:lnTo>
                  <a:lnTo>
                    <a:pt x="3425" y="5127"/>
                  </a:lnTo>
                  <a:cubicBezTo>
                    <a:pt x="3507" y="4614"/>
                    <a:pt x="3722" y="4101"/>
                    <a:pt x="4019" y="3712"/>
                  </a:cubicBezTo>
                  <a:cubicBezTo>
                    <a:pt x="4358" y="3292"/>
                    <a:pt x="4532" y="2820"/>
                    <a:pt x="4532" y="2307"/>
                  </a:cubicBezTo>
                  <a:cubicBezTo>
                    <a:pt x="4532" y="1713"/>
                    <a:pt x="4276" y="1108"/>
                    <a:pt x="3845" y="688"/>
                  </a:cubicBezTo>
                  <a:cubicBezTo>
                    <a:pt x="3425" y="257"/>
                    <a:pt x="2871" y="1"/>
                    <a:pt x="2266"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5" name="Google Shape;915;p83"/>
          <p:cNvGrpSpPr/>
          <p:nvPr/>
        </p:nvGrpSpPr>
        <p:grpSpPr>
          <a:xfrm>
            <a:off x="6872438" y="1746038"/>
            <a:ext cx="345000" cy="345050"/>
            <a:chOff x="6980063" y="2520150"/>
            <a:chExt cx="345000" cy="345050"/>
          </a:xfrm>
        </p:grpSpPr>
        <p:sp>
          <p:nvSpPr>
            <p:cNvPr id="916" name="Google Shape;916;p83"/>
            <p:cNvSpPr/>
            <p:nvPr/>
          </p:nvSpPr>
          <p:spPr>
            <a:xfrm>
              <a:off x="7043113" y="2565000"/>
              <a:ext cx="218900" cy="36625"/>
            </a:xfrm>
            <a:custGeom>
              <a:avLst/>
              <a:gdLst/>
              <a:ahLst/>
              <a:cxnLst/>
              <a:rect l="l" t="t" r="r" b="b"/>
              <a:pathLst>
                <a:path w="8756" h="1465" extrusionOk="0">
                  <a:moveTo>
                    <a:pt x="1" y="1"/>
                  </a:moveTo>
                  <a:lnTo>
                    <a:pt x="1" y="606"/>
                  </a:lnTo>
                  <a:lnTo>
                    <a:pt x="1918" y="606"/>
                  </a:lnTo>
                  <a:lnTo>
                    <a:pt x="1918" y="1159"/>
                  </a:lnTo>
                  <a:cubicBezTo>
                    <a:pt x="1918" y="1334"/>
                    <a:pt x="2000" y="1457"/>
                    <a:pt x="2133" y="1457"/>
                  </a:cubicBezTo>
                  <a:cubicBezTo>
                    <a:pt x="2161" y="1462"/>
                    <a:pt x="2187" y="1464"/>
                    <a:pt x="2212" y="1464"/>
                  </a:cubicBezTo>
                  <a:cubicBezTo>
                    <a:pt x="2378" y="1464"/>
                    <a:pt x="2471" y="1347"/>
                    <a:pt x="2471" y="1159"/>
                  </a:cubicBezTo>
                  <a:lnTo>
                    <a:pt x="2471" y="606"/>
                  </a:lnTo>
                  <a:lnTo>
                    <a:pt x="8756" y="606"/>
                  </a:lnTo>
                  <a:lnTo>
                    <a:pt x="8756"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83"/>
            <p:cNvSpPr/>
            <p:nvPr/>
          </p:nvSpPr>
          <p:spPr>
            <a:xfrm>
              <a:off x="7043113" y="2696325"/>
              <a:ext cx="217875" cy="36575"/>
            </a:xfrm>
            <a:custGeom>
              <a:avLst/>
              <a:gdLst/>
              <a:ahLst/>
              <a:cxnLst/>
              <a:rect l="l" t="t" r="r" b="b"/>
              <a:pathLst>
                <a:path w="8715" h="1463" extrusionOk="0">
                  <a:moveTo>
                    <a:pt x="2194" y="1"/>
                  </a:moveTo>
                  <a:cubicBezTo>
                    <a:pt x="2025" y="1"/>
                    <a:pt x="1918" y="148"/>
                    <a:pt x="1918" y="304"/>
                  </a:cubicBezTo>
                  <a:lnTo>
                    <a:pt x="1918" y="858"/>
                  </a:lnTo>
                  <a:lnTo>
                    <a:pt x="1" y="858"/>
                  </a:lnTo>
                  <a:lnTo>
                    <a:pt x="1" y="1463"/>
                  </a:lnTo>
                  <a:lnTo>
                    <a:pt x="8715" y="1463"/>
                  </a:lnTo>
                  <a:lnTo>
                    <a:pt x="8715" y="858"/>
                  </a:lnTo>
                  <a:lnTo>
                    <a:pt x="2471" y="858"/>
                  </a:lnTo>
                  <a:lnTo>
                    <a:pt x="2471" y="304"/>
                  </a:lnTo>
                  <a:cubicBezTo>
                    <a:pt x="2471" y="181"/>
                    <a:pt x="2389" y="48"/>
                    <a:pt x="2256" y="7"/>
                  </a:cubicBezTo>
                  <a:cubicBezTo>
                    <a:pt x="2235" y="3"/>
                    <a:pt x="2214" y="1"/>
                    <a:pt x="219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83"/>
            <p:cNvSpPr/>
            <p:nvPr/>
          </p:nvSpPr>
          <p:spPr>
            <a:xfrm>
              <a:off x="6980063" y="2520150"/>
              <a:ext cx="345000" cy="345050"/>
            </a:xfrm>
            <a:custGeom>
              <a:avLst/>
              <a:gdLst/>
              <a:ahLst/>
              <a:cxnLst/>
              <a:rect l="l" t="t" r="r" b="b"/>
              <a:pathLst>
                <a:path w="13800" h="13802" extrusionOk="0">
                  <a:moveTo>
                    <a:pt x="6623" y="606"/>
                  </a:moveTo>
                  <a:lnTo>
                    <a:pt x="6623" y="9658"/>
                  </a:lnTo>
                  <a:lnTo>
                    <a:pt x="2820" y="9658"/>
                  </a:lnTo>
                  <a:lnTo>
                    <a:pt x="2820" y="606"/>
                  </a:lnTo>
                  <a:close/>
                  <a:moveTo>
                    <a:pt x="10980" y="606"/>
                  </a:moveTo>
                  <a:lnTo>
                    <a:pt x="10980" y="9658"/>
                  </a:lnTo>
                  <a:lnTo>
                    <a:pt x="7177" y="9658"/>
                  </a:lnTo>
                  <a:lnTo>
                    <a:pt x="7177" y="606"/>
                  </a:lnTo>
                  <a:close/>
                  <a:moveTo>
                    <a:pt x="13195" y="10252"/>
                  </a:moveTo>
                  <a:lnTo>
                    <a:pt x="13195" y="11411"/>
                  </a:lnTo>
                  <a:lnTo>
                    <a:pt x="596" y="11411"/>
                  </a:lnTo>
                  <a:lnTo>
                    <a:pt x="596" y="10252"/>
                  </a:lnTo>
                  <a:close/>
                  <a:moveTo>
                    <a:pt x="3117" y="12005"/>
                  </a:moveTo>
                  <a:lnTo>
                    <a:pt x="3117" y="12610"/>
                  </a:lnTo>
                  <a:cubicBezTo>
                    <a:pt x="3117" y="12927"/>
                    <a:pt x="2856" y="13209"/>
                    <a:pt x="2536" y="13209"/>
                  </a:cubicBezTo>
                  <a:cubicBezTo>
                    <a:pt x="2515" y="13209"/>
                    <a:pt x="2493" y="13207"/>
                    <a:pt x="2472" y="13205"/>
                  </a:cubicBezTo>
                  <a:cubicBezTo>
                    <a:pt x="2174" y="13164"/>
                    <a:pt x="1959" y="12907"/>
                    <a:pt x="1959" y="12610"/>
                  </a:cubicBezTo>
                  <a:lnTo>
                    <a:pt x="1959" y="12005"/>
                  </a:lnTo>
                  <a:close/>
                  <a:moveTo>
                    <a:pt x="11831" y="12005"/>
                  </a:moveTo>
                  <a:lnTo>
                    <a:pt x="11831" y="12610"/>
                  </a:lnTo>
                  <a:cubicBezTo>
                    <a:pt x="11831" y="12927"/>
                    <a:pt x="11606" y="13209"/>
                    <a:pt x="11299" y="13209"/>
                  </a:cubicBezTo>
                  <a:cubicBezTo>
                    <a:pt x="11278" y="13209"/>
                    <a:pt x="11258" y="13207"/>
                    <a:pt x="11237" y="13205"/>
                  </a:cubicBezTo>
                  <a:cubicBezTo>
                    <a:pt x="10888" y="13164"/>
                    <a:pt x="10673" y="12907"/>
                    <a:pt x="10673" y="12610"/>
                  </a:cubicBezTo>
                  <a:lnTo>
                    <a:pt x="10673" y="12005"/>
                  </a:lnTo>
                  <a:close/>
                  <a:moveTo>
                    <a:pt x="2523" y="1"/>
                  </a:moveTo>
                  <a:cubicBezTo>
                    <a:pt x="2390" y="1"/>
                    <a:pt x="2267" y="134"/>
                    <a:pt x="2267" y="308"/>
                  </a:cubicBezTo>
                  <a:lnTo>
                    <a:pt x="2267" y="9658"/>
                  </a:lnTo>
                  <a:lnTo>
                    <a:pt x="298" y="9658"/>
                  </a:lnTo>
                  <a:cubicBezTo>
                    <a:pt x="124" y="9658"/>
                    <a:pt x="1" y="9832"/>
                    <a:pt x="1" y="9955"/>
                  </a:cubicBezTo>
                  <a:lnTo>
                    <a:pt x="1" y="11708"/>
                  </a:lnTo>
                  <a:cubicBezTo>
                    <a:pt x="1" y="11882"/>
                    <a:pt x="124" y="12005"/>
                    <a:pt x="298" y="12005"/>
                  </a:cubicBezTo>
                  <a:lnTo>
                    <a:pt x="1364" y="12005"/>
                  </a:lnTo>
                  <a:lnTo>
                    <a:pt x="1364" y="12610"/>
                  </a:lnTo>
                  <a:cubicBezTo>
                    <a:pt x="1364" y="13263"/>
                    <a:pt x="1880" y="13802"/>
                    <a:pt x="2533" y="13802"/>
                  </a:cubicBezTo>
                  <a:cubicBezTo>
                    <a:pt x="2557" y="13802"/>
                    <a:pt x="2581" y="13801"/>
                    <a:pt x="2605" y="13799"/>
                  </a:cubicBezTo>
                  <a:cubicBezTo>
                    <a:pt x="3199" y="13758"/>
                    <a:pt x="3712" y="13246"/>
                    <a:pt x="3712" y="12610"/>
                  </a:cubicBezTo>
                  <a:lnTo>
                    <a:pt x="3712" y="12005"/>
                  </a:lnTo>
                  <a:lnTo>
                    <a:pt x="10078" y="12005"/>
                  </a:lnTo>
                  <a:lnTo>
                    <a:pt x="10078" y="12610"/>
                  </a:lnTo>
                  <a:cubicBezTo>
                    <a:pt x="10078" y="13263"/>
                    <a:pt x="10594" y="13802"/>
                    <a:pt x="11247" y="13802"/>
                  </a:cubicBezTo>
                  <a:cubicBezTo>
                    <a:pt x="11271" y="13802"/>
                    <a:pt x="11295" y="13801"/>
                    <a:pt x="11319" y="13799"/>
                  </a:cubicBezTo>
                  <a:cubicBezTo>
                    <a:pt x="11954" y="13758"/>
                    <a:pt x="12426" y="13246"/>
                    <a:pt x="12426" y="12610"/>
                  </a:cubicBezTo>
                  <a:lnTo>
                    <a:pt x="12426" y="12005"/>
                  </a:lnTo>
                  <a:lnTo>
                    <a:pt x="13492" y="12005"/>
                  </a:lnTo>
                  <a:cubicBezTo>
                    <a:pt x="13666" y="12005"/>
                    <a:pt x="13799" y="11882"/>
                    <a:pt x="13799" y="11708"/>
                  </a:cubicBezTo>
                  <a:lnTo>
                    <a:pt x="13799" y="9955"/>
                  </a:lnTo>
                  <a:cubicBezTo>
                    <a:pt x="13799" y="9832"/>
                    <a:pt x="13666" y="9658"/>
                    <a:pt x="13492" y="9658"/>
                  </a:cubicBezTo>
                  <a:lnTo>
                    <a:pt x="11575" y="9658"/>
                  </a:lnTo>
                  <a:lnTo>
                    <a:pt x="11575" y="308"/>
                  </a:lnTo>
                  <a:cubicBezTo>
                    <a:pt x="11575" y="134"/>
                    <a:pt x="11442" y="1"/>
                    <a:pt x="11278"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83"/>
            <p:cNvSpPr/>
            <p:nvPr/>
          </p:nvSpPr>
          <p:spPr>
            <a:xfrm>
              <a:off x="7078238" y="2641900"/>
              <a:ext cx="38475" cy="15150"/>
            </a:xfrm>
            <a:custGeom>
              <a:avLst/>
              <a:gdLst/>
              <a:ahLst/>
              <a:cxnLst/>
              <a:rect l="l" t="t" r="r" b="b"/>
              <a:pathLst>
                <a:path w="1539" h="606" extrusionOk="0">
                  <a:moveTo>
                    <a:pt x="339" y="0"/>
                  </a:moveTo>
                  <a:cubicBezTo>
                    <a:pt x="175" y="0"/>
                    <a:pt x="0" y="134"/>
                    <a:pt x="41" y="349"/>
                  </a:cubicBezTo>
                  <a:cubicBezTo>
                    <a:pt x="82" y="472"/>
                    <a:pt x="216" y="605"/>
                    <a:pt x="339" y="605"/>
                  </a:cubicBezTo>
                  <a:lnTo>
                    <a:pt x="1200" y="605"/>
                  </a:lnTo>
                  <a:cubicBezTo>
                    <a:pt x="1415" y="605"/>
                    <a:pt x="1538" y="431"/>
                    <a:pt x="1497" y="216"/>
                  </a:cubicBezTo>
                  <a:cubicBezTo>
                    <a:pt x="1497" y="93"/>
                    <a:pt x="136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83"/>
            <p:cNvSpPr/>
            <p:nvPr/>
          </p:nvSpPr>
          <p:spPr>
            <a:xfrm>
              <a:off x="7188188" y="2663425"/>
              <a:ext cx="37425" cy="14900"/>
            </a:xfrm>
            <a:custGeom>
              <a:avLst/>
              <a:gdLst/>
              <a:ahLst/>
              <a:cxnLst/>
              <a:rect l="l" t="t" r="r" b="b"/>
              <a:pathLst>
                <a:path w="1497" h="596" extrusionOk="0">
                  <a:moveTo>
                    <a:pt x="297" y="0"/>
                  </a:moveTo>
                  <a:cubicBezTo>
                    <a:pt x="133" y="0"/>
                    <a:pt x="0" y="165"/>
                    <a:pt x="41" y="380"/>
                  </a:cubicBezTo>
                  <a:cubicBezTo>
                    <a:pt x="41" y="513"/>
                    <a:pt x="174" y="595"/>
                    <a:pt x="349" y="595"/>
                  </a:cubicBezTo>
                  <a:lnTo>
                    <a:pt x="1200" y="595"/>
                  </a:lnTo>
                  <a:cubicBezTo>
                    <a:pt x="1374" y="595"/>
                    <a:pt x="1497" y="472"/>
                    <a:pt x="1497" y="257"/>
                  </a:cubicBezTo>
                  <a:cubicBezTo>
                    <a:pt x="1456" y="12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83"/>
            <p:cNvSpPr/>
            <p:nvPr/>
          </p:nvSpPr>
          <p:spPr>
            <a:xfrm>
              <a:off x="7188188" y="2620625"/>
              <a:ext cx="37425" cy="13875"/>
            </a:xfrm>
            <a:custGeom>
              <a:avLst/>
              <a:gdLst/>
              <a:ahLst/>
              <a:cxnLst/>
              <a:rect l="l" t="t" r="r" b="b"/>
              <a:pathLst>
                <a:path w="1497" h="555" extrusionOk="0">
                  <a:moveTo>
                    <a:pt x="297" y="0"/>
                  </a:moveTo>
                  <a:cubicBezTo>
                    <a:pt x="133" y="0"/>
                    <a:pt x="0" y="134"/>
                    <a:pt x="41" y="339"/>
                  </a:cubicBezTo>
                  <a:cubicBezTo>
                    <a:pt x="41" y="472"/>
                    <a:pt x="174" y="554"/>
                    <a:pt x="349" y="554"/>
                  </a:cubicBezTo>
                  <a:lnTo>
                    <a:pt x="1200" y="554"/>
                  </a:lnTo>
                  <a:cubicBezTo>
                    <a:pt x="1374" y="554"/>
                    <a:pt x="1497" y="431"/>
                    <a:pt x="1497" y="216"/>
                  </a:cubicBezTo>
                  <a:cubicBezTo>
                    <a:pt x="1456" y="8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22" name="Google Shape;922;p83"/>
          <p:cNvCxnSpPr/>
          <p:nvPr/>
        </p:nvCxnSpPr>
        <p:spPr>
          <a:xfrm>
            <a:off x="7044950" y="3509025"/>
            <a:ext cx="0" cy="1694400"/>
          </a:xfrm>
          <a:prstGeom prst="straightConnector1">
            <a:avLst/>
          </a:prstGeom>
          <a:noFill/>
          <a:ln w="19050" cap="flat" cmpd="sng">
            <a:solidFill>
              <a:schemeClr val="dk1"/>
            </a:solidFill>
            <a:prstDash val="solid"/>
            <a:round/>
            <a:headEnd type="none" w="med" len="med"/>
            <a:tailEnd type="none" w="med" len="med"/>
          </a:ln>
        </p:spPr>
      </p:cxnSp>
      <p:cxnSp>
        <p:nvCxnSpPr>
          <p:cNvPr id="923" name="Google Shape;923;p83"/>
          <p:cNvCxnSpPr>
            <a:stCxn id="893" idx="2"/>
          </p:cNvCxnSpPr>
          <p:nvPr/>
        </p:nvCxnSpPr>
        <p:spPr>
          <a:xfrm>
            <a:off x="4571998" y="3509025"/>
            <a:ext cx="0" cy="1694400"/>
          </a:xfrm>
          <a:prstGeom prst="straightConnector1">
            <a:avLst/>
          </a:prstGeom>
          <a:noFill/>
          <a:ln w="19050" cap="flat" cmpd="sng">
            <a:solidFill>
              <a:schemeClr val="dk1"/>
            </a:solidFill>
            <a:prstDash val="solid"/>
            <a:round/>
            <a:headEnd type="none" w="med" len="med"/>
            <a:tailEnd type="none" w="med" len="med"/>
          </a:ln>
        </p:spPr>
      </p:cxnSp>
      <p:cxnSp>
        <p:nvCxnSpPr>
          <p:cNvPr id="924" name="Google Shape;924;p83"/>
          <p:cNvCxnSpPr/>
          <p:nvPr/>
        </p:nvCxnSpPr>
        <p:spPr>
          <a:xfrm>
            <a:off x="2099051" y="3549052"/>
            <a:ext cx="0" cy="16944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8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Reviewing concepts is a good idea</a:t>
            </a:r>
            <a:endParaRPr/>
          </a:p>
        </p:txBody>
      </p:sp>
      <p:sp>
        <p:nvSpPr>
          <p:cNvPr id="930" name="Google Shape;930;p84"/>
          <p:cNvSpPr txBox="1">
            <a:spLocks noGrp="1"/>
          </p:cNvSpPr>
          <p:nvPr>
            <p:ph type="subTitle" idx="1"/>
          </p:nvPr>
        </p:nvSpPr>
        <p:spPr>
          <a:xfrm>
            <a:off x="874134" y="2145979"/>
            <a:ext cx="21996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931" name="Google Shape;931;p84"/>
          <p:cNvSpPr txBox="1">
            <a:spLocks noGrp="1"/>
          </p:cNvSpPr>
          <p:nvPr>
            <p:ph type="subTitle" idx="2"/>
          </p:nvPr>
        </p:nvSpPr>
        <p:spPr>
          <a:xfrm>
            <a:off x="3319800" y="2145979"/>
            <a:ext cx="21996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extremely</a:t>
            </a:r>
            <a:endParaRPr/>
          </a:p>
          <a:p>
            <a:pPr marL="0" lvl="0" indent="0" algn="ctr" rtl="0">
              <a:spcBef>
                <a:spcPts val="0"/>
              </a:spcBef>
              <a:spcAft>
                <a:spcPts val="0"/>
              </a:spcAft>
              <a:buNone/>
            </a:pPr>
            <a:r>
              <a:rPr lang="en"/>
              <a:t>high temperatures</a:t>
            </a:r>
            <a:endParaRPr/>
          </a:p>
        </p:txBody>
      </p:sp>
      <p:sp>
        <p:nvSpPr>
          <p:cNvPr id="932" name="Google Shape;932;p84"/>
          <p:cNvSpPr txBox="1">
            <a:spLocks noGrp="1"/>
          </p:cNvSpPr>
          <p:nvPr>
            <p:ph type="subTitle" idx="13"/>
          </p:nvPr>
        </p:nvSpPr>
        <p:spPr>
          <a:xfrm>
            <a:off x="872334" y="3258926"/>
            <a:ext cx="2203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933" name="Google Shape;933;p84"/>
          <p:cNvSpPr txBox="1">
            <a:spLocks noGrp="1"/>
          </p:cNvSpPr>
          <p:nvPr>
            <p:ph type="subTitle" idx="8"/>
          </p:nvPr>
        </p:nvSpPr>
        <p:spPr>
          <a:xfrm>
            <a:off x="3318000" y="1769325"/>
            <a:ext cx="2203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934" name="Google Shape;934;p84"/>
          <p:cNvSpPr txBox="1">
            <a:spLocks noGrp="1"/>
          </p:cNvSpPr>
          <p:nvPr>
            <p:ph type="subTitle" idx="7"/>
          </p:nvPr>
        </p:nvSpPr>
        <p:spPr>
          <a:xfrm>
            <a:off x="872334" y="1769325"/>
            <a:ext cx="2203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935" name="Google Shape;935;p84"/>
          <p:cNvSpPr txBox="1">
            <a:spLocks noGrp="1"/>
          </p:cNvSpPr>
          <p:nvPr>
            <p:ph type="subTitle" idx="3"/>
          </p:nvPr>
        </p:nvSpPr>
        <p:spPr>
          <a:xfrm>
            <a:off x="874134" y="3635775"/>
            <a:ext cx="21996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936" name="Google Shape;936;p84"/>
          <p:cNvSpPr txBox="1">
            <a:spLocks noGrp="1"/>
          </p:cNvSpPr>
          <p:nvPr>
            <p:ph type="subTitle" idx="4"/>
          </p:nvPr>
        </p:nvSpPr>
        <p:spPr>
          <a:xfrm>
            <a:off x="3319800" y="3635775"/>
            <a:ext cx="21996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with several rings</a:t>
            </a:r>
            <a:endParaRPr/>
          </a:p>
        </p:txBody>
      </p:sp>
      <p:sp>
        <p:nvSpPr>
          <p:cNvPr id="937" name="Google Shape;937;p84"/>
          <p:cNvSpPr txBox="1">
            <a:spLocks noGrp="1"/>
          </p:cNvSpPr>
          <p:nvPr>
            <p:ph type="subTitle" idx="5"/>
          </p:nvPr>
        </p:nvSpPr>
        <p:spPr>
          <a:xfrm>
            <a:off x="5765466" y="2145979"/>
            <a:ext cx="21996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from the Sun</a:t>
            </a:r>
            <a:endParaRPr/>
          </a:p>
        </p:txBody>
      </p:sp>
      <p:sp>
        <p:nvSpPr>
          <p:cNvPr id="938" name="Google Shape;938;p84"/>
          <p:cNvSpPr txBox="1">
            <a:spLocks noGrp="1"/>
          </p:cNvSpPr>
          <p:nvPr>
            <p:ph type="subTitle" idx="6"/>
          </p:nvPr>
        </p:nvSpPr>
        <p:spPr>
          <a:xfrm>
            <a:off x="5765466" y="3635775"/>
            <a:ext cx="21996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939" name="Google Shape;939;p84"/>
          <p:cNvSpPr txBox="1">
            <a:spLocks noGrp="1"/>
          </p:cNvSpPr>
          <p:nvPr>
            <p:ph type="subTitle" idx="9"/>
          </p:nvPr>
        </p:nvSpPr>
        <p:spPr>
          <a:xfrm>
            <a:off x="5763666" y="1769325"/>
            <a:ext cx="2203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940" name="Google Shape;940;p84"/>
          <p:cNvSpPr txBox="1">
            <a:spLocks noGrp="1"/>
          </p:cNvSpPr>
          <p:nvPr>
            <p:ph type="subTitle" idx="14"/>
          </p:nvPr>
        </p:nvSpPr>
        <p:spPr>
          <a:xfrm>
            <a:off x="3318000" y="3258926"/>
            <a:ext cx="2203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941" name="Google Shape;941;p84"/>
          <p:cNvSpPr txBox="1">
            <a:spLocks noGrp="1"/>
          </p:cNvSpPr>
          <p:nvPr>
            <p:ph type="subTitle" idx="15"/>
          </p:nvPr>
        </p:nvSpPr>
        <p:spPr>
          <a:xfrm>
            <a:off x="5763666" y="3258926"/>
            <a:ext cx="2203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grpSp>
        <p:nvGrpSpPr>
          <p:cNvPr id="942" name="Google Shape;942;p84"/>
          <p:cNvGrpSpPr/>
          <p:nvPr/>
        </p:nvGrpSpPr>
        <p:grpSpPr>
          <a:xfrm>
            <a:off x="6692903" y="2955775"/>
            <a:ext cx="344725" cy="321400"/>
            <a:chOff x="4006113" y="3669350"/>
            <a:chExt cx="344725" cy="321400"/>
          </a:xfrm>
        </p:grpSpPr>
        <p:sp>
          <p:nvSpPr>
            <p:cNvPr id="943" name="Google Shape;943;p84"/>
            <p:cNvSpPr/>
            <p:nvPr/>
          </p:nvSpPr>
          <p:spPr>
            <a:xfrm>
              <a:off x="4023038" y="3669350"/>
              <a:ext cx="309875" cy="199675"/>
            </a:xfrm>
            <a:custGeom>
              <a:avLst/>
              <a:gdLst/>
              <a:ahLst/>
              <a:cxnLst/>
              <a:rect l="l" t="t" r="r" b="b"/>
              <a:pathLst>
                <a:path w="12395" h="7987" extrusionOk="0">
                  <a:moveTo>
                    <a:pt x="6192" y="0"/>
                  </a:moveTo>
                  <a:cubicBezTo>
                    <a:pt x="6069" y="0"/>
                    <a:pt x="5936" y="82"/>
                    <a:pt x="5895" y="216"/>
                  </a:cubicBezTo>
                  <a:cubicBezTo>
                    <a:pt x="5598" y="1323"/>
                    <a:pt x="4572" y="2092"/>
                    <a:pt x="3424" y="2092"/>
                  </a:cubicBezTo>
                  <a:cubicBezTo>
                    <a:pt x="2778" y="2092"/>
                    <a:pt x="2348" y="1876"/>
                    <a:pt x="2225" y="1794"/>
                  </a:cubicBezTo>
                  <a:cubicBezTo>
                    <a:pt x="2143" y="1753"/>
                    <a:pt x="2092" y="1753"/>
                    <a:pt x="2010" y="1753"/>
                  </a:cubicBezTo>
                  <a:cubicBezTo>
                    <a:pt x="1887" y="1753"/>
                    <a:pt x="1712" y="1876"/>
                    <a:pt x="1712" y="2051"/>
                  </a:cubicBezTo>
                  <a:cubicBezTo>
                    <a:pt x="1712" y="2092"/>
                    <a:pt x="1753" y="2133"/>
                    <a:pt x="1753" y="2174"/>
                  </a:cubicBezTo>
                  <a:cubicBezTo>
                    <a:pt x="2143" y="2861"/>
                    <a:pt x="2184" y="3670"/>
                    <a:pt x="1887" y="4398"/>
                  </a:cubicBezTo>
                  <a:cubicBezTo>
                    <a:pt x="1579" y="5167"/>
                    <a:pt x="984" y="5680"/>
                    <a:pt x="216" y="5936"/>
                  </a:cubicBezTo>
                  <a:cubicBezTo>
                    <a:pt x="93" y="5977"/>
                    <a:pt x="0" y="6059"/>
                    <a:pt x="0" y="6192"/>
                  </a:cubicBezTo>
                  <a:cubicBezTo>
                    <a:pt x="0" y="6315"/>
                    <a:pt x="93" y="6449"/>
                    <a:pt x="216" y="6490"/>
                  </a:cubicBezTo>
                  <a:cubicBezTo>
                    <a:pt x="984" y="6705"/>
                    <a:pt x="1579" y="7258"/>
                    <a:pt x="1887" y="7986"/>
                  </a:cubicBezTo>
                  <a:lnTo>
                    <a:pt x="2440" y="7771"/>
                  </a:lnTo>
                  <a:cubicBezTo>
                    <a:pt x="2143" y="7084"/>
                    <a:pt x="1671" y="6531"/>
                    <a:pt x="1066" y="6192"/>
                  </a:cubicBezTo>
                  <a:cubicBezTo>
                    <a:pt x="1671" y="5854"/>
                    <a:pt x="2143" y="5290"/>
                    <a:pt x="2440" y="4655"/>
                  </a:cubicBezTo>
                  <a:cubicBezTo>
                    <a:pt x="2696" y="3968"/>
                    <a:pt x="2737" y="3240"/>
                    <a:pt x="2563" y="2563"/>
                  </a:cubicBezTo>
                  <a:lnTo>
                    <a:pt x="2563" y="2563"/>
                  </a:lnTo>
                  <a:cubicBezTo>
                    <a:pt x="2819" y="2645"/>
                    <a:pt x="3117" y="2686"/>
                    <a:pt x="3424" y="2686"/>
                  </a:cubicBezTo>
                  <a:cubicBezTo>
                    <a:pt x="4101" y="2686"/>
                    <a:pt x="4747" y="2471"/>
                    <a:pt x="5300" y="2051"/>
                  </a:cubicBezTo>
                  <a:cubicBezTo>
                    <a:pt x="5680" y="1794"/>
                    <a:pt x="5987" y="1446"/>
                    <a:pt x="6192" y="1067"/>
                  </a:cubicBezTo>
                  <a:cubicBezTo>
                    <a:pt x="6541" y="1661"/>
                    <a:pt x="7094" y="2133"/>
                    <a:pt x="7781" y="2430"/>
                  </a:cubicBezTo>
                  <a:cubicBezTo>
                    <a:pt x="8165" y="2585"/>
                    <a:pt x="8583" y="2661"/>
                    <a:pt x="9004" y="2661"/>
                  </a:cubicBezTo>
                  <a:cubicBezTo>
                    <a:pt x="9281" y="2661"/>
                    <a:pt x="9559" y="2628"/>
                    <a:pt x="9831" y="2563"/>
                  </a:cubicBezTo>
                  <a:lnTo>
                    <a:pt x="9831" y="2563"/>
                  </a:lnTo>
                  <a:cubicBezTo>
                    <a:pt x="9657" y="3240"/>
                    <a:pt x="9698" y="3968"/>
                    <a:pt x="9954" y="4655"/>
                  </a:cubicBezTo>
                  <a:cubicBezTo>
                    <a:pt x="10252" y="5290"/>
                    <a:pt x="10723" y="5854"/>
                    <a:pt x="11369" y="6192"/>
                  </a:cubicBezTo>
                  <a:cubicBezTo>
                    <a:pt x="10723" y="6531"/>
                    <a:pt x="10252" y="7084"/>
                    <a:pt x="9954" y="7771"/>
                  </a:cubicBezTo>
                  <a:lnTo>
                    <a:pt x="10508" y="7986"/>
                  </a:lnTo>
                  <a:cubicBezTo>
                    <a:pt x="10805" y="7258"/>
                    <a:pt x="11451" y="6705"/>
                    <a:pt x="12179" y="6490"/>
                  </a:cubicBezTo>
                  <a:cubicBezTo>
                    <a:pt x="12302" y="6449"/>
                    <a:pt x="12394" y="6315"/>
                    <a:pt x="12394" y="6192"/>
                  </a:cubicBezTo>
                  <a:cubicBezTo>
                    <a:pt x="12394" y="6059"/>
                    <a:pt x="12302" y="5977"/>
                    <a:pt x="12179" y="5936"/>
                  </a:cubicBezTo>
                  <a:cubicBezTo>
                    <a:pt x="11451" y="5680"/>
                    <a:pt x="10805" y="5167"/>
                    <a:pt x="10508" y="4398"/>
                  </a:cubicBezTo>
                  <a:cubicBezTo>
                    <a:pt x="10211" y="3670"/>
                    <a:pt x="10252" y="2861"/>
                    <a:pt x="10641" y="2174"/>
                  </a:cubicBezTo>
                  <a:cubicBezTo>
                    <a:pt x="10682" y="2133"/>
                    <a:pt x="10682" y="2092"/>
                    <a:pt x="10682" y="2051"/>
                  </a:cubicBezTo>
                  <a:cubicBezTo>
                    <a:pt x="10682" y="1876"/>
                    <a:pt x="10549" y="1753"/>
                    <a:pt x="10385" y="1753"/>
                  </a:cubicBezTo>
                  <a:lnTo>
                    <a:pt x="10252" y="1753"/>
                  </a:lnTo>
                  <a:cubicBezTo>
                    <a:pt x="9844" y="1966"/>
                    <a:pt x="9410" y="2072"/>
                    <a:pt x="8979" y="2072"/>
                  </a:cubicBezTo>
                  <a:cubicBezTo>
                    <a:pt x="8642" y="2072"/>
                    <a:pt x="8306" y="2007"/>
                    <a:pt x="7986" y="1876"/>
                  </a:cubicBezTo>
                  <a:cubicBezTo>
                    <a:pt x="7269" y="1579"/>
                    <a:pt x="6705" y="985"/>
                    <a:pt x="6500" y="216"/>
                  </a:cubicBezTo>
                  <a:cubicBezTo>
                    <a:pt x="6448" y="82"/>
                    <a:pt x="6325" y="0"/>
                    <a:pt x="619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84"/>
            <p:cNvSpPr/>
            <p:nvPr/>
          </p:nvSpPr>
          <p:spPr>
            <a:xfrm>
              <a:off x="4006113" y="3751625"/>
              <a:ext cx="344725" cy="239125"/>
            </a:xfrm>
            <a:custGeom>
              <a:avLst/>
              <a:gdLst/>
              <a:ahLst/>
              <a:cxnLst/>
              <a:rect l="l" t="t" r="r" b="b"/>
              <a:pathLst>
                <a:path w="13789" h="9565" extrusionOk="0">
                  <a:moveTo>
                    <a:pt x="6869" y="595"/>
                  </a:moveTo>
                  <a:cubicBezTo>
                    <a:pt x="8151" y="595"/>
                    <a:pt x="9227" y="1620"/>
                    <a:pt x="9227" y="2901"/>
                  </a:cubicBezTo>
                  <a:cubicBezTo>
                    <a:pt x="9227" y="3240"/>
                    <a:pt x="9135" y="3537"/>
                    <a:pt x="9012" y="3844"/>
                  </a:cubicBezTo>
                  <a:cubicBezTo>
                    <a:pt x="8837" y="3752"/>
                    <a:pt x="8663" y="3711"/>
                    <a:pt x="8366" y="3711"/>
                  </a:cubicBezTo>
                  <a:cubicBezTo>
                    <a:pt x="7771" y="3711"/>
                    <a:pt x="7218" y="4049"/>
                    <a:pt x="6869" y="4521"/>
                  </a:cubicBezTo>
                  <a:cubicBezTo>
                    <a:pt x="6572" y="4049"/>
                    <a:pt x="6018" y="3711"/>
                    <a:pt x="5383" y="3711"/>
                  </a:cubicBezTo>
                  <a:cubicBezTo>
                    <a:pt x="5126" y="3711"/>
                    <a:pt x="4911" y="3752"/>
                    <a:pt x="4737" y="3844"/>
                  </a:cubicBezTo>
                  <a:cubicBezTo>
                    <a:pt x="4614" y="3537"/>
                    <a:pt x="4563" y="3240"/>
                    <a:pt x="4563" y="2901"/>
                  </a:cubicBezTo>
                  <a:cubicBezTo>
                    <a:pt x="4563" y="1620"/>
                    <a:pt x="5588" y="595"/>
                    <a:pt x="6869" y="595"/>
                  </a:cubicBezTo>
                  <a:close/>
                  <a:moveTo>
                    <a:pt x="5424" y="4306"/>
                  </a:moveTo>
                  <a:cubicBezTo>
                    <a:pt x="6059" y="4306"/>
                    <a:pt x="6572" y="4870"/>
                    <a:pt x="6572" y="5505"/>
                  </a:cubicBezTo>
                  <a:lnTo>
                    <a:pt x="6572" y="6489"/>
                  </a:lnTo>
                  <a:cubicBezTo>
                    <a:pt x="6193" y="6233"/>
                    <a:pt x="5762" y="6100"/>
                    <a:pt x="5290" y="6100"/>
                  </a:cubicBezTo>
                  <a:lnTo>
                    <a:pt x="1067" y="6100"/>
                  </a:lnTo>
                  <a:lnTo>
                    <a:pt x="1067" y="5505"/>
                  </a:lnTo>
                  <a:cubicBezTo>
                    <a:pt x="1067" y="5208"/>
                    <a:pt x="1282" y="4952"/>
                    <a:pt x="1579" y="4952"/>
                  </a:cubicBezTo>
                  <a:cubicBezTo>
                    <a:pt x="2646" y="4952"/>
                    <a:pt x="3753" y="4777"/>
                    <a:pt x="4778" y="4439"/>
                  </a:cubicBezTo>
                  <a:lnTo>
                    <a:pt x="4870" y="4439"/>
                  </a:lnTo>
                  <a:cubicBezTo>
                    <a:pt x="5075" y="4357"/>
                    <a:pt x="5208" y="4306"/>
                    <a:pt x="5424" y="4306"/>
                  </a:cubicBezTo>
                  <a:close/>
                  <a:moveTo>
                    <a:pt x="8325" y="4306"/>
                  </a:moveTo>
                  <a:cubicBezTo>
                    <a:pt x="8540" y="4306"/>
                    <a:pt x="8663" y="4357"/>
                    <a:pt x="8878" y="4439"/>
                  </a:cubicBezTo>
                  <a:lnTo>
                    <a:pt x="8971" y="4439"/>
                  </a:lnTo>
                  <a:cubicBezTo>
                    <a:pt x="10037" y="4777"/>
                    <a:pt x="11103" y="4952"/>
                    <a:pt x="12169" y="4952"/>
                  </a:cubicBezTo>
                  <a:cubicBezTo>
                    <a:pt x="12467" y="4952"/>
                    <a:pt x="12682" y="5208"/>
                    <a:pt x="12682" y="5505"/>
                  </a:cubicBezTo>
                  <a:lnTo>
                    <a:pt x="12682" y="6100"/>
                  </a:lnTo>
                  <a:lnTo>
                    <a:pt x="8458" y="6100"/>
                  </a:lnTo>
                  <a:cubicBezTo>
                    <a:pt x="7987" y="6100"/>
                    <a:pt x="7556" y="6233"/>
                    <a:pt x="7177" y="6489"/>
                  </a:cubicBezTo>
                  <a:lnTo>
                    <a:pt x="7177" y="5505"/>
                  </a:lnTo>
                  <a:cubicBezTo>
                    <a:pt x="7177" y="4870"/>
                    <a:pt x="7689" y="4306"/>
                    <a:pt x="8325" y="4306"/>
                  </a:cubicBezTo>
                  <a:close/>
                  <a:moveTo>
                    <a:pt x="13194" y="6705"/>
                  </a:moveTo>
                  <a:lnTo>
                    <a:pt x="13194" y="7853"/>
                  </a:lnTo>
                  <a:lnTo>
                    <a:pt x="8243" y="7853"/>
                  </a:lnTo>
                  <a:cubicBezTo>
                    <a:pt x="7946" y="7853"/>
                    <a:pt x="7689" y="8068"/>
                    <a:pt x="7638" y="8324"/>
                  </a:cubicBezTo>
                  <a:cubicBezTo>
                    <a:pt x="7556" y="8714"/>
                    <a:pt x="7259" y="8970"/>
                    <a:pt x="6869" y="8970"/>
                  </a:cubicBezTo>
                  <a:cubicBezTo>
                    <a:pt x="6531" y="8970"/>
                    <a:pt x="6193" y="8714"/>
                    <a:pt x="6152" y="8324"/>
                  </a:cubicBezTo>
                  <a:cubicBezTo>
                    <a:pt x="6059" y="8068"/>
                    <a:pt x="5844" y="7853"/>
                    <a:pt x="5547" y="7853"/>
                  </a:cubicBezTo>
                  <a:lnTo>
                    <a:pt x="595" y="7853"/>
                  </a:lnTo>
                  <a:lnTo>
                    <a:pt x="595" y="6705"/>
                  </a:lnTo>
                  <a:lnTo>
                    <a:pt x="5290" y="6705"/>
                  </a:lnTo>
                  <a:cubicBezTo>
                    <a:pt x="5803" y="6705"/>
                    <a:pt x="6316" y="6920"/>
                    <a:pt x="6664" y="7299"/>
                  </a:cubicBezTo>
                  <a:cubicBezTo>
                    <a:pt x="6746" y="7340"/>
                    <a:pt x="6828" y="7381"/>
                    <a:pt x="6869" y="7381"/>
                  </a:cubicBezTo>
                  <a:cubicBezTo>
                    <a:pt x="6961" y="7381"/>
                    <a:pt x="7043" y="7340"/>
                    <a:pt x="7084" y="7299"/>
                  </a:cubicBezTo>
                  <a:cubicBezTo>
                    <a:pt x="7474" y="6920"/>
                    <a:pt x="7946" y="6705"/>
                    <a:pt x="8458" y="6705"/>
                  </a:cubicBezTo>
                  <a:close/>
                  <a:moveTo>
                    <a:pt x="6869" y="0"/>
                  </a:moveTo>
                  <a:cubicBezTo>
                    <a:pt x="5249" y="0"/>
                    <a:pt x="3968" y="1323"/>
                    <a:pt x="3968" y="2901"/>
                  </a:cubicBezTo>
                  <a:cubicBezTo>
                    <a:pt x="3968" y="3281"/>
                    <a:pt x="4009" y="3670"/>
                    <a:pt x="4183" y="4008"/>
                  </a:cubicBezTo>
                  <a:cubicBezTo>
                    <a:pt x="3434" y="4234"/>
                    <a:pt x="2677" y="4364"/>
                    <a:pt x="1899" y="4364"/>
                  </a:cubicBezTo>
                  <a:cubicBezTo>
                    <a:pt x="1793" y="4364"/>
                    <a:pt x="1686" y="4362"/>
                    <a:pt x="1579" y="4357"/>
                  </a:cubicBezTo>
                  <a:cubicBezTo>
                    <a:pt x="975" y="4357"/>
                    <a:pt x="462" y="4870"/>
                    <a:pt x="462" y="5505"/>
                  </a:cubicBezTo>
                  <a:lnTo>
                    <a:pt x="462" y="6100"/>
                  </a:lnTo>
                  <a:lnTo>
                    <a:pt x="298" y="6100"/>
                  </a:lnTo>
                  <a:cubicBezTo>
                    <a:pt x="124" y="6100"/>
                    <a:pt x="1" y="6274"/>
                    <a:pt x="1" y="6407"/>
                  </a:cubicBezTo>
                  <a:lnTo>
                    <a:pt x="1" y="8150"/>
                  </a:lnTo>
                  <a:cubicBezTo>
                    <a:pt x="1" y="8324"/>
                    <a:pt x="124" y="8458"/>
                    <a:pt x="298" y="8458"/>
                  </a:cubicBezTo>
                  <a:lnTo>
                    <a:pt x="5547" y="8458"/>
                  </a:lnTo>
                  <a:cubicBezTo>
                    <a:pt x="5680" y="9093"/>
                    <a:pt x="6234" y="9565"/>
                    <a:pt x="6869" y="9565"/>
                  </a:cubicBezTo>
                  <a:cubicBezTo>
                    <a:pt x="7556" y="9565"/>
                    <a:pt x="8110" y="9093"/>
                    <a:pt x="8243" y="8458"/>
                  </a:cubicBezTo>
                  <a:lnTo>
                    <a:pt x="13492" y="8458"/>
                  </a:lnTo>
                  <a:cubicBezTo>
                    <a:pt x="13625" y="8458"/>
                    <a:pt x="13789" y="8324"/>
                    <a:pt x="13789" y="8150"/>
                  </a:cubicBezTo>
                  <a:lnTo>
                    <a:pt x="13789" y="6407"/>
                  </a:lnTo>
                  <a:cubicBezTo>
                    <a:pt x="13789" y="6274"/>
                    <a:pt x="13625" y="6100"/>
                    <a:pt x="13492" y="6100"/>
                  </a:cubicBezTo>
                  <a:lnTo>
                    <a:pt x="13276" y="6100"/>
                  </a:lnTo>
                  <a:lnTo>
                    <a:pt x="13276" y="5505"/>
                  </a:lnTo>
                  <a:cubicBezTo>
                    <a:pt x="13276" y="4870"/>
                    <a:pt x="12815" y="4357"/>
                    <a:pt x="12169" y="4357"/>
                  </a:cubicBezTo>
                  <a:cubicBezTo>
                    <a:pt x="12067" y="4362"/>
                    <a:pt x="11965" y="4364"/>
                    <a:pt x="11861" y="4364"/>
                  </a:cubicBezTo>
                  <a:cubicBezTo>
                    <a:pt x="11103" y="4364"/>
                    <a:pt x="10314" y="4234"/>
                    <a:pt x="9565" y="4008"/>
                  </a:cubicBezTo>
                  <a:cubicBezTo>
                    <a:pt x="9740" y="3670"/>
                    <a:pt x="9781" y="3281"/>
                    <a:pt x="9781" y="2901"/>
                  </a:cubicBezTo>
                  <a:cubicBezTo>
                    <a:pt x="9781" y="1323"/>
                    <a:pt x="8499" y="0"/>
                    <a:pt x="686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5" name="Google Shape;945;p84"/>
          <p:cNvGrpSpPr/>
          <p:nvPr/>
        </p:nvGrpSpPr>
        <p:grpSpPr>
          <a:xfrm>
            <a:off x="6693291" y="1464575"/>
            <a:ext cx="343950" cy="299375"/>
            <a:chOff x="5522313" y="3680625"/>
            <a:chExt cx="343950" cy="299375"/>
          </a:xfrm>
        </p:grpSpPr>
        <p:sp>
          <p:nvSpPr>
            <p:cNvPr id="946" name="Google Shape;946;p84"/>
            <p:cNvSpPr/>
            <p:nvPr/>
          </p:nvSpPr>
          <p:spPr>
            <a:xfrm>
              <a:off x="5538463" y="3680625"/>
              <a:ext cx="313975" cy="75125"/>
            </a:xfrm>
            <a:custGeom>
              <a:avLst/>
              <a:gdLst/>
              <a:ahLst/>
              <a:cxnLst/>
              <a:rect l="l" t="t" r="r" b="b"/>
              <a:pathLst>
                <a:path w="12559" h="3005" extrusionOk="0">
                  <a:moveTo>
                    <a:pt x="1216" y="0"/>
                  </a:moveTo>
                  <a:cubicBezTo>
                    <a:pt x="1128" y="0"/>
                    <a:pt x="1055" y="44"/>
                    <a:pt x="1025" y="103"/>
                  </a:cubicBezTo>
                  <a:lnTo>
                    <a:pt x="0" y="1559"/>
                  </a:lnTo>
                  <a:lnTo>
                    <a:pt x="472" y="1897"/>
                  </a:lnTo>
                  <a:lnTo>
                    <a:pt x="1364" y="616"/>
                  </a:lnTo>
                  <a:lnTo>
                    <a:pt x="3752" y="1087"/>
                  </a:lnTo>
                  <a:cubicBezTo>
                    <a:pt x="4870" y="1302"/>
                    <a:pt x="5639" y="1897"/>
                    <a:pt x="5977" y="2789"/>
                  </a:cubicBezTo>
                  <a:cubicBezTo>
                    <a:pt x="6018" y="2922"/>
                    <a:pt x="6151" y="3004"/>
                    <a:pt x="6274" y="3004"/>
                  </a:cubicBezTo>
                  <a:cubicBezTo>
                    <a:pt x="6367" y="3004"/>
                    <a:pt x="6490" y="2922"/>
                    <a:pt x="6531" y="2789"/>
                  </a:cubicBezTo>
                  <a:cubicBezTo>
                    <a:pt x="6961" y="1682"/>
                    <a:pt x="8027" y="1251"/>
                    <a:pt x="8837" y="1087"/>
                  </a:cubicBezTo>
                  <a:lnTo>
                    <a:pt x="11185" y="616"/>
                  </a:lnTo>
                  <a:lnTo>
                    <a:pt x="12087" y="1897"/>
                  </a:lnTo>
                  <a:lnTo>
                    <a:pt x="12558" y="1507"/>
                  </a:lnTo>
                  <a:lnTo>
                    <a:pt x="11574" y="103"/>
                  </a:lnTo>
                  <a:cubicBezTo>
                    <a:pt x="11515" y="44"/>
                    <a:pt x="11429" y="0"/>
                    <a:pt x="11355" y="0"/>
                  </a:cubicBezTo>
                  <a:cubicBezTo>
                    <a:pt x="11326" y="0"/>
                    <a:pt x="11300" y="7"/>
                    <a:pt x="11277" y="21"/>
                  </a:cubicBezTo>
                  <a:lnTo>
                    <a:pt x="8714" y="482"/>
                  </a:lnTo>
                  <a:cubicBezTo>
                    <a:pt x="7597" y="739"/>
                    <a:pt x="6746" y="1251"/>
                    <a:pt x="6274" y="2020"/>
                  </a:cubicBezTo>
                  <a:cubicBezTo>
                    <a:pt x="5762" y="1251"/>
                    <a:pt x="4952" y="739"/>
                    <a:pt x="3845" y="482"/>
                  </a:cubicBezTo>
                  <a:lnTo>
                    <a:pt x="1323" y="21"/>
                  </a:lnTo>
                  <a:cubicBezTo>
                    <a:pt x="1286" y="7"/>
                    <a:pt x="1250" y="0"/>
                    <a:pt x="1216"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84"/>
            <p:cNvSpPr/>
            <p:nvPr/>
          </p:nvSpPr>
          <p:spPr>
            <a:xfrm>
              <a:off x="5522313" y="3713175"/>
              <a:ext cx="343950" cy="266825"/>
            </a:xfrm>
            <a:custGeom>
              <a:avLst/>
              <a:gdLst/>
              <a:ahLst/>
              <a:cxnLst/>
              <a:rect l="l" t="t" r="r" b="b"/>
              <a:pathLst>
                <a:path w="13758" h="10673" extrusionOk="0">
                  <a:moveTo>
                    <a:pt x="646" y="677"/>
                  </a:moveTo>
                  <a:lnTo>
                    <a:pt x="5301" y="1579"/>
                  </a:lnTo>
                  <a:lnTo>
                    <a:pt x="5301" y="9052"/>
                  </a:lnTo>
                  <a:lnTo>
                    <a:pt x="646" y="7515"/>
                  </a:lnTo>
                  <a:lnTo>
                    <a:pt x="646" y="677"/>
                  </a:lnTo>
                  <a:close/>
                  <a:moveTo>
                    <a:pt x="13204" y="677"/>
                  </a:moveTo>
                  <a:lnTo>
                    <a:pt x="13204" y="7515"/>
                  </a:lnTo>
                  <a:lnTo>
                    <a:pt x="8499" y="9052"/>
                  </a:lnTo>
                  <a:lnTo>
                    <a:pt x="8499" y="1620"/>
                  </a:lnTo>
                  <a:lnTo>
                    <a:pt x="13204" y="677"/>
                  </a:lnTo>
                  <a:close/>
                  <a:moveTo>
                    <a:pt x="5854" y="1661"/>
                  </a:moveTo>
                  <a:lnTo>
                    <a:pt x="6879" y="1876"/>
                  </a:lnTo>
                  <a:lnTo>
                    <a:pt x="6961" y="1876"/>
                  </a:lnTo>
                  <a:lnTo>
                    <a:pt x="7904" y="1702"/>
                  </a:lnTo>
                  <a:lnTo>
                    <a:pt x="7904" y="9432"/>
                  </a:lnTo>
                  <a:lnTo>
                    <a:pt x="7904" y="9483"/>
                  </a:lnTo>
                  <a:cubicBezTo>
                    <a:pt x="7689" y="9862"/>
                    <a:pt x="7310" y="10078"/>
                    <a:pt x="6879" y="10078"/>
                  </a:cubicBezTo>
                  <a:cubicBezTo>
                    <a:pt x="6449" y="10078"/>
                    <a:pt x="6069" y="9862"/>
                    <a:pt x="5895" y="9483"/>
                  </a:cubicBezTo>
                  <a:lnTo>
                    <a:pt x="5854" y="9432"/>
                  </a:lnTo>
                  <a:lnTo>
                    <a:pt x="5854" y="1661"/>
                  </a:lnTo>
                  <a:close/>
                  <a:moveTo>
                    <a:pt x="349" y="0"/>
                  </a:moveTo>
                  <a:cubicBezTo>
                    <a:pt x="216" y="0"/>
                    <a:pt x="93" y="41"/>
                    <a:pt x="42" y="164"/>
                  </a:cubicBezTo>
                  <a:cubicBezTo>
                    <a:pt x="1" y="205"/>
                    <a:pt x="1" y="257"/>
                    <a:pt x="1" y="298"/>
                  </a:cubicBezTo>
                  <a:lnTo>
                    <a:pt x="1" y="7730"/>
                  </a:lnTo>
                  <a:cubicBezTo>
                    <a:pt x="1" y="7853"/>
                    <a:pt x="93" y="7986"/>
                    <a:pt x="216" y="8027"/>
                  </a:cubicBezTo>
                  <a:lnTo>
                    <a:pt x="5383" y="9739"/>
                  </a:lnTo>
                  <a:cubicBezTo>
                    <a:pt x="5639" y="10293"/>
                    <a:pt x="6244" y="10672"/>
                    <a:pt x="6879" y="10672"/>
                  </a:cubicBezTo>
                  <a:cubicBezTo>
                    <a:pt x="7525" y="10672"/>
                    <a:pt x="8120" y="10293"/>
                    <a:pt x="8417" y="9739"/>
                  </a:cubicBezTo>
                  <a:lnTo>
                    <a:pt x="13584" y="8027"/>
                  </a:lnTo>
                  <a:cubicBezTo>
                    <a:pt x="13717" y="7986"/>
                    <a:pt x="13758" y="7853"/>
                    <a:pt x="13758" y="7730"/>
                  </a:cubicBezTo>
                  <a:lnTo>
                    <a:pt x="13758" y="298"/>
                  </a:lnTo>
                  <a:cubicBezTo>
                    <a:pt x="13758" y="205"/>
                    <a:pt x="13717" y="123"/>
                    <a:pt x="13676" y="82"/>
                  </a:cubicBezTo>
                  <a:cubicBezTo>
                    <a:pt x="13584" y="0"/>
                    <a:pt x="13502" y="0"/>
                    <a:pt x="13420" y="0"/>
                  </a:cubicBezTo>
                  <a:lnTo>
                    <a:pt x="6920" y="1323"/>
                  </a:lnTo>
                  <a:lnTo>
                    <a:pt x="349"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84"/>
            <p:cNvSpPr/>
            <p:nvPr/>
          </p:nvSpPr>
          <p:spPr>
            <a:xfrm>
              <a:off x="5763738" y="3811325"/>
              <a:ext cx="59725" cy="25650"/>
            </a:xfrm>
            <a:custGeom>
              <a:avLst/>
              <a:gdLst/>
              <a:ahLst/>
              <a:cxnLst/>
              <a:rect l="l" t="t" r="r" b="b"/>
              <a:pathLst>
                <a:path w="2389" h="1026" extrusionOk="0">
                  <a:moveTo>
                    <a:pt x="1969" y="1"/>
                  </a:moveTo>
                  <a:lnTo>
                    <a:pt x="257" y="472"/>
                  </a:lnTo>
                  <a:cubicBezTo>
                    <a:pt x="82" y="513"/>
                    <a:pt x="0" y="636"/>
                    <a:pt x="0" y="811"/>
                  </a:cubicBezTo>
                  <a:cubicBezTo>
                    <a:pt x="41" y="944"/>
                    <a:pt x="175" y="1026"/>
                    <a:pt x="298" y="1026"/>
                  </a:cubicBezTo>
                  <a:lnTo>
                    <a:pt x="380" y="1026"/>
                  </a:lnTo>
                  <a:lnTo>
                    <a:pt x="2133" y="595"/>
                  </a:lnTo>
                  <a:cubicBezTo>
                    <a:pt x="2307" y="554"/>
                    <a:pt x="2389" y="380"/>
                    <a:pt x="2348" y="257"/>
                  </a:cubicBezTo>
                  <a:cubicBezTo>
                    <a:pt x="2307" y="83"/>
                    <a:pt x="2133" y="1"/>
                    <a:pt x="1969"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84"/>
            <p:cNvSpPr/>
            <p:nvPr/>
          </p:nvSpPr>
          <p:spPr>
            <a:xfrm>
              <a:off x="5763738" y="3768275"/>
              <a:ext cx="59725" cy="24875"/>
            </a:xfrm>
            <a:custGeom>
              <a:avLst/>
              <a:gdLst/>
              <a:ahLst/>
              <a:cxnLst/>
              <a:rect l="l" t="t" r="r" b="b"/>
              <a:pathLst>
                <a:path w="2389" h="995" extrusionOk="0">
                  <a:moveTo>
                    <a:pt x="2053" y="0"/>
                  </a:moveTo>
                  <a:cubicBezTo>
                    <a:pt x="2025" y="0"/>
                    <a:pt x="1997" y="4"/>
                    <a:pt x="1969" y="11"/>
                  </a:cubicBezTo>
                  <a:lnTo>
                    <a:pt x="257" y="441"/>
                  </a:lnTo>
                  <a:cubicBezTo>
                    <a:pt x="82" y="482"/>
                    <a:pt x="0" y="616"/>
                    <a:pt x="0" y="780"/>
                  </a:cubicBezTo>
                  <a:cubicBezTo>
                    <a:pt x="41" y="913"/>
                    <a:pt x="175" y="995"/>
                    <a:pt x="298" y="995"/>
                  </a:cubicBezTo>
                  <a:lnTo>
                    <a:pt x="380" y="995"/>
                  </a:lnTo>
                  <a:lnTo>
                    <a:pt x="2133" y="564"/>
                  </a:lnTo>
                  <a:cubicBezTo>
                    <a:pt x="2307" y="523"/>
                    <a:pt x="2389" y="359"/>
                    <a:pt x="2348" y="226"/>
                  </a:cubicBezTo>
                  <a:cubicBezTo>
                    <a:pt x="2314" y="81"/>
                    <a:pt x="2188" y="0"/>
                    <a:pt x="205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0" name="Google Shape;950;p84"/>
          <p:cNvGrpSpPr/>
          <p:nvPr/>
        </p:nvGrpSpPr>
        <p:grpSpPr>
          <a:xfrm>
            <a:off x="4280300" y="2943975"/>
            <a:ext cx="278600" cy="345000"/>
            <a:chOff x="2532463" y="3657550"/>
            <a:chExt cx="278600" cy="345000"/>
          </a:xfrm>
        </p:grpSpPr>
        <p:sp>
          <p:nvSpPr>
            <p:cNvPr id="951" name="Google Shape;951;p84"/>
            <p:cNvSpPr/>
            <p:nvPr/>
          </p:nvSpPr>
          <p:spPr>
            <a:xfrm>
              <a:off x="2752363"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84"/>
            <p:cNvSpPr/>
            <p:nvPr/>
          </p:nvSpPr>
          <p:spPr>
            <a:xfrm>
              <a:off x="2708538"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84"/>
            <p:cNvSpPr/>
            <p:nvPr/>
          </p:nvSpPr>
          <p:spPr>
            <a:xfrm>
              <a:off x="2598588" y="3950225"/>
              <a:ext cx="58725" cy="52325"/>
            </a:xfrm>
            <a:custGeom>
              <a:avLst/>
              <a:gdLst/>
              <a:ahLst/>
              <a:cxnLst/>
              <a:rect l="l" t="t" r="r" b="b"/>
              <a:pathLst>
                <a:path w="2349" h="2093" extrusionOk="0">
                  <a:moveTo>
                    <a:pt x="1" y="1"/>
                  </a:moveTo>
                  <a:lnTo>
                    <a:pt x="1" y="1795"/>
                  </a:lnTo>
                  <a:cubicBezTo>
                    <a:pt x="1" y="1918"/>
                    <a:pt x="83" y="2051"/>
                    <a:pt x="216" y="2051"/>
                  </a:cubicBezTo>
                  <a:cubicBezTo>
                    <a:pt x="257" y="2072"/>
                    <a:pt x="288" y="2082"/>
                    <a:pt x="313" y="2082"/>
                  </a:cubicBezTo>
                  <a:cubicBezTo>
                    <a:pt x="339" y="2082"/>
                    <a:pt x="359" y="2072"/>
                    <a:pt x="380" y="2051"/>
                  </a:cubicBezTo>
                  <a:lnTo>
                    <a:pt x="1200" y="1836"/>
                  </a:lnTo>
                  <a:lnTo>
                    <a:pt x="1969" y="2051"/>
                  </a:lnTo>
                  <a:cubicBezTo>
                    <a:pt x="2010" y="2092"/>
                    <a:pt x="2010" y="2092"/>
                    <a:pt x="2051" y="2092"/>
                  </a:cubicBezTo>
                  <a:cubicBezTo>
                    <a:pt x="2133" y="2092"/>
                    <a:pt x="2266" y="2051"/>
                    <a:pt x="2307" y="1918"/>
                  </a:cubicBezTo>
                  <a:cubicBezTo>
                    <a:pt x="2348" y="1877"/>
                    <a:pt x="2348" y="1836"/>
                    <a:pt x="2348" y="1795"/>
                  </a:cubicBezTo>
                  <a:lnTo>
                    <a:pt x="2348" y="1"/>
                  </a:lnTo>
                  <a:lnTo>
                    <a:pt x="1754" y="1"/>
                  </a:lnTo>
                  <a:lnTo>
                    <a:pt x="1754" y="1405"/>
                  </a:lnTo>
                  <a:lnTo>
                    <a:pt x="1241" y="1231"/>
                  </a:lnTo>
                  <a:lnTo>
                    <a:pt x="1108" y="1231"/>
                  </a:lnTo>
                  <a:lnTo>
                    <a:pt x="595" y="1405"/>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84"/>
            <p:cNvSpPr/>
            <p:nvPr/>
          </p:nvSpPr>
          <p:spPr>
            <a:xfrm>
              <a:off x="2532463" y="3657550"/>
              <a:ext cx="278600" cy="300150"/>
            </a:xfrm>
            <a:custGeom>
              <a:avLst/>
              <a:gdLst/>
              <a:ahLst/>
              <a:cxnLst/>
              <a:rect l="l" t="t" r="r" b="b"/>
              <a:pathLst>
                <a:path w="11144" h="12006" extrusionOk="0">
                  <a:moveTo>
                    <a:pt x="9606" y="595"/>
                  </a:moveTo>
                  <a:cubicBezTo>
                    <a:pt x="10119" y="595"/>
                    <a:pt x="10549" y="1026"/>
                    <a:pt x="10549" y="1539"/>
                  </a:cubicBezTo>
                  <a:lnTo>
                    <a:pt x="10549" y="10509"/>
                  </a:lnTo>
                  <a:cubicBezTo>
                    <a:pt x="10549" y="11021"/>
                    <a:pt x="10119" y="11400"/>
                    <a:pt x="9606" y="11400"/>
                  </a:cubicBezTo>
                  <a:lnTo>
                    <a:pt x="2000" y="11400"/>
                  </a:lnTo>
                  <a:cubicBezTo>
                    <a:pt x="1702" y="11400"/>
                    <a:pt x="1487" y="11195"/>
                    <a:pt x="1487" y="10888"/>
                  </a:cubicBezTo>
                  <a:lnTo>
                    <a:pt x="1487" y="10252"/>
                  </a:lnTo>
                  <a:lnTo>
                    <a:pt x="2051" y="10252"/>
                  </a:lnTo>
                  <a:cubicBezTo>
                    <a:pt x="2215" y="10252"/>
                    <a:pt x="2348" y="10170"/>
                    <a:pt x="2389" y="9996"/>
                  </a:cubicBezTo>
                  <a:cubicBezTo>
                    <a:pt x="2389" y="9822"/>
                    <a:pt x="2256" y="9658"/>
                    <a:pt x="2092" y="9658"/>
                  </a:cubicBezTo>
                  <a:lnTo>
                    <a:pt x="1487" y="9658"/>
                  </a:lnTo>
                  <a:lnTo>
                    <a:pt x="1487" y="7648"/>
                  </a:lnTo>
                  <a:lnTo>
                    <a:pt x="2051" y="7648"/>
                  </a:lnTo>
                  <a:cubicBezTo>
                    <a:pt x="2215" y="7648"/>
                    <a:pt x="2348" y="7556"/>
                    <a:pt x="2389" y="7392"/>
                  </a:cubicBezTo>
                  <a:cubicBezTo>
                    <a:pt x="2389" y="7218"/>
                    <a:pt x="2256" y="7044"/>
                    <a:pt x="2092" y="7044"/>
                  </a:cubicBezTo>
                  <a:lnTo>
                    <a:pt x="1487" y="7044"/>
                  </a:lnTo>
                  <a:lnTo>
                    <a:pt x="1487" y="4993"/>
                  </a:lnTo>
                  <a:lnTo>
                    <a:pt x="2051" y="4993"/>
                  </a:lnTo>
                  <a:cubicBezTo>
                    <a:pt x="2215" y="4993"/>
                    <a:pt x="2348" y="4911"/>
                    <a:pt x="2389" y="4788"/>
                  </a:cubicBezTo>
                  <a:cubicBezTo>
                    <a:pt x="2389" y="4573"/>
                    <a:pt x="2256" y="4440"/>
                    <a:pt x="2092" y="4440"/>
                  </a:cubicBezTo>
                  <a:lnTo>
                    <a:pt x="1487" y="4440"/>
                  </a:lnTo>
                  <a:lnTo>
                    <a:pt x="1487" y="2389"/>
                  </a:lnTo>
                  <a:lnTo>
                    <a:pt x="2051" y="2389"/>
                  </a:lnTo>
                  <a:cubicBezTo>
                    <a:pt x="2215" y="2389"/>
                    <a:pt x="2348" y="2307"/>
                    <a:pt x="2389" y="2133"/>
                  </a:cubicBezTo>
                  <a:cubicBezTo>
                    <a:pt x="2389" y="1969"/>
                    <a:pt x="2256" y="1795"/>
                    <a:pt x="2092" y="1795"/>
                  </a:cubicBezTo>
                  <a:lnTo>
                    <a:pt x="1487" y="1795"/>
                  </a:lnTo>
                  <a:lnTo>
                    <a:pt x="1487" y="1108"/>
                  </a:lnTo>
                  <a:cubicBezTo>
                    <a:pt x="1487" y="811"/>
                    <a:pt x="1702" y="595"/>
                    <a:pt x="2000" y="595"/>
                  </a:cubicBezTo>
                  <a:close/>
                  <a:moveTo>
                    <a:pt x="2000" y="1"/>
                  </a:moveTo>
                  <a:cubicBezTo>
                    <a:pt x="1405" y="1"/>
                    <a:pt x="893" y="513"/>
                    <a:pt x="893" y="1108"/>
                  </a:cubicBezTo>
                  <a:lnTo>
                    <a:pt x="893" y="1795"/>
                  </a:lnTo>
                  <a:lnTo>
                    <a:pt x="339" y="1795"/>
                  </a:lnTo>
                  <a:cubicBezTo>
                    <a:pt x="165" y="1795"/>
                    <a:pt x="42" y="1918"/>
                    <a:pt x="42" y="2051"/>
                  </a:cubicBezTo>
                  <a:cubicBezTo>
                    <a:pt x="1" y="2266"/>
                    <a:pt x="165" y="2389"/>
                    <a:pt x="339" y="2389"/>
                  </a:cubicBezTo>
                  <a:lnTo>
                    <a:pt x="893" y="2389"/>
                  </a:lnTo>
                  <a:lnTo>
                    <a:pt x="893" y="4440"/>
                  </a:lnTo>
                  <a:lnTo>
                    <a:pt x="339" y="4440"/>
                  </a:lnTo>
                  <a:cubicBezTo>
                    <a:pt x="165" y="4440"/>
                    <a:pt x="42" y="4532"/>
                    <a:pt x="42" y="4655"/>
                  </a:cubicBezTo>
                  <a:cubicBezTo>
                    <a:pt x="1" y="4870"/>
                    <a:pt x="165" y="4993"/>
                    <a:pt x="339" y="4993"/>
                  </a:cubicBezTo>
                  <a:lnTo>
                    <a:pt x="893" y="4993"/>
                  </a:lnTo>
                  <a:lnTo>
                    <a:pt x="893" y="7044"/>
                  </a:lnTo>
                  <a:lnTo>
                    <a:pt x="339" y="7044"/>
                  </a:lnTo>
                  <a:cubicBezTo>
                    <a:pt x="165" y="7044"/>
                    <a:pt x="42" y="7177"/>
                    <a:pt x="42" y="7300"/>
                  </a:cubicBezTo>
                  <a:cubicBezTo>
                    <a:pt x="1" y="7474"/>
                    <a:pt x="165" y="7648"/>
                    <a:pt x="339" y="7648"/>
                  </a:cubicBezTo>
                  <a:lnTo>
                    <a:pt x="893" y="7648"/>
                  </a:lnTo>
                  <a:lnTo>
                    <a:pt x="893" y="9658"/>
                  </a:lnTo>
                  <a:lnTo>
                    <a:pt x="339" y="9658"/>
                  </a:lnTo>
                  <a:cubicBezTo>
                    <a:pt x="165" y="9658"/>
                    <a:pt x="42" y="9781"/>
                    <a:pt x="42" y="9914"/>
                  </a:cubicBezTo>
                  <a:cubicBezTo>
                    <a:pt x="1" y="10078"/>
                    <a:pt x="165" y="10252"/>
                    <a:pt x="339" y="10252"/>
                  </a:cubicBezTo>
                  <a:lnTo>
                    <a:pt x="893" y="10252"/>
                  </a:lnTo>
                  <a:lnTo>
                    <a:pt x="893" y="10888"/>
                  </a:lnTo>
                  <a:cubicBezTo>
                    <a:pt x="893" y="11534"/>
                    <a:pt x="1405" y="12005"/>
                    <a:pt x="2000" y="12005"/>
                  </a:cubicBezTo>
                  <a:lnTo>
                    <a:pt x="9606" y="12005"/>
                  </a:lnTo>
                  <a:cubicBezTo>
                    <a:pt x="10457" y="12005"/>
                    <a:pt x="11144" y="11318"/>
                    <a:pt x="11144" y="10509"/>
                  </a:cubicBezTo>
                  <a:lnTo>
                    <a:pt x="11144" y="1539"/>
                  </a:lnTo>
                  <a:cubicBezTo>
                    <a:pt x="11144" y="688"/>
                    <a:pt x="10457" y="1"/>
                    <a:pt x="960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84"/>
            <p:cNvSpPr/>
            <p:nvPr/>
          </p:nvSpPr>
          <p:spPr>
            <a:xfrm>
              <a:off x="2619863" y="3702400"/>
              <a:ext cx="60000" cy="14900"/>
            </a:xfrm>
            <a:custGeom>
              <a:avLst/>
              <a:gdLst/>
              <a:ahLst/>
              <a:cxnLst/>
              <a:rect l="l" t="t" r="r" b="b"/>
              <a:pathLst>
                <a:path w="2400" h="596" extrusionOk="0">
                  <a:moveTo>
                    <a:pt x="349" y="1"/>
                  </a:moveTo>
                  <a:cubicBezTo>
                    <a:pt x="134" y="1"/>
                    <a:pt x="0" y="175"/>
                    <a:pt x="41" y="339"/>
                  </a:cubicBezTo>
                  <a:cubicBezTo>
                    <a:pt x="41" y="513"/>
                    <a:pt x="175" y="595"/>
                    <a:pt x="349" y="595"/>
                  </a:cubicBezTo>
                  <a:lnTo>
                    <a:pt x="2092" y="595"/>
                  </a:lnTo>
                  <a:cubicBezTo>
                    <a:pt x="2266" y="595"/>
                    <a:pt x="2399" y="472"/>
                    <a:pt x="2348" y="257"/>
                  </a:cubicBezTo>
                  <a:cubicBezTo>
                    <a:pt x="2348" y="124"/>
                    <a:pt x="2225" y="1"/>
                    <a:pt x="20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84"/>
            <p:cNvSpPr/>
            <p:nvPr/>
          </p:nvSpPr>
          <p:spPr>
            <a:xfrm>
              <a:off x="2619863" y="3746225"/>
              <a:ext cx="38475" cy="14900"/>
            </a:xfrm>
            <a:custGeom>
              <a:avLst/>
              <a:gdLst/>
              <a:ahLst/>
              <a:cxnLst/>
              <a:rect l="l" t="t" r="r" b="b"/>
              <a:pathLst>
                <a:path w="1539" h="596" extrusionOk="0">
                  <a:moveTo>
                    <a:pt x="349" y="1"/>
                  </a:moveTo>
                  <a:cubicBezTo>
                    <a:pt x="134" y="1"/>
                    <a:pt x="0" y="165"/>
                    <a:pt x="41" y="339"/>
                  </a:cubicBezTo>
                  <a:cubicBezTo>
                    <a:pt x="41" y="513"/>
                    <a:pt x="175" y="595"/>
                    <a:pt x="349" y="595"/>
                  </a:cubicBezTo>
                  <a:lnTo>
                    <a:pt x="1200" y="595"/>
                  </a:lnTo>
                  <a:cubicBezTo>
                    <a:pt x="1374" y="595"/>
                    <a:pt x="1538" y="421"/>
                    <a:pt x="1497" y="257"/>
                  </a:cubicBezTo>
                  <a:cubicBezTo>
                    <a:pt x="1456" y="124"/>
                    <a:pt x="1323" y="1"/>
                    <a:pt x="120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84"/>
          <p:cNvGrpSpPr/>
          <p:nvPr/>
        </p:nvGrpSpPr>
        <p:grpSpPr>
          <a:xfrm>
            <a:off x="1801434" y="2988825"/>
            <a:ext cx="345000" cy="255300"/>
            <a:chOff x="3247763" y="3702400"/>
            <a:chExt cx="345000" cy="255300"/>
          </a:xfrm>
        </p:grpSpPr>
        <p:sp>
          <p:nvSpPr>
            <p:cNvPr id="958" name="Google Shape;958;p84"/>
            <p:cNvSpPr/>
            <p:nvPr/>
          </p:nvSpPr>
          <p:spPr>
            <a:xfrm>
              <a:off x="3466638" y="3704450"/>
              <a:ext cx="47175" cy="212500"/>
            </a:xfrm>
            <a:custGeom>
              <a:avLst/>
              <a:gdLst/>
              <a:ahLst/>
              <a:cxnLst/>
              <a:rect l="l" t="t" r="r" b="b"/>
              <a:pathLst>
                <a:path w="1887" h="8500" extrusionOk="0">
                  <a:moveTo>
                    <a:pt x="564" y="1"/>
                  </a:moveTo>
                  <a:lnTo>
                    <a:pt x="134" y="431"/>
                  </a:lnTo>
                  <a:lnTo>
                    <a:pt x="984" y="1323"/>
                  </a:lnTo>
                  <a:lnTo>
                    <a:pt x="134" y="2184"/>
                  </a:lnTo>
                  <a:cubicBezTo>
                    <a:pt x="52" y="2266"/>
                    <a:pt x="52" y="2307"/>
                    <a:pt x="52" y="2400"/>
                  </a:cubicBezTo>
                  <a:cubicBezTo>
                    <a:pt x="52" y="2482"/>
                    <a:pt x="52" y="2564"/>
                    <a:pt x="134" y="2605"/>
                  </a:cubicBezTo>
                  <a:lnTo>
                    <a:pt x="984" y="3507"/>
                  </a:lnTo>
                  <a:lnTo>
                    <a:pt x="134" y="4399"/>
                  </a:lnTo>
                  <a:cubicBezTo>
                    <a:pt x="0" y="4491"/>
                    <a:pt x="0" y="4706"/>
                    <a:pt x="134" y="4788"/>
                  </a:cubicBezTo>
                  <a:lnTo>
                    <a:pt x="984" y="5680"/>
                  </a:lnTo>
                  <a:lnTo>
                    <a:pt x="134" y="6582"/>
                  </a:lnTo>
                  <a:cubicBezTo>
                    <a:pt x="0" y="6664"/>
                    <a:pt x="0" y="6839"/>
                    <a:pt x="93" y="6962"/>
                  </a:cubicBezTo>
                  <a:lnTo>
                    <a:pt x="1415" y="8499"/>
                  </a:lnTo>
                  <a:lnTo>
                    <a:pt x="1887" y="8120"/>
                  </a:lnTo>
                  <a:lnTo>
                    <a:pt x="728" y="6798"/>
                  </a:lnTo>
                  <a:lnTo>
                    <a:pt x="1630" y="5895"/>
                  </a:lnTo>
                  <a:cubicBezTo>
                    <a:pt x="1671" y="5854"/>
                    <a:pt x="1712" y="5772"/>
                    <a:pt x="1712" y="5680"/>
                  </a:cubicBezTo>
                  <a:cubicBezTo>
                    <a:pt x="1712" y="5598"/>
                    <a:pt x="1671" y="5516"/>
                    <a:pt x="1630" y="5475"/>
                  </a:cubicBezTo>
                  <a:lnTo>
                    <a:pt x="728" y="4573"/>
                  </a:lnTo>
                  <a:lnTo>
                    <a:pt x="1630" y="3722"/>
                  </a:lnTo>
                  <a:cubicBezTo>
                    <a:pt x="1671" y="3630"/>
                    <a:pt x="1712" y="3589"/>
                    <a:pt x="1712" y="3507"/>
                  </a:cubicBezTo>
                  <a:cubicBezTo>
                    <a:pt x="1712" y="3425"/>
                    <a:pt x="1671" y="3333"/>
                    <a:pt x="1630" y="3292"/>
                  </a:cubicBezTo>
                  <a:lnTo>
                    <a:pt x="728" y="2400"/>
                  </a:lnTo>
                  <a:lnTo>
                    <a:pt x="1630" y="1539"/>
                  </a:lnTo>
                  <a:cubicBezTo>
                    <a:pt x="1753" y="1416"/>
                    <a:pt x="1753" y="1200"/>
                    <a:pt x="1630" y="1118"/>
                  </a:cubicBezTo>
                  <a:lnTo>
                    <a:pt x="564"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84"/>
            <p:cNvSpPr/>
            <p:nvPr/>
          </p:nvSpPr>
          <p:spPr>
            <a:xfrm>
              <a:off x="3247763" y="3702400"/>
              <a:ext cx="345000" cy="255300"/>
            </a:xfrm>
            <a:custGeom>
              <a:avLst/>
              <a:gdLst/>
              <a:ahLst/>
              <a:cxnLst/>
              <a:rect l="l" t="t" r="r" b="b"/>
              <a:pathLst>
                <a:path w="13800" h="10212" extrusionOk="0">
                  <a:moveTo>
                    <a:pt x="5167" y="595"/>
                  </a:moveTo>
                  <a:cubicBezTo>
                    <a:pt x="5731" y="595"/>
                    <a:pt x="6244" y="852"/>
                    <a:pt x="6623" y="1282"/>
                  </a:cubicBezTo>
                  <a:lnTo>
                    <a:pt x="6623" y="2092"/>
                  </a:lnTo>
                  <a:lnTo>
                    <a:pt x="6623" y="8540"/>
                  </a:lnTo>
                  <a:cubicBezTo>
                    <a:pt x="6192" y="8243"/>
                    <a:pt x="5680" y="8069"/>
                    <a:pt x="5167" y="8069"/>
                  </a:cubicBezTo>
                  <a:lnTo>
                    <a:pt x="605" y="8069"/>
                  </a:lnTo>
                  <a:lnTo>
                    <a:pt x="605" y="595"/>
                  </a:lnTo>
                  <a:close/>
                  <a:moveTo>
                    <a:pt x="13204" y="595"/>
                  </a:moveTo>
                  <a:lnTo>
                    <a:pt x="13204" y="8069"/>
                  </a:lnTo>
                  <a:lnTo>
                    <a:pt x="8632" y="8069"/>
                  </a:lnTo>
                  <a:cubicBezTo>
                    <a:pt x="8120" y="8069"/>
                    <a:pt x="7607" y="8243"/>
                    <a:pt x="7177" y="8540"/>
                  </a:cubicBezTo>
                  <a:lnTo>
                    <a:pt x="7177" y="2092"/>
                  </a:lnTo>
                  <a:lnTo>
                    <a:pt x="7177" y="1282"/>
                  </a:lnTo>
                  <a:cubicBezTo>
                    <a:pt x="7566" y="852"/>
                    <a:pt x="8079" y="595"/>
                    <a:pt x="8632" y="595"/>
                  </a:cubicBezTo>
                  <a:close/>
                  <a:moveTo>
                    <a:pt x="5167" y="8674"/>
                  </a:moveTo>
                  <a:cubicBezTo>
                    <a:pt x="5598" y="8674"/>
                    <a:pt x="6028" y="8838"/>
                    <a:pt x="6367" y="9094"/>
                  </a:cubicBezTo>
                  <a:cubicBezTo>
                    <a:pt x="6151" y="9227"/>
                    <a:pt x="5936" y="9401"/>
                    <a:pt x="5854" y="9606"/>
                  </a:cubicBezTo>
                  <a:lnTo>
                    <a:pt x="605" y="9606"/>
                  </a:lnTo>
                  <a:lnTo>
                    <a:pt x="605" y="8674"/>
                  </a:lnTo>
                  <a:close/>
                  <a:moveTo>
                    <a:pt x="13204" y="8674"/>
                  </a:moveTo>
                  <a:lnTo>
                    <a:pt x="13204" y="9606"/>
                  </a:lnTo>
                  <a:lnTo>
                    <a:pt x="7945" y="9606"/>
                  </a:lnTo>
                  <a:cubicBezTo>
                    <a:pt x="7863" y="9401"/>
                    <a:pt x="7648" y="9227"/>
                    <a:pt x="7433" y="9094"/>
                  </a:cubicBezTo>
                  <a:cubicBezTo>
                    <a:pt x="7781" y="8838"/>
                    <a:pt x="8202" y="8674"/>
                    <a:pt x="8632" y="8674"/>
                  </a:cubicBezTo>
                  <a:close/>
                  <a:moveTo>
                    <a:pt x="298" y="1"/>
                  </a:moveTo>
                  <a:cubicBezTo>
                    <a:pt x="134" y="1"/>
                    <a:pt x="1" y="124"/>
                    <a:pt x="1" y="298"/>
                  </a:cubicBezTo>
                  <a:lnTo>
                    <a:pt x="1" y="8417"/>
                  </a:lnTo>
                  <a:lnTo>
                    <a:pt x="1" y="9914"/>
                  </a:lnTo>
                  <a:cubicBezTo>
                    <a:pt x="1" y="10078"/>
                    <a:pt x="134" y="10211"/>
                    <a:pt x="298" y="10211"/>
                  </a:cubicBezTo>
                  <a:lnTo>
                    <a:pt x="6028" y="10211"/>
                  </a:lnTo>
                  <a:cubicBezTo>
                    <a:pt x="6151" y="10211"/>
                    <a:pt x="6285" y="10119"/>
                    <a:pt x="6326" y="9996"/>
                  </a:cubicBezTo>
                  <a:cubicBezTo>
                    <a:pt x="6408" y="9740"/>
                    <a:pt x="6623" y="9565"/>
                    <a:pt x="6879" y="9565"/>
                  </a:cubicBezTo>
                  <a:lnTo>
                    <a:pt x="6920" y="9565"/>
                  </a:lnTo>
                  <a:cubicBezTo>
                    <a:pt x="7177" y="9565"/>
                    <a:pt x="7392" y="9740"/>
                    <a:pt x="7474" y="9996"/>
                  </a:cubicBezTo>
                  <a:cubicBezTo>
                    <a:pt x="7525" y="10119"/>
                    <a:pt x="7648" y="10211"/>
                    <a:pt x="7781" y="10211"/>
                  </a:cubicBezTo>
                  <a:lnTo>
                    <a:pt x="13502" y="10211"/>
                  </a:lnTo>
                  <a:cubicBezTo>
                    <a:pt x="13676" y="10211"/>
                    <a:pt x="13799" y="10078"/>
                    <a:pt x="13799" y="9914"/>
                  </a:cubicBezTo>
                  <a:lnTo>
                    <a:pt x="13799" y="8376"/>
                  </a:lnTo>
                  <a:lnTo>
                    <a:pt x="13799" y="298"/>
                  </a:lnTo>
                  <a:cubicBezTo>
                    <a:pt x="13799" y="124"/>
                    <a:pt x="13676" y="1"/>
                    <a:pt x="13502" y="1"/>
                  </a:cubicBezTo>
                  <a:lnTo>
                    <a:pt x="8632" y="1"/>
                  </a:lnTo>
                  <a:cubicBezTo>
                    <a:pt x="7986" y="1"/>
                    <a:pt x="7351" y="257"/>
                    <a:pt x="6879" y="729"/>
                  </a:cubicBezTo>
                  <a:cubicBezTo>
                    <a:pt x="6449" y="257"/>
                    <a:pt x="5813" y="1"/>
                    <a:pt x="5167"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84"/>
            <p:cNvSpPr/>
            <p:nvPr/>
          </p:nvSpPr>
          <p:spPr>
            <a:xfrm>
              <a:off x="3291588" y="3751625"/>
              <a:ext cx="93050" cy="14875"/>
            </a:xfrm>
            <a:custGeom>
              <a:avLst/>
              <a:gdLst/>
              <a:ahLst/>
              <a:cxnLst/>
              <a:rect l="l" t="t" r="r" b="b"/>
              <a:pathLst>
                <a:path w="3722" h="595" extrusionOk="0">
                  <a:moveTo>
                    <a:pt x="339" y="0"/>
                  </a:moveTo>
                  <a:cubicBezTo>
                    <a:pt x="175" y="0"/>
                    <a:pt x="1" y="164"/>
                    <a:pt x="42" y="338"/>
                  </a:cubicBezTo>
                  <a:cubicBezTo>
                    <a:pt x="83" y="513"/>
                    <a:pt x="216" y="595"/>
                    <a:pt x="339" y="595"/>
                  </a:cubicBezTo>
                  <a:lnTo>
                    <a:pt x="3373" y="595"/>
                  </a:lnTo>
                  <a:cubicBezTo>
                    <a:pt x="3589" y="595"/>
                    <a:pt x="3722" y="461"/>
                    <a:pt x="3671" y="256"/>
                  </a:cubicBezTo>
                  <a:cubicBezTo>
                    <a:pt x="3671" y="123"/>
                    <a:pt x="3548"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84"/>
            <p:cNvSpPr/>
            <p:nvPr/>
          </p:nvSpPr>
          <p:spPr>
            <a:xfrm>
              <a:off x="3291588" y="3800575"/>
              <a:ext cx="93050" cy="15125"/>
            </a:xfrm>
            <a:custGeom>
              <a:avLst/>
              <a:gdLst/>
              <a:ahLst/>
              <a:cxnLst/>
              <a:rect l="l" t="t" r="r" b="b"/>
              <a:pathLst>
                <a:path w="3722" h="605" extrusionOk="0">
                  <a:moveTo>
                    <a:pt x="339" y="0"/>
                  </a:moveTo>
                  <a:cubicBezTo>
                    <a:pt x="175" y="0"/>
                    <a:pt x="1" y="174"/>
                    <a:pt x="42" y="349"/>
                  </a:cubicBezTo>
                  <a:cubicBezTo>
                    <a:pt x="83" y="513"/>
                    <a:pt x="216" y="605"/>
                    <a:pt x="339" y="605"/>
                  </a:cubicBezTo>
                  <a:lnTo>
                    <a:pt x="3373" y="605"/>
                  </a:lnTo>
                  <a:cubicBezTo>
                    <a:pt x="3589" y="605"/>
                    <a:pt x="3722" y="472"/>
                    <a:pt x="3671" y="256"/>
                  </a:cubicBezTo>
                  <a:cubicBezTo>
                    <a:pt x="3671" y="133"/>
                    <a:pt x="3548"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84"/>
            <p:cNvSpPr/>
            <p:nvPr/>
          </p:nvSpPr>
          <p:spPr>
            <a:xfrm>
              <a:off x="3291588" y="3849775"/>
              <a:ext cx="82300" cy="14875"/>
            </a:xfrm>
            <a:custGeom>
              <a:avLst/>
              <a:gdLst/>
              <a:ahLst/>
              <a:cxnLst/>
              <a:rect l="l" t="t" r="r" b="b"/>
              <a:pathLst>
                <a:path w="3292" h="595" extrusionOk="0">
                  <a:moveTo>
                    <a:pt x="339" y="0"/>
                  </a:moveTo>
                  <a:cubicBezTo>
                    <a:pt x="175" y="0"/>
                    <a:pt x="1" y="175"/>
                    <a:pt x="42" y="339"/>
                  </a:cubicBezTo>
                  <a:cubicBezTo>
                    <a:pt x="83" y="513"/>
                    <a:pt x="216" y="595"/>
                    <a:pt x="339" y="595"/>
                  </a:cubicBezTo>
                  <a:lnTo>
                    <a:pt x="2953" y="595"/>
                  </a:lnTo>
                  <a:cubicBezTo>
                    <a:pt x="3117" y="595"/>
                    <a:pt x="3291" y="431"/>
                    <a:pt x="3250" y="257"/>
                  </a:cubicBezTo>
                  <a:cubicBezTo>
                    <a:pt x="3250" y="123"/>
                    <a:pt x="3076" y="0"/>
                    <a:pt x="295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3" name="Google Shape;963;p84"/>
          <p:cNvGrpSpPr/>
          <p:nvPr/>
        </p:nvGrpSpPr>
        <p:grpSpPr>
          <a:xfrm>
            <a:off x="1801959" y="1475725"/>
            <a:ext cx="343950" cy="277075"/>
            <a:chOff x="4735263" y="2554500"/>
            <a:chExt cx="343950" cy="277075"/>
          </a:xfrm>
        </p:grpSpPr>
        <p:sp>
          <p:nvSpPr>
            <p:cNvPr id="964" name="Google Shape;964;p84"/>
            <p:cNvSpPr/>
            <p:nvPr/>
          </p:nvSpPr>
          <p:spPr>
            <a:xfrm>
              <a:off x="4942588" y="2603450"/>
              <a:ext cx="92800" cy="15150"/>
            </a:xfrm>
            <a:custGeom>
              <a:avLst/>
              <a:gdLst/>
              <a:ahLst/>
              <a:cxnLst/>
              <a:rect l="l" t="t" r="r" b="b"/>
              <a:pathLst>
                <a:path w="3712" h="606" extrusionOk="0">
                  <a:moveTo>
                    <a:pt x="339" y="1"/>
                  </a:moveTo>
                  <a:cubicBezTo>
                    <a:pt x="165" y="1"/>
                    <a:pt x="1" y="175"/>
                    <a:pt x="42" y="349"/>
                  </a:cubicBezTo>
                  <a:cubicBezTo>
                    <a:pt x="83" y="472"/>
                    <a:pt x="216" y="605"/>
                    <a:pt x="339" y="605"/>
                  </a:cubicBezTo>
                  <a:lnTo>
                    <a:pt x="3414" y="605"/>
                  </a:lnTo>
                  <a:cubicBezTo>
                    <a:pt x="3589" y="605"/>
                    <a:pt x="3712" y="431"/>
                    <a:pt x="3671" y="257"/>
                  </a:cubicBezTo>
                  <a:cubicBezTo>
                    <a:pt x="3671" y="93"/>
                    <a:pt x="3548"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84"/>
            <p:cNvSpPr/>
            <p:nvPr/>
          </p:nvSpPr>
          <p:spPr>
            <a:xfrm>
              <a:off x="4833663" y="2652650"/>
              <a:ext cx="38475" cy="14900"/>
            </a:xfrm>
            <a:custGeom>
              <a:avLst/>
              <a:gdLst/>
              <a:ahLst/>
              <a:cxnLst/>
              <a:rect l="l" t="t" r="r" b="b"/>
              <a:pathLst>
                <a:path w="1539" h="596" extrusionOk="0">
                  <a:moveTo>
                    <a:pt x="339" y="1"/>
                  </a:moveTo>
                  <a:cubicBezTo>
                    <a:pt x="124" y="1"/>
                    <a:pt x="1" y="175"/>
                    <a:pt x="42" y="339"/>
                  </a:cubicBezTo>
                  <a:cubicBezTo>
                    <a:pt x="42" y="472"/>
                    <a:pt x="165" y="596"/>
                    <a:pt x="339" y="596"/>
                  </a:cubicBezTo>
                  <a:lnTo>
                    <a:pt x="1190" y="596"/>
                  </a:lnTo>
                  <a:cubicBezTo>
                    <a:pt x="1364" y="596"/>
                    <a:pt x="1538" y="431"/>
                    <a:pt x="1497" y="257"/>
                  </a:cubicBezTo>
                  <a:cubicBezTo>
                    <a:pt x="1446" y="83"/>
                    <a:pt x="1323" y="1"/>
                    <a:pt x="119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84"/>
            <p:cNvSpPr/>
            <p:nvPr/>
          </p:nvSpPr>
          <p:spPr>
            <a:xfrm>
              <a:off x="4942588" y="2652650"/>
              <a:ext cx="92800" cy="14900"/>
            </a:xfrm>
            <a:custGeom>
              <a:avLst/>
              <a:gdLst/>
              <a:ahLst/>
              <a:cxnLst/>
              <a:rect l="l" t="t" r="r" b="b"/>
              <a:pathLst>
                <a:path w="3712" h="596" extrusionOk="0">
                  <a:moveTo>
                    <a:pt x="339" y="1"/>
                  </a:moveTo>
                  <a:cubicBezTo>
                    <a:pt x="165" y="1"/>
                    <a:pt x="1" y="175"/>
                    <a:pt x="42" y="339"/>
                  </a:cubicBezTo>
                  <a:cubicBezTo>
                    <a:pt x="83" y="472"/>
                    <a:pt x="216" y="596"/>
                    <a:pt x="339" y="596"/>
                  </a:cubicBezTo>
                  <a:lnTo>
                    <a:pt x="3414" y="596"/>
                  </a:lnTo>
                  <a:cubicBezTo>
                    <a:pt x="3589" y="596"/>
                    <a:pt x="3712" y="431"/>
                    <a:pt x="3671" y="257"/>
                  </a:cubicBezTo>
                  <a:cubicBezTo>
                    <a:pt x="3671" y="83"/>
                    <a:pt x="3548"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84"/>
            <p:cNvSpPr/>
            <p:nvPr/>
          </p:nvSpPr>
          <p:spPr>
            <a:xfrm>
              <a:off x="4942588" y="2701875"/>
              <a:ext cx="92800" cy="14875"/>
            </a:xfrm>
            <a:custGeom>
              <a:avLst/>
              <a:gdLst/>
              <a:ahLst/>
              <a:cxnLst/>
              <a:rect l="l" t="t" r="r" b="b"/>
              <a:pathLst>
                <a:path w="3712" h="595" extrusionOk="0">
                  <a:moveTo>
                    <a:pt x="339" y="0"/>
                  </a:moveTo>
                  <a:cubicBezTo>
                    <a:pt x="165" y="0"/>
                    <a:pt x="1" y="164"/>
                    <a:pt x="42" y="338"/>
                  </a:cubicBezTo>
                  <a:cubicBezTo>
                    <a:pt x="83" y="513"/>
                    <a:pt x="216" y="595"/>
                    <a:pt x="339" y="595"/>
                  </a:cubicBezTo>
                  <a:lnTo>
                    <a:pt x="3414" y="595"/>
                  </a:lnTo>
                  <a:cubicBezTo>
                    <a:pt x="3589" y="595"/>
                    <a:pt x="3712" y="472"/>
                    <a:pt x="3671" y="256"/>
                  </a:cubicBezTo>
                  <a:cubicBezTo>
                    <a:pt x="3671" y="123"/>
                    <a:pt x="3548"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84"/>
            <p:cNvSpPr/>
            <p:nvPr/>
          </p:nvSpPr>
          <p:spPr>
            <a:xfrm>
              <a:off x="4735263" y="2554500"/>
              <a:ext cx="343950" cy="277075"/>
            </a:xfrm>
            <a:custGeom>
              <a:avLst/>
              <a:gdLst/>
              <a:ahLst/>
              <a:cxnLst/>
              <a:rect l="l" t="t" r="r" b="b"/>
              <a:pathLst>
                <a:path w="13758" h="11083" extrusionOk="0">
                  <a:moveTo>
                    <a:pt x="1753" y="595"/>
                  </a:moveTo>
                  <a:lnTo>
                    <a:pt x="1753" y="8069"/>
                  </a:lnTo>
                  <a:lnTo>
                    <a:pt x="605" y="8069"/>
                  </a:lnTo>
                  <a:lnTo>
                    <a:pt x="605" y="595"/>
                  </a:lnTo>
                  <a:close/>
                  <a:moveTo>
                    <a:pt x="5126" y="595"/>
                  </a:moveTo>
                  <a:cubicBezTo>
                    <a:pt x="5690" y="595"/>
                    <a:pt x="6243" y="851"/>
                    <a:pt x="6582" y="1282"/>
                  </a:cubicBezTo>
                  <a:lnTo>
                    <a:pt x="6582" y="8540"/>
                  </a:lnTo>
                  <a:cubicBezTo>
                    <a:pt x="6151" y="8243"/>
                    <a:pt x="5639" y="8069"/>
                    <a:pt x="5126" y="8069"/>
                  </a:cubicBezTo>
                  <a:lnTo>
                    <a:pt x="4101" y="8069"/>
                  </a:lnTo>
                  <a:lnTo>
                    <a:pt x="4101" y="6449"/>
                  </a:lnTo>
                  <a:cubicBezTo>
                    <a:pt x="4152" y="6490"/>
                    <a:pt x="4193" y="6490"/>
                    <a:pt x="4234" y="6490"/>
                  </a:cubicBezTo>
                  <a:lnTo>
                    <a:pt x="5126" y="6490"/>
                  </a:lnTo>
                  <a:cubicBezTo>
                    <a:pt x="5259" y="6490"/>
                    <a:pt x="5382" y="6408"/>
                    <a:pt x="5433" y="6233"/>
                  </a:cubicBezTo>
                  <a:cubicBezTo>
                    <a:pt x="5433" y="6059"/>
                    <a:pt x="5300" y="5895"/>
                    <a:pt x="5126" y="5895"/>
                  </a:cubicBezTo>
                  <a:lnTo>
                    <a:pt x="4234" y="5895"/>
                  </a:lnTo>
                  <a:cubicBezTo>
                    <a:pt x="4193" y="5895"/>
                    <a:pt x="4152" y="5936"/>
                    <a:pt x="4101" y="5936"/>
                  </a:cubicBezTo>
                  <a:lnTo>
                    <a:pt x="4101" y="2522"/>
                  </a:lnTo>
                  <a:cubicBezTo>
                    <a:pt x="4152" y="2522"/>
                    <a:pt x="4193" y="2563"/>
                    <a:pt x="4234" y="2563"/>
                  </a:cubicBezTo>
                  <a:lnTo>
                    <a:pt x="5126" y="2563"/>
                  </a:lnTo>
                  <a:cubicBezTo>
                    <a:pt x="5259" y="2563"/>
                    <a:pt x="5382" y="2430"/>
                    <a:pt x="5433" y="2307"/>
                  </a:cubicBezTo>
                  <a:cubicBezTo>
                    <a:pt x="5433" y="2133"/>
                    <a:pt x="5300" y="1959"/>
                    <a:pt x="5126" y="1959"/>
                  </a:cubicBezTo>
                  <a:lnTo>
                    <a:pt x="4234" y="1959"/>
                  </a:lnTo>
                  <a:cubicBezTo>
                    <a:pt x="4193" y="1959"/>
                    <a:pt x="4152" y="1959"/>
                    <a:pt x="4101" y="2010"/>
                  </a:cubicBezTo>
                  <a:lnTo>
                    <a:pt x="4101" y="595"/>
                  </a:lnTo>
                  <a:close/>
                  <a:moveTo>
                    <a:pt x="13163" y="595"/>
                  </a:moveTo>
                  <a:lnTo>
                    <a:pt x="13163" y="8069"/>
                  </a:lnTo>
                  <a:lnTo>
                    <a:pt x="8632" y="8069"/>
                  </a:lnTo>
                  <a:cubicBezTo>
                    <a:pt x="8119" y="8069"/>
                    <a:pt x="7607" y="8243"/>
                    <a:pt x="7176" y="8540"/>
                  </a:cubicBezTo>
                  <a:lnTo>
                    <a:pt x="7176" y="1282"/>
                  </a:lnTo>
                  <a:cubicBezTo>
                    <a:pt x="7525" y="851"/>
                    <a:pt x="8078" y="595"/>
                    <a:pt x="8632" y="595"/>
                  </a:cubicBezTo>
                  <a:close/>
                  <a:moveTo>
                    <a:pt x="1753" y="8673"/>
                  </a:moveTo>
                  <a:lnTo>
                    <a:pt x="1753" y="9606"/>
                  </a:lnTo>
                  <a:lnTo>
                    <a:pt x="605" y="9606"/>
                  </a:lnTo>
                  <a:lnTo>
                    <a:pt x="605" y="8673"/>
                  </a:lnTo>
                  <a:close/>
                  <a:moveTo>
                    <a:pt x="5126" y="8673"/>
                  </a:moveTo>
                  <a:cubicBezTo>
                    <a:pt x="5556" y="8673"/>
                    <a:pt x="5987" y="8837"/>
                    <a:pt x="6325" y="9094"/>
                  </a:cubicBezTo>
                  <a:cubicBezTo>
                    <a:pt x="6110" y="9227"/>
                    <a:pt x="5946" y="9391"/>
                    <a:pt x="5813" y="9606"/>
                  </a:cubicBezTo>
                  <a:lnTo>
                    <a:pt x="4101" y="9606"/>
                  </a:lnTo>
                  <a:lnTo>
                    <a:pt x="4101" y="8673"/>
                  </a:lnTo>
                  <a:close/>
                  <a:moveTo>
                    <a:pt x="13163" y="8673"/>
                  </a:moveTo>
                  <a:lnTo>
                    <a:pt x="13163" y="9606"/>
                  </a:lnTo>
                  <a:lnTo>
                    <a:pt x="7945" y="9606"/>
                  </a:lnTo>
                  <a:cubicBezTo>
                    <a:pt x="7822" y="9391"/>
                    <a:pt x="7648" y="9227"/>
                    <a:pt x="7433" y="9094"/>
                  </a:cubicBezTo>
                  <a:cubicBezTo>
                    <a:pt x="7781" y="8837"/>
                    <a:pt x="8201" y="8673"/>
                    <a:pt x="8632" y="8673"/>
                  </a:cubicBezTo>
                  <a:close/>
                  <a:moveTo>
                    <a:pt x="3506" y="595"/>
                  </a:moveTo>
                  <a:lnTo>
                    <a:pt x="3506" y="10211"/>
                  </a:lnTo>
                  <a:lnTo>
                    <a:pt x="3127" y="9904"/>
                  </a:lnTo>
                  <a:cubicBezTo>
                    <a:pt x="3076" y="9863"/>
                    <a:pt x="2994" y="9821"/>
                    <a:pt x="2953" y="9821"/>
                  </a:cubicBezTo>
                  <a:cubicBezTo>
                    <a:pt x="2871" y="9821"/>
                    <a:pt x="2819" y="9863"/>
                    <a:pt x="2778" y="9904"/>
                  </a:cubicBezTo>
                  <a:lnTo>
                    <a:pt x="2358" y="10211"/>
                  </a:lnTo>
                  <a:lnTo>
                    <a:pt x="2358" y="595"/>
                  </a:lnTo>
                  <a:close/>
                  <a:moveTo>
                    <a:pt x="308" y="1"/>
                  </a:moveTo>
                  <a:cubicBezTo>
                    <a:pt x="133" y="1"/>
                    <a:pt x="0" y="124"/>
                    <a:pt x="0" y="298"/>
                  </a:cubicBezTo>
                  <a:lnTo>
                    <a:pt x="0" y="8366"/>
                  </a:lnTo>
                  <a:lnTo>
                    <a:pt x="0" y="9904"/>
                  </a:lnTo>
                  <a:cubicBezTo>
                    <a:pt x="0" y="10078"/>
                    <a:pt x="133" y="10211"/>
                    <a:pt x="308" y="10211"/>
                  </a:cubicBezTo>
                  <a:lnTo>
                    <a:pt x="1753" y="10211"/>
                  </a:lnTo>
                  <a:lnTo>
                    <a:pt x="1753" y="10765"/>
                  </a:lnTo>
                  <a:cubicBezTo>
                    <a:pt x="1753" y="10847"/>
                    <a:pt x="1794" y="10929"/>
                    <a:pt x="1886" y="11021"/>
                  </a:cubicBezTo>
                  <a:cubicBezTo>
                    <a:pt x="1927" y="11062"/>
                    <a:pt x="1992" y="11082"/>
                    <a:pt x="2056" y="11082"/>
                  </a:cubicBezTo>
                  <a:cubicBezTo>
                    <a:pt x="2120" y="11082"/>
                    <a:pt x="2184" y="11062"/>
                    <a:pt x="2225" y="11021"/>
                  </a:cubicBezTo>
                  <a:lnTo>
                    <a:pt x="2953" y="10508"/>
                  </a:lnTo>
                  <a:lnTo>
                    <a:pt x="3639" y="11021"/>
                  </a:lnTo>
                  <a:cubicBezTo>
                    <a:pt x="3680" y="11062"/>
                    <a:pt x="3762" y="11062"/>
                    <a:pt x="3803" y="11062"/>
                  </a:cubicBezTo>
                  <a:cubicBezTo>
                    <a:pt x="3844" y="11062"/>
                    <a:pt x="3937" y="11062"/>
                    <a:pt x="3978" y="11021"/>
                  </a:cubicBezTo>
                  <a:cubicBezTo>
                    <a:pt x="4060" y="10980"/>
                    <a:pt x="4101" y="10888"/>
                    <a:pt x="4101" y="10765"/>
                  </a:cubicBezTo>
                  <a:lnTo>
                    <a:pt x="4101" y="10211"/>
                  </a:lnTo>
                  <a:lnTo>
                    <a:pt x="5987" y="10211"/>
                  </a:lnTo>
                  <a:cubicBezTo>
                    <a:pt x="6110" y="10211"/>
                    <a:pt x="6243" y="10119"/>
                    <a:pt x="6284" y="9996"/>
                  </a:cubicBezTo>
                  <a:cubicBezTo>
                    <a:pt x="6366" y="9739"/>
                    <a:pt x="6623" y="9565"/>
                    <a:pt x="6879" y="9565"/>
                  </a:cubicBezTo>
                  <a:cubicBezTo>
                    <a:pt x="7135" y="9565"/>
                    <a:pt x="7350" y="9698"/>
                    <a:pt x="7433" y="9955"/>
                  </a:cubicBezTo>
                  <a:lnTo>
                    <a:pt x="7484" y="9996"/>
                  </a:lnTo>
                  <a:cubicBezTo>
                    <a:pt x="7525" y="10119"/>
                    <a:pt x="7607" y="10211"/>
                    <a:pt x="7740" y="10211"/>
                  </a:cubicBezTo>
                  <a:lnTo>
                    <a:pt x="13460" y="10211"/>
                  </a:lnTo>
                  <a:cubicBezTo>
                    <a:pt x="13635" y="10211"/>
                    <a:pt x="13758" y="10078"/>
                    <a:pt x="13758" y="9904"/>
                  </a:cubicBezTo>
                  <a:lnTo>
                    <a:pt x="13758" y="8366"/>
                  </a:lnTo>
                  <a:lnTo>
                    <a:pt x="13758" y="8161"/>
                  </a:lnTo>
                  <a:lnTo>
                    <a:pt x="13758" y="298"/>
                  </a:lnTo>
                  <a:cubicBezTo>
                    <a:pt x="13758" y="124"/>
                    <a:pt x="13635" y="1"/>
                    <a:pt x="13460" y="1"/>
                  </a:cubicBezTo>
                  <a:lnTo>
                    <a:pt x="8632" y="1"/>
                  </a:lnTo>
                  <a:cubicBezTo>
                    <a:pt x="7996" y="1"/>
                    <a:pt x="7350" y="257"/>
                    <a:pt x="6879" y="728"/>
                  </a:cubicBezTo>
                  <a:cubicBezTo>
                    <a:pt x="6407" y="257"/>
                    <a:pt x="5772" y="1"/>
                    <a:pt x="512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 name="Google Shape;969;p84"/>
          <p:cNvGrpSpPr/>
          <p:nvPr/>
        </p:nvGrpSpPr>
        <p:grpSpPr>
          <a:xfrm>
            <a:off x="4247100" y="1442400"/>
            <a:ext cx="345000" cy="343725"/>
            <a:chOff x="2499138" y="1976825"/>
            <a:chExt cx="345000" cy="343725"/>
          </a:xfrm>
        </p:grpSpPr>
        <p:sp>
          <p:nvSpPr>
            <p:cNvPr id="970" name="Google Shape;970;p84"/>
            <p:cNvSpPr/>
            <p:nvPr/>
          </p:nvSpPr>
          <p:spPr>
            <a:xfrm>
              <a:off x="2499138" y="2174175"/>
              <a:ext cx="345000" cy="146375"/>
            </a:xfrm>
            <a:custGeom>
              <a:avLst/>
              <a:gdLst/>
              <a:ahLst/>
              <a:cxnLst/>
              <a:rect l="l" t="t" r="r" b="b"/>
              <a:pathLst>
                <a:path w="13800" h="5855" extrusionOk="0">
                  <a:moveTo>
                    <a:pt x="5276" y="589"/>
                  </a:moveTo>
                  <a:cubicBezTo>
                    <a:pt x="5325" y="589"/>
                    <a:pt x="5377" y="594"/>
                    <a:pt x="5434" y="605"/>
                  </a:cubicBezTo>
                  <a:cubicBezTo>
                    <a:pt x="6111" y="605"/>
                    <a:pt x="6623" y="1159"/>
                    <a:pt x="6623" y="1794"/>
                  </a:cubicBezTo>
                  <a:lnTo>
                    <a:pt x="6623" y="2738"/>
                  </a:lnTo>
                  <a:cubicBezTo>
                    <a:pt x="6244" y="2522"/>
                    <a:pt x="5773" y="2399"/>
                    <a:pt x="5342" y="2399"/>
                  </a:cubicBezTo>
                  <a:lnTo>
                    <a:pt x="1077" y="2399"/>
                  </a:lnTo>
                  <a:lnTo>
                    <a:pt x="1077" y="1753"/>
                  </a:lnTo>
                  <a:cubicBezTo>
                    <a:pt x="1077" y="1456"/>
                    <a:pt x="1334" y="1241"/>
                    <a:pt x="1590" y="1241"/>
                  </a:cubicBezTo>
                  <a:cubicBezTo>
                    <a:pt x="2697" y="1241"/>
                    <a:pt x="3763" y="1077"/>
                    <a:pt x="4788" y="728"/>
                  </a:cubicBezTo>
                  <a:cubicBezTo>
                    <a:pt x="4829" y="728"/>
                    <a:pt x="4829" y="687"/>
                    <a:pt x="4870" y="687"/>
                  </a:cubicBezTo>
                  <a:cubicBezTo>
                    <a:pt x="5028" y="627"/>
                    <a:pt x="5142" y="589"/>
                    <a:pt x="5276" y="589"/>
                  </a:cubicBezTo>
                  <a:close/>
                  <a:moveTo>
                    <a:pt x="8417" y="564"/>
                  </a:moveTo>
                  <a:cubicBezTo>
                    <a:pt x="8633" y="564"/>
                    <a:pt x="8766" y="605"/>
                    <a:pt x="8930" y="687"/>
                  </a:cubicBezTo>
                  <a:cubicBezTo>
                    <a:pt x="8971" y="687"/>
                    <a:pt x="9022" y="728"/>
                    <a:pt x="9022" y="728"/>
                  </a:cubicBezTo>
                  <a:cubicBezTo>
                    <a:pt x="10047" y="1077"/>
                    <a:pt x="11155" y="1241"/>
                    <a:pt x="12221" y="1241"/>
                  </a:cubicBezTo>
                  <a:cubicBezTo>
                    <a:pt x="12518" y="1241"/>
                    <a:pt x="12733" y="1456"/>
                    <a:pt x="12733" y="1753"/>
                  </a:cubicBezTo>
                  <a:lnTo>
                    <a:pt x="12733" y="2399"/>
                  </a:lnTo>
                  <a:lnTo>
                    <a:pt x="8510" y="2399"/>
                  </a:lnTo>
                  <a:cubicBezTo>
                    <a:pt x="8038" y="2399"/>
                    <a:pt x="7608" y="2522"/>
                    <a:pt x="7228" y="2738"/>
                  </a:cubicBezTo>
                  <a:lnTo>
                    <a:pt x="7228" y="1794"/>
                  </a:lnTo>
                  <a:cubicBezTo>
                    <a:pt x="7228" y="1118"/>
                    <a:pt x="7741" y="564"/>
                    <a:pt x="8417" y="564"/>
                  </a:cubicBezTo>
                  <a:close/>
                  <a:moveTo>
                    <a:pt x="13205" y="2994"/>
                  </a:moveTo>
                  <a:lnTo>
                    <a:pt x="13205" y="4152"/>
                  </a:lnTo>
                  <a:lnTo>
                    <a:pt x="8294" y="4152"/>
                  </a:lnTo>
                  <a:cubicBezTo>
                    <a:pt x="7997" y="4152"/>
                    <a:pt x="7741" y="4357"/>
                    <a:pt x="7649" y="4665"/>
                  </a:cubicBezTo>
                  <a:cubicBezTo>
                    <a:pt x="7608" y="5003"/>
                    <a:pt x="7269" y="5259"/>
                    <a:pt x="6921" y="5259"/>
                  </a:cubicBezTo>
                  <a:cubicBezTo>
                    <a:pt x="6541" y="5259"/>
                    <a:pt x="6244" y="5003"/>
                    <a:pt x="6152" y="4665"/>
                  </a:cubicBezTo>
                  <a:cubicBezTo>
                    <a:pt x="6111" y="4357"/>
                    <a:pt x="5855" y="4152"/>
                    <a:pt x="5557" y="4152"/>
                  </a:cubicBezTo>
                  <a:lnTo>
                    <a:pt x="606" y="4152"/>
                  </a:lnTo>
                  <a:lnTo>
                    <a:pt x="606" y="2994"/>
                  </a:lnTo>
                  <a:lnTo>
                    <a:pt x="5342" y="2994"/>
                  </a:lnTo>
                  <a:cubicBezTo>
                    <a:pt x="5855" y="2994"/>
                    <a:pt x="6326" y="3209"/>
                    <a:pt x="6716" y="3547"/>
                  </a:cubicBezTo>
                  <a:cubicBezTo>
                    <a:pt x="6757" y="3614"/>
                    <a:pt x="6831" y="3647"/>
                    <a:pt x="6910" y="3647"/>
                  </a:cubicBezTo>
                  <a:cubicBezTo>
                    <a:pt x="6990" y="3647"/>
                    <a:pt x="7074" y="3614"/>
                    <a:pt x="7136" y="3547"/>
                  </a:cubicBezTo>
                  <a:cubicBezTo>
                    <a:pt x="7485" y="3209"/>
                    <a:pt x="7997" y="2994"/>
                    <a:pt x="8510" y="2994"/>
                  </a:cubicBezTo>
                  <a:close/>
                  <a:moveTo>
                    <a:pt x="5383" y="0"/>
                  </a:moveTo>
                  <a:cubicBezTo>
                    <a:pt x="5086" y="0"/>
                    <a:pt x="4922" y="52"/>
                    <a:pt x="4665" y="134"/>
                  </a:cubicBezTo>
                  <a:cubicBezTo>
                    <a:pt x="4665" y="134"/>
                    <a:pt x="4614" y="134"/>
                    <a:pt x="4573" y="175"/>
                  </a:cubicBezTo>
                  <a:cubicBezTo>
                    <a:pt x="3640" y="472"/>
                    <a:pt x="2615" y="646"/>
                    <a:pt x="1590" y="646"/>
                  </a:cubicBezTo>
                  <a:cubicBezTo>
                    <a:pt x="985" y="646"/>
                    <a:pt x="473" y="1159"/>
                    <a:pt x="473" y="1753"/>
                  </a:cubicBezTo>
                  <a:lnTo>
                    <a:pt x="473" y="2399"/>
                  </a:lnTo>
                  <a:lnTo>
                    <a:pt x="308" y="2399"/>
                  </a:lnTo>
                  <a:cubicBezTo>
                    <a:pt x="175" y="2399"/>
                    <a:pt x="1" y="2522"/>
                    <a:pt x="1" y="2697"/>
                  </a:cubicBezTo>
                  <a:lnTo>
                    <a:pt x="1" y="4450"/>
                  </a:lnTo>
                  <a:cubicBezTo>
                    <a:pt x="1" y="4614"/>
                    <a:pt x="175" y="4747"/>
                    <a:pt x="308" y="4747"/>
                  </a:cubicBezTo>
                  <a:lnTo>
                    <a:pt x="5557" y="4747"/>
                  </a:lnTo>
                  <a:cubicBezTo>
                    <a:pt x="5691" y="5382"/>
                    <a:pt x="6244" y="5854"/>
                    <a:pt x="6921" y="5854"/>
                  </a:cubicBezTo>
                  <a:cubicBezTo>
                    <a:pt x="7567" y="5854"/>
                    <a:pt x="8120" y="5382"/>
                    <a:pt x="8253" y="4747"/>
                  </a:cubicBezTo>
                  <a:lnTo>
                    <a:pt x="13502" y="4747"/>
                  </a:lnTo>
                  <a:cubicBezTo>
                    <a:pt x="13676" y="4747"/>
                    <a:pt x="13799" y="4614"/>
                    <a:pt x="13799" y="4450"/>
                  </a:cubicBezTo>
                  <a:lnTo>
                    <a:pt x="13799" y="2697"/>
                  </a:lnTo>
                  <a:cubicBezTo>
                    <a:pt x="13799" y="2522"/>
                    <a:pt x="13676" y="2399"/>
                    <a:pt x="13502" y="2399"/>
                  </a:cubicBezTo>
                  <a:lnTo>
                    <a:pt x="13328" y="2399"/>
                  </a:lnTo>
                  <a:lnTo>
                    <a:pt x="13328" y="1753"/>
                  </a:lnTo>
                  <a:cubicBezTo>
                    <a:pt x="13328" y="1159"/>
                    <a:pt x="12815" y="646"/>
                    <a:pt x="12180" y="646"/>
                  </a:cubicBezTo>
                  <a:cubicBezTo>
                    <a:pt x="11196" y="646"/>
                    <a:pt x="10170" y="472"/>
                    <a:pt x="9186" y="175"/>
                  </a:cubicBezTo>
                  <a:cubicBezTo>
                    <a:pt x="9186" y="134"/>
                    <a:pt x="9145" y="134"/>
                    <a:pt x="9104" y="134"/>
                  </a:cubicBezTo>
                  <a:cubicBezTo>
                    <a:pt x="8889" y="52"/>
                    <a:pt x="8715" y="0"/>
                    <a:pt x="8417" y="0"/>
                  </a:cubicBezTo>
                  <a:cubicBezTo>
                    <a:pt x="7782" y="0"/>
                    <a:pt x="7228" y="308"/>
                    <a:pt x="6880" y="821"/>
                  </a:cubicBezTo>
                  <a:cubicBezTo>
                    <a:pt x="6582" y="308"/>
                    <a:pt x="6029" y="0"/>
                    <a:pt x="538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84"/>
            <p:cNvSpPr/>
            <p:nvPr/>
          </p:nvSpPr>
          <p:spPr>
            <a:xfrm>
              <a:off x="2594238" y="1997450"/>
              <a:ext cx="154825" cy="150100"/>
            </a:xfrm>
            <a:custGeom>
              <a:avLst/>
              <a:gdLst/>
              <a:ahLst/>
              <a:cxnLst/>
              <a:rect l="l" t="t" r="r" b="b"/>
              <a:pathLst>
                <a:path w="6193" h="6004" extrusionOk="0">
                  <a:moveTo>
                    <a:pt x="1282" y="580"/>
                  </a:moveTo>
                  <a:cubicBezTo>
                    <a:pt x="1497" y="580"/>
                    <a:pt x="1712" y="621"/>
                    <a:pt x="2010" y="755"/>
                  </a:cubicBezTo>
                  <a:cubicBezTo>
                    <a:pt x="2184" y="837"/>
                    <a:pt x="2399" y="919"/>
                    <a:pt x="2563" y="1011"/>
                  </a:cubicBezTo>
                  <a:cubicBezTo>
                    <a:pt x="2307" y="1226"/>
                    <a:pt x="2051" y="1431"/>
                    <a:pt x="1794" y="1687"/>
                  </a:cubicBezTo>
                  <a:cubicBezTo>
                    <a:pt x="1579" y="1944"/>
                    <a:pt x="1323" y="2200"/>
                    <a:pt x="1159" y="2456"/>
                  </a:cubicBezTo>
                  <a:cubicBezTo>
                    <a:pt x="1025" y="2292"/>
                    <a:pt x="943" y="2077"/>
                    <a:pt x="861" y="1903"/>
                  </a:cubicBezTo>
                  <a:cubicBezTo>
                    <a:pt x="646" y="1349"/>
                    <a:pt x="646" y="919"/>
                    <a:pt x="861" y="714"/>
                  </a:cubicBezTo>
                  <a:cubicBezTo>
                    <a:pt x="943" y="621"/>
                    <a:pt x="1066" y="580"/>
                    <a:pt x="1282" y="580"/>
                  </a:cubicBezTo>
                  <a:close/>
                  <a:moveTo>
                    <a:pt x="4962" y="580"/>
                  </a:moveTo>
                  <a:cubicBezTo>
                    <a:pt x="5126" y="580"/>
                    <a:pt x="5300" y="621"/>
                    <a:pt x="5382" y="714"/>
                  </a:cubicBezTo>
                  <a:cubicBezTo>
                    <a:pt x="5557" y="919"/>
                    <a:pt x="5557" y="1349"/>
                    <a:pt x="5341" y="1903"/>
                  </a:cubicBezTo>
                  <a:cubicBezTo>
                    <a:pt x="5259" y="2077"/>
                    <a:pt x="5167" y="2292"/>
                    <a:pt x="5085" y="2456"/>
                  </a:cubicBezTo>
                  <a:cubicBezTo>
                    <a:pt x="4870" y="2200"/>
                    <a:pt x="4654" y="1944"/>
                    <a:pt x="4398" y="1687"/>
                  </a:cubicBezTo>
                  <a:cubicBezTo>
                    <a:pt x="4142" y="1431"/>
                    <a:pt x="3886" y="1226"/>
                    <a:pt x="3629" y="1011"/>
                  </a:cubicBezTo>
                  <a:cubicBezTo>
                    <a:pt x="3804" y="919"/>
                    <a:pt x="4019" y="837"/>
                    <a:pt x="4193" y="755"/>
                  </a:cubicBezTo>
                  <a:cubicBezTo>
                    <a:pt x="4490" y="621"/>
                    <a:pt x="4747" y="580"/>
                    <a:pt x="4962" y="580"/>
                  </a:cubicBezTo>
                  <a:close/>
                  <a:moveTo>
                    <a:pt x="3117" y="1349"/>
                  </a:moveTo>
                  <a:cubicBezTo>
                    <a:pt x="3424" y="1564"/>
                    <a:pt x="3722" y="1821"/>
                    <a:pt x="3978" y="2118"/>
                  </a:cubicBezTo>
                  <a:cubicBezTo>
                    <a:pt x="4275" y="2415"/>
                    <a:pt x="4531" y="2672"/>
                    <a:pt x="4747" y="2969"/>
                  </a:cubicBezTo>
                  <a:cubicBezTo>
                    <a:pt x="4531" y="3276"/>
                    <a:pt x="4275" y="3574"/>
                    <a:pt x="3978" y="3871"/>
                  </a:cubicBezTo>
                  <a:cubicBezTo>
                    <a:pt x="3722" y="4127"/>
                    <a:pt x="3424" y="4384"/>
                    <a:pt x="3117" y="4599"/>
                  </a:cubicBezTo>
                  <a:cubicBezTo>
                    <a:pt x="2819" y="4384"/>
                    <a:pt x="2522" y="4127"/>
                    <a:pt x="2225" y="3871"/>
                  </a:cubicBezTo>
                  <a:cubicBezTo>
                    <a:pt x="1969" y="3574"/>
                    <a:pt x="1712" y="3276"/>
                    <a:pt x="1497" y="2969"/>
                  </a:cubicBezTo>
                  <a:cubicBezTo>
                    <a:pt x="1712" y="2672"/>
                    <a:pt x="1969" y="2415"/>
                    <a:pt x="2225" y="2118"/>
                  </a:cubicBezTo>
                  <a:cubicBezTo>
                    <a:pt x="2522" y="1821"/>
                    <a:pt x="2819" y="1564"/>
                    <a:pt x="3117" y="1349"/>
                  </a:cubicBezTo>
                  <a:close/>
                  <a:moveTo>
                    <a:pt x="1159" y="3533"/>
                  </a:moveTo>
                  <a:cubicBezTo>
                    <a:pt x="1323" y="3789"/>
                    <a:pt x="1579" y="4045"/>
                    <a:pt x="1794" y="4302"/>
                  </a:cubicBezTo>
                  <a:cubicBezTo>
                    <a:pt x="2051" y="4507"/>
                    <a:pt x="2307" y="4763"/>
                    <a:pt x="2563" y="4937"/>
                  </a:cubicBezTo>
                  <a:cubicBezTo>
                    <a:pt x="2399" y="5070"/>
                    <a:pt x="2184" y="5152"/>
                    <a:pt x="2010" y="5234"/>
                  </a:cubicBezTo>
                  <a:cubicBezTo>
                    <a:pt x="1733" y="5342"/>
                    <a:pt x="1487" y="5396"/>
                    <a:pt x="1289" y="5396"/>
                  </a:cubicBezTo>
                  <a:cubicBezTo>
                    <a:pt x="1092" y="5396"/>
                    <a:pt x="943" y="5342"/>
                    <a:pt x="861" y="5234"/>
                  </a:cubicBezTo>
                  <a:cubicBezTo>
                    <a:pt x="646" y="5070"/>
                    <a:pt x="646" y="4640"/>
                    <a:pt x="861" y="4086"/>
                  </a:cubicBezTo>
                  <a:cubicBezTo>
                    <a:pt x="943" y="3912"/>
                    <a:pt x="1025" y="3697"/>
                    <a:pt x="1159" y="3533"/>
                  </a:cubicBezTo>
                  <a:close/>
                  <a:moveTo>
                    <a:pt x="5085" y="3533"/>
                  </a:moveTo>
                  <a:cubicBezTo>
                    <a:pt x="5167" y="3697"/>
                    <a:pt x="5259" y="3912"/>
                    <a:pt x="5341" y="4086"/>
                  </a:cubicBezTo>
                  <a:cubicBezTo>
                    <a:pt x="5557" y="4640"/>
                    <a:pt x="5557" y="5070"/>
                    <a:pt x="5382" y="5234"/>
                  </a:cubicBezTo>
                  <a:cubicBezTo>
                    <a:pt x="5275" y="5342"/>
                    <a:pt x="5116" y="5396"/>
                    <a:pt x="4915" y="5396"/>
                  </a:cubicBezTo>
                  <a:cubicBezTo>
                    <a:pt x="4713" y="5396"/>
                    <a:pt x="4470" y="5342"/>
                    <a:pt x="4193" y="5234"/>
                  </a:cubicBezTo>
                  <a:cubicBezTo>
                    <a:pt x="4019" y="5152"/>
                    <a:pt x="3804" y="5070"/>
                    <a:pt x="3629" y="4937"/>
                  </a:cubicBezTo>
                  <a:cubicBezTo>
                    <a:pt x="3886" y="4763"/>
                    <a:pt x="4142" y="4507"/>
                    <a:pt x="4398" y="4302"/>
                  </a:cubicBezTo>
                  <a:cubicBezTo>
                    <a:pt x="4654" y="4045"/>
                    <a:pt x="4870" y="3789"/>
                    <a:pt x="5085" y="3533"/>
                  </a:cubicBezTo>
                  <a:close/>
                  <a:moveTo>
                    <a:pt x="1300" y="1"/>
                  </a:moveTo>
                  <a:cubicBezTo>
                    <a:pt x="943" y="1"/>
                    <a:pt x="644" y="110"/>
                    <a:pt x="431" y="324"/>
                  </a:cubicBezTo>
                  <a:cubicBezTo>
                    <a:pt x="41" y="662"/>
                    <a:pt x="0" y="1308"/>
                    <a:pt x="298" y="2118"/>
                  </a:cubicBezTo>
                  <a:cubicBezTo>
                    <a:pt x="431" y="2415"/>
                    <a:pt x="605" y="2672"/>
                    <a:pt x="769" y="2969"/>
                  </a:cubicBezTo>
                  <a:cubicBezTo>
                    <a:pt x="605" y="3276"/>
                    <a:pt x="431" y="3574"/>
                    <a:pt x="298" y="3871"/>
                  </a:cubicBezTo>
                  <a:cubicBezTo>
                    <a:pt x="0" y="4640"/>
                    <a:pt x="41" y="5275"/>
                    <a:pt x="431" y="5665"/>
                  </a:cubicBezTo>
                  <a:cubicBezTo>
                    <a:pt x="646" y="5880"/>
                    <a:pt x="902" y="6003"/>
                    <a:pt x="1282" y="6003"/>
                  </a:cubicBezTo>
                  <a:cubicBezTo>
                    <a:pt x="1538" y="6003"/>
                    <a:pt x="1887" y="5921"/>
                    <a:pt x="2225" y="5788"/>
                  </a:cubicBezTo>
                  <a:cubicBezTo>
                    <a:pt x="2522" y="5665"/>
                    <a:pt x="2819" y="5532"/>
                    <a:pt x="3117" y="5327"/>
                  </a:cubicBezTo>
                  <a:cubicBezTo>
                    <a:pt x="3424" y="5532"/>
                    <a:pt x="3681" y="5665"/>
                    <a:pt x="3978" y="5788"/>
                  </a:cubicBezTo>
                  <a:cubicBezTo>
                    <a:pt x="4316" y="5921"/>
                    <a:pt x="4654" y="6003"/>
                    <a:pt x="4962" y="6003"/>
                  </a:cubicBezTo>
                  <a:cubicBezTo>
                    <a:pt x="5300" y="6003"/>
                    <a:pt x="5598" y="5880"/>
                    <a:pt x="5772" y="5665"/>
                  </a:cubicBezTo>
                  <a:cubicBezTo>
                    <a:pt x="6151" y="5275"/>
                    <a:pt x="6192" y="4640"/>
                    <a:pt x="5895" y="3871"/>
                  </a:cubicBezTo>
                  <a:cubicBezTo>
                    <a:pt x="5772" y="3574"/>
                    <a:pt x="5639" y="3276"/>
                    <a:pt x="5423" y="2969"/>
                  </a:cubicBezTo>
                  <a:cubicBezTo>
                    <a:pt x="5639" y="2672"/>
                    <a:pt x="5772" y="2415"/>
                    <a:pt x="5895" y="2118"/>
                  </a:cubicBezTo>
                  <a:cubicBezTo>
                    <a:pt x="6192" y="1308"/>
                    <a:pt x="6151" y="662"/>
                    <a:pt x="5772" y="324"/>
                  </a:cubicBezTo>
                  <a:cubicBezTo>
                    <a:pt x="5576" y="110"/>
                    <a:pt x="5288" y="1"/>
                    <a:pt x="4930" y="1"/>
                  </a:cubicBezTo>
                  <a:cubicBezTo>
                    <a:pt x="4652" y="1"/>
                    <a:pt x="4332" y="67"/>
                    <a:pt x="3978" y="201"/>
                  </a:cubicBezTo>
                  <a:cubicBezTo>
                    <a:pt x="3681" y="324"/>
                    <a:pt x="3424" y="457"/>
                    <a:pt x="3117" y="662"/>
                  </a:cubicBezTo>
                  <a:cubicBezTo>
                    <a:pt x="2819" y="457"/>
                    <a:pt x="2522" y="324"/>
                    <a:pt x="2225" y="201"/>
                  </a:cubicBezTo>
                  <a:cubicBezTo>
                    <a:pt x="1889" y="67"/>
                    <a:pt x="1577" y="1"/>
                    <a:pt x="130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84"/>
            <p:cNvSpPr/>
            <p:nvPr/>
          </p:nvSpPr>
          <p:spPr>
            <a:xfrm>
              <a:off x="2662663" y="2064225"/>
              <a:ext cx="18225" cy="15150"/>
            </a:xfrm>
            <a:custGeom>
              <a:avLst/>
              <a:gdLst/>
              <a:ahLst/>
              <a:cxnLst/>
              <a:rect l="l" t="t" r="r" b="b"/>
              <a:pathLst>
                <a:path w="729" h="606" extrusionOk="0">
                  <a:moveTo>
                    <a:pt x="339" y="1"/>
                  </a:moveTo>
                  <a:cubicBezTo>
                    <a:pt x="257" y="1"/>
                    <a:pt x="175" y="42"/>
                    <a:pt x="123" y="134"/>
                  </a:cubicBezTo>
                  <a:cubicBezTo>
                    <a:pt x="0" y="390"/>
                    <a:pt x="175" y="605"/>
                    <a:pt x="380" y="605"/>
                  </a:cubicBezTo>
                  <a:cubicBezTo>
                    <a:pt x="595" y="605"/>
                    <a:pt x="728" y="390"/>
                    <a:pt x="636" y="175"/>
                  </a:cubicBezTo>
                  <a:cubicBezTo>
                    <a:pt x="595" y="93"/>
                    <a:pt x="472" y="1"/>
                    <a:pt x="38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84"/>
            <p:cNvSpPr/>
            <p:nvPr/>
          </p:nvSpPr>
          <p:spPr>
            <a:xfrm>
              <a:off x="2783363" y="1976825"/>
              <a:ext cx="18225" cy="14900"/>
            </a:xfrm>
            <a:custGeom>
              <a:avLst/>
              <a:gdLst/>
              <a:ahLst/>
              <a:cxnLst/>
              <a:rect l="l" t="t" r="r" b="b"/>
              <a:pathLst>
                <a:path w="729" h="596" extrusionOk="0">
                  <a:moveTo>
                    <a:pt x="339" y="1"/>
                  </a:moveTo>
                  <a:cubicBezTo>
                    <a:pt x="257" y="1"/>
                    <a:pt x="124" y="42"/>
                    <a:pt x="83" y="124"/>
                  </a:cubicBezTo>
                  <a:cubicBezTo>
                    <a:pt x="1" y="339"/>
                    <a:pt x="124" y="595"/>
                    <a:pt x="339" y="595"/>
                  </a:cubicBezTo>
                  <a:cubicBezTo>
                    <a:pt x="554" y="595"/>
                    <a:pt x="729" y="380"/>
                    <a:pt x="636" y="165"/>
                  </a:cubicBezTo>
                  <a:cubicBezTo>
                    <a:pt x="554" y="42"/>
                    <a:pt x="472" y="1"/>
                    <a:pt x="38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84"/>
            <p:cNvSpPr/>
            <p:nvPr/>
          </p:nvSpPr>
          <p:spPr>
            <a:xfrm>
              <a:off x="2541938" y="2130600"/>
              <a:ext cx="19250" cy="14900"/>
            </a:xfrm>
            <a:custGeom>
              <a:avLst/>
              <a:gdLst/>
              <a:ahLst/>
              <a:cxnLst/>
              <a:rect l="l" t="t" r="r" b="b"/>
              <a:pathLst>
                <a:path w="770" h="596" extrusionOk="0">
                  <a:moveTo>
                    <a:pt x="339" y="1"/>
                  </a:moveTo>
                  <a:cubicBezTo>
                    <a:pt x="257" y="1"/>
                    <a:pt x="175" y="42"/>
                    <a:pt x="134" y="124"/>
                  </a:cubicBezTo>
                  <a:cubicBezTo>
                    <a:pt x="1" y="339"/>
                    <a:pt x="175" y="595"/>
                    <a:pt x="390" y="595"/>
                  </a:cubicBezTo>
                  <a:cubicBezTo>
                    <a:pt x="596" y="595"/>
                    <a:pt x="770" y="380"/>
                    <a:pt x="647" y="165"/>
                  </a:cubicBezTo>
                  <a:cubicBezTo>
                    <a:pt x="596" y="42"/>
                    <a:pt x="514" y="1"/>
                    <a:pt x="39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84"/>
            <p:cNvSpPr/>
            <p:nvPr/>
          </p:nvSpPr>
          <p:spPr>
            <a:xfrm>
              <a:off x="2520688" y="2031175"/>
              <a:ext cx="18200" cy="14875"/>
            </a:xfrm>
            <a:custGeom>
              <a:avLst/>
              <a:gdLst/>
              <a:ahLst/>
              <a:cxnLst/>
              <a:rect l="l" t="t" r="r" b="b"/>
              <a:pathLst>
                <a:path w="728" h="595" extrusionOk="0">
                  <a:moveTo>
                    <a:pt x="338" y="0"/>
                  </a:moveTo>
                  <a:cubicBezTo>
                    <a:pt x="256" y="0"/>
                    <a:pt x="164" y="82"/>
                    <a:pt x="123" y="174"/>
                  </a:cubicBezTo>
                  <a:cubicBezTo>
                    <a:pt x="0" y="390"/>
                    <a:pt x="123" y="595"/>
                    <a:pt x="379" y="595"/>
                  </a:cubicBezTo>
                  <a:cubicBezTo>
                    <a:pt x="554" y="595"/>
                    <a:pt x="728" y="390"/>
                    <a:pt x="636" y="174"/>
                  </a:cubicBezTo>
                  <a:cubicBezTo>
                    <a:pt x="595" y="82"/>
                    <a:pt x="472" y="0"/>
                    <a:pt x="37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84"/>
            <p:cNvSpPr/>
            <p:nvPr/>
          </p:nvSpPr>
          <p:spPr>
            <a:xfrm>
              <a:off x="2771588" y="2113425"/>
              <a:ext cx="19250" cy="14900"/>
            </a:xfrm>
            <a:custGeom>
              <a:avLst/>
              <a:gdLst/>
              <a:ahLst/>
              <a:cxnLst/>
              <a:rect l="l" t="t" r="r" b="b"/>
              <a:pathLst>
                <a:path w="770" h="596" extrusionOk="0">
                  <a:moveTo>
                    <a:pt x="380" y="1"/>
                  </a:moveTo>
                  <a:cubicBezTo>
                    <a:pt x="257" y="1"/>
                    <a:pt x="175" y="42"/>
                    <a:pt x="123" y="124"/>
                  </a:cubicBezTo>
                  <a:cubicBezTo>
                    <a:pt x="0" y="380"/>
                    <a:pt x="175" y="595"/>
                    <a:pt x="380" y="595"/>
                  </a:cubicBezTo>
                  <a:cubicBezTo>
                    <a:pt x="595" y="595"/>
                    <a:pt x="769" y="380"/>
                    <a:pt x="636" y="175"/>
                  </a:cubicBezTo>
                  <a:cubicBezTo>
                    <a:pt x="595" y="83"/>
                    <a:pt x="513" y="1"/>
                    <a:pt x="38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8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Literature review</a:t>
            </a:r>
            <a:endParaRPr/>
          </a:p>
        </p:txBody>
      </p:sp>
      <p:sp>
        <p:nvSpPr>
          <p:cNvPr id="982" name="Google Shape;982;p85"/>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Hanken Grotesk"/>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Hanken Grotesk Light"/>
              <a:buChar char="○"/>
            </a:pPr>
            <a:r>
              <a:rPr lang="en"/>
              <a:t>Mercury is the closest planet to the Sun and the smallest one</a:t>
            </a:r>
            <a:endParaRPr/>
          </a:p>
          <a:p>
            <a:pPr marL="457200" lvl="0" indent="-317500" algn="l" rtl="0">
              <a:spcBef>
                <a:spcPts val="1000"/>
              </a:spcBef>
              <a:spcAft>
                <a:spcPts val="0"/>
              </a:spcAft>
              <a:buSzPts val="1400"/>
              <a:buFont typeface="Hanken Grotesk"/>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Hanken Grotesk Light"/>
              <a:buChar char="○"/>
            </a:pPr>
            <a:r>
              <a:rPr lang="en"/>
              <a:t>Mars is full of iron oxide dust, which gives the planet its reddish cast</a:t>
            </a:r>
            <a:endParaRPr/>
          </a:p>
          <a:p>
            <a:pPr marL="457200" lvl="0" indent="-317500" algn="l" rtl="0">
              <a:spcBef>
                <a:spcPts val="1000"/>
              </a:spcBef>
              <a:spcAft>
                <a:spcPts val="0"/>
              </a:spcAft>
              <a:buSzPts val="1400"/>
              <a:buFont typeface="Hanken Grotesk"/>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Hanken Grotesk Light"/>
              <a:buChar char="○"/>
            </a:pPr>
            <a:r>
              <a:rPr lang="en"/>
              <a:t>Jupiter is a gas giant and the biggest planet in the Solar System</a:t>
            </a:r>
            <a:endParaRPr/>
          </a:p>
          <a:p>
            <a:pPr marL="457200" lvl="0" indent="-317500" algn="l" rtl="0">
              <a:spcBef>
                <a:spcPts val="1000"/>
              </a:spcBef>
              <a:spcAft>
                <a:spcPts val="0"/>
              </a:spcAft>
              <a:buSzPts val="1400"/>
              <a:buFont typeface="Hanken Grotesk"/>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Hanken Grotesk Light"/>
              <a:buChar char="○"/>
            </a:pPr>
            <a:r>
              <a:rPr lang="en"/>
              <a:t>Venus has a beautiful name and is the second planet from the Sun</a:t>
            </a:r>
            <a:endParaRPr/>
          </a:p>
          <a:p>
            <a:pPr marL="457200" lvl="0" indent="-317500" algn="l" rtl="0">
              <a:spcBef>
                <a:spcPts val="1000"/>
              </a:spcBef>
              <a:spcAft>
                <a:spcPts val="0"/>
              </a:spcAft>
              <a:buSzPts val="1400"/>
              <a:buFont typeface="Hanken Grotesk"/>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Hanken Grotesk Light"/>
              <a:buChar char="○"/>
            </a:pPr>
            <a:r>
              <a:rPr lang="en"/>
              <a:t>Earth is the third planet from the Sun and harbors life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86"/>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Theoretical framework</a:t>
            </a:r>
            <a:endParaRPr/>
          </a:p>
        </p:txBody>
      </p:sp>
      <p:graphicFrame>
        <p:nvGraphicFramePr>
          <p:cNvPr id="988" name="Google Shape;988;p86"/>
          <p:cNvGraphicFramePr/>
          <p:nvPr/>
        </p:nvGraphicFramePr>
        <p:xfrm>
          <a:off x="800800" y="1225540"/>
          <a:ext cx="7629975" cy="3250868"/>
        </p:xfrm>
        <a:graphic>
          <a:graphicData uri="http://schemas.openxmlformats.org/drawingml/2006/table">
            <a:tbl>
              <a:tblPr>
                <a:noFill/>
                <a:tableStyleId>{7D4C668B-C187-479B-87EF-453790EFD174}</a:tableStyleId>
              </a:tblPr>
              <a:tblGrid>
                <a:gridCol w="2064950">
                  <a:extLst>
                    <a:ext uri="{9D8B030D-6E8A-4147-A177-3AD203B41FA5}">
                      <a16:colId xmlns:a16="http://schemas.microsoft.com/office/drawing/2014/main" val="20000"/>
                    </a:ext>
                  </a:extLst>
                </a:gridCol>
                <a:gridCol w="3054850">
                  <a:extLst>
                    <a:ext uri="{9D8B030D-6E8A-4147-A177-3AD203B41FA5}">
                      <a16:colId xmlns:a16="http://schemas.microsoft.com/office/drawing/2014/main" val="20001"/>
                    </a:ext>
                  </a:extLst>
                </a:gridCol>
                <a:gridCol w="2510175">
                  <a:extLst>
                    <a:ext uri="{9D8B030D-6E8A-4147-A177-3AD203B41FA5}">
                      <a16:colId xmlns:a16="http://schemas.microsoft.com/office/drawing/2014/main" val="20002"/>
                    </a:ext>
                  </a:extLst>
                </a:gridCol>
              </a:tblGrid>
              <a:tr h="441825">
                <a:tc gridSpan="3">
                  <a:txBody>
                    <a:bodyPr/>
                    <a:lstStyle/>
                    <a:p>
                      <a:pPr marL="0" lvl="0" indent="0" algn="ctr"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Theoretical framework</a:t>
                      </a:r>
                      <a:endParaRPr sz="10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3325">
                <a:tc>
                  <a:txBody>
                    <a:bodyPr/>
                    <a:lstStyle/>
                    <a:p>
                      <a:pPr marL="0" lvl="0" indent="0" algn="l" rtl="0">
                        <a:lnSpc>
                          <a:spcPct val="115000"/>
                        </a:lnSpc>
                        <a:spcBef>
                          <a:spcPts val="0"/>
                        </a:spcBef>
                        <a:spcAft>
                          <a:spcPts val="0"/>
                        </a:spcAft>
                        <a:buNone/>
                      </a:pPr>
                      <a:r>
                        <a:rPr lang="en" sz="1700">
                          <a:solidFill>
                            <a:schemeClr val="dk1"/>
                          </a:solidFill>
                          <a:latin typeface="Figtree Black"/>
                          <a:ea typeface="Figtree Black"/>
                          <a:cs typeface="Figtree Black"/>
                          <a:sym typeface="Figtree Black"/>
                        </a:rPr>
                        <a:t>Key terms</a:t>
                      </a:r>
                      <a:endParaRPr sz="800" u="sng">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700">
                          <a:solidFill>
                            <a:schemeClr val="dk1"/>
                          </a:solidFill>
                          <a:latin typeface="Figtree Black"/>
                          <a:ea typeface="Figtree Black"/>
                          <a:cs typeface="Figtree Black"/>
                          <a:sym typeface="Figtree Black"/>
                        </a:rPr>
                        <a:t>Relevant theories</a:t>
                      </a:r>
                      <a:endParaRPr sz="17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lnSpc>
                          <a:spcPct val="115000"/>
                        </a:lnSpc>
                        <a:spcBef>
                          <a:spcPts val="0"/>
                        </a:spcBef>
                        <a:spcAft>
                          <a:spcPts val="0"/>
                        </a:spcAft>
                        <a:buNone/>
                      </a:pPr>
                      <a:r>
                        <a:rPr lang="en" sz="1700">
                          <a:solidFill>
                            <a:schemeClr val="dk1"/>
                          </a:solidFill>
                          <a:latin typeface="Figtree Black"/>
                          <a:ea typeface="Figtree Black"/>
                          <a:cs typeface="Figtree Black"/>
                          <a:sym typeface="Figtree Black"/>
                        </a:rPr>
                        <a:t>Our framework</a:t>
                      </a:r>
                      <a:endParaRPr sz="17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4825">
                <a:tc rowSpan="4">
                  <a:txBody>
                    <a:bodyPr/>
                    <a:lstStyle/>
                    <a:p>
                      <a:pPr marL="283464" lvl="0" indent="-213359" algn="l" rtl="0">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Mercury is small</a:t>
                      </a:r>
                      <a:endParaRPr sz="1200">
                        <a:solidFill>
                          <a:schemeClr val="dk1"/>
                        </a:solidFill>
                        <a:latin typeface="Hanken Grotesk"/>
                        <a:ea typeface="Hanken Grotesk"/>
                        <a:cs typeface="Hanken Grotesk"/>
                        <a:sym typeface="Hanken Grotesk"/>
                      </a:endParaRPr>
                    </a:p>
                    <a:p>
                      <a:pPr marL="283464" lvl="0" indent="-213359" algn="l" rtl="0">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Earth harbors life</a:t>
                      </a:r>
                      <a:endParaRPr sz="1200">
                        <a:solidFill>
                          <a:schemeClr val="dk1"/>
                        </a:solidFill>
                        <a:latin typeface="Hanken Grotesk"/>
                        <a:ea typeface="Hanken Grotesk"/>
                        <a:cs typeface="Hanken Grotesk"/>
                        <a:sym typeface="Hanken Grotesk"/>
                      </a:endParaRPr>
                    </a:p>
                    <a:p>
                      <a:pPr marL="283464" lvl="0" indent="-213359" algn="l" rtl="0">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Jupiter is big</a:t>
                      </a:r>
                      <a:endParaRPr sz="1200">
                        <a:solidFill>
                          <a:schemeClr val="dk1"/>
                        </a:solidFill>
                        <a:latin typeface="Hanken Grotesk Black"/>
                        <a:ea typeface="Hanken Grotesk Black"/>
                        <a:cs typeface="Hanken Grotesk Black"/>
                        <a:sym typeface="Hanken Grotesk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Theory 1</a:t>
                      </a:r>
                      <a:endParaRPr sz="1000">
                        <a:solidFill>
                          <a:schemeClr val="dk1"/>
                        </a:solidFill>
                        <a:latin typeface="Inter"/>
                        <a:ea typeface="Inter"/>
                        <a:cs typeface="Inter"/>
                        <a:sym typeface="Inter"/>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1"/>
                    </a:solidFill>
                  </a:tcPr>
                </a:tc>
                <a:tc rowSpan="4">
                  <a:txBody>
                    <a:bodyPr/>
                    <a:lstStyle/>
                    <a:p>
                      <a:pPr marL="0" lvl="0" indent="0" algn="ctr" rtl="0">
                        <a:lnSpc>
                          <a:spcPct val="115000"/>
                        </a:lnSpc>
                        <a:spcBef>
                          <a:spcPts val="0"/>
                        </a:spcBef>
                        <a:spcAft>
                          <a:spcPts val="0"/>
                        </a:spcAft>
                        <a:buNone/>
                      </a:pPr>
                      <a:r>
                        <a:rPr lang="en" sz="1200">
                          <a:solidFill>
                            <a:schemeClr val="dk1"/>
                          </a:solidFill>
                          <a:latin typeface="Inter"/>
                          <a:ea typeface="Inter"/>
                          <a:cs typeface="Inter"/>
                          <a:sym typeface="Inter"/>
                        </a:rPr>
                        <a:t>V</a:t>
                      </a:r>
                      <a:r>
                        <a:rPr lang="en" sz="1200">
                          <a:solidFill>
                            <a:schemeClr val="dk1"/>
                          </a:solidFill>
                          <a:latin typeface="Hanken Grotesk"/>
                          <a:ea typeface="Hanken Grotesk"/>
                          <a:cs typeface="Hanken Grotesk"/>
                          <a:sym typeface="Hanken Grotesk"/>
                        </a:rPr>
                        <a:t>enus has a beautiful name and is the second planet from the Sun. It’s very hot</a:t>
                      </a:r>
                      <a:endParaRPr sz="1200">
                        <a:solidFill>
                          <a:schemeClr val="dk1"/>
                        </a:solidFill>
                        <a:latin typeface="Hanken Grotesk"/>
                        <a:ea typeface="Hanken Grotesk"/>
                        <a:cs typeface="Hanken Grotesk"/>
                        <a:sym typeface="Hanken Grotes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75800">
                <a:tc vMerge="1">
                  <a:txBody>
                    <a:bodyPr/>
                    <a:lstStyle/>
                    <a:p>
                      <a:endParaRPr lang="en-US"/>
                    </a:p>
                  </a:txBody>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Saturn is a gas giant and has rings. It’s composed mostly of hydrogen and helium</a:t>
                      </a:r>
                      <a:endParaRPr sz="1200">
                        <a:solidFill>
                          <a:schemeClr val="dk1"/>
                        </a:solidFill>
                        <a:latin typeface="Hanken Grotesk"/>
                        <a:ea typeface="Hanken Grotesk"/>
                        <a:cs typeface="Hanken Grotesk"/>
                        <a:sym typeface="Hanken Grotes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3"/>
                  </a:ext>
                </a:extLst>
              </a:tr>
              <a:tr h="342050">
                <a:tc vMerge="1">
                  <a:txBody>
                    <a:bodyPr/>
                    <a:lstStyle/>
                    <a:p>
                      <a:endParaRPr lang="en-US"/>
                    </a:p>
                  </a:txBody>
                  <a:tcPr/>
                </a:tc>
                <a:tc>
                  <a:txBody>
                    <a:bodyPr/>
                    <a:lstStyle/>
                    <a:p>
                      <a:pPr marL="0" lvl="0" indent="0" algn="l" rtl="0">
                        <a:lnSpc>
                          <a:spcPct val="115000"/>
                        </a:lnSpc>
                        <a:spcBef>
                          <a:spcPts val="0"/>
                        </a:spcBef>
                        <a:spcAft>
                          <a:spcPts val="0"/>
                        </a:spcAft>
                        <a:buNone/>
                      </a:pPr>
                      <a:r>
                        <a:rPr lang="en" sz="1200">
                          <a:solidFill>
                            <a:schemeClr val="lt1"/>
                          </a:solidFill>
                          <a:latin typeface="Figtree Black"/>
                          <a:ea typeface="Figtree Black"/>
                          <a:cs typeface="Figtree Black"/>
                          <a:sym typeface="Figtree Black"/>
                        </a:rPr>
                        <a:t>Theory 2</a:t>
                      </a:r>
                      <a:endParaRPr sz="1200">
                        <a:solidFill>
                          <a:schemeClr val="dk1"/>
                        </a:solidFill>
                        <a:latin typeface="Inter"/>
                        <a:ea typeface="Inter"/>
                        <a:cs typeface="Inter"/>
                        <a:sym typeface="Inter"/>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1"/>
                    </a:solidFill>
                  </a:tcPr>
                </a:tc>
                <a:tc vMerge="1">
                  <a:txBody>
                    <a:bodyPr/>
                    <a:lstStyle/>
                    <a:p>
                      <a:endParaRPr lang="en-US"/>
                    </a:p>
                  </a:txBody>
                  <a:tcPr/>
                </a:tc>
                <a:extLst>
                  <a:ext uri="{0D108BD9-81ED-4DB2-BD59-A6C34878D82A}">
                    <a16:rowId xmlns:a16="http://schemas.microsoft.com/office/drawing/2014/main" val="10004"/>
                  </a:ext>
                </a:extLst>
              </a:tr>
              <a:tr h="816300">
                <a:tc vMerge="1">
                  <a:txBody>
                    <a:bodyPr/>
                    <a:lstStyle/>
                    <a:p>
                      <a:endParaRPr lang="en-US"/>
                    </a:p>
                  </a:txBody>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Neptune is the farthest planet from the Sun in Solar System and also an ice giant</a:t>
                      </a:r>
                      <a:endParaRPr sz="1200">
                        <a:solidFill>
                          <a:schemeClr val="dk1"/>
                        </a:solidFill>
                        <a:latin typeface="Hanken Grotesk"/>
                        <a:ea typeface="Hanken Grotesk"/>
                        <a:cs typeface="Hanken Grotesk"/>
                        <a:sym typeface="Hanken Grotesk"/>
                      </a:endParaRPr>
                    </a:p>
                    <a:p>
                      <a:pPr marL="0" lvl="0" indent="0" algn="l" rtl="0">
                        <a:spcBef>
                          <a:spcPts val="0"/>
                        </a:spcBef>
                        <a:spcAft>
                          <a:spcPts val="1600"/>
                        </a:spcAft>
                        <a:buNone/>
                      </a:pPr>
                      <a:endParaRPr sz="1000">
                        <a:solidFill>
                          <a:schemeClr val="dk1"/>
                        </a:solidFill>
                        <a:latin typeface="Inter"/>
                        <a:ea typeface="Inter"/>
                        <a:cs typeface="Inter"/>
                        <a:sym typeface="Inter"/>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5"/>
                  </a:ext>
                </a:extLst>
              </a:tr>
            </a:tbl>
          </a:graphicData>
        </a:graphic>
      </p:graphicFrame>
      <p:grpSp>
        <p:nvGrpSpPr>
          <p:cNvPr id="989" name="Google Shape;989;p86"/>
          <p:cNvGrpSpPr/>
          <p:nvPr/>
        </p:nvGrpSpPr>
        <p:grpSpPr>
          <a:xfrm>
            <a:off x="6833074" y="2383290"/>
            <a:ext cx="542582" cy="468398"/>
            <a:chOff x="1727213" y="3674725"/>
            <a:chExt cx="359850" cy="310650"/>
          </a:xfrm>
        </p:grpSpPr>
        <p:sp>
          <p:nvSpPr>
            <p:cNvPr id="990" name="Google Shape;990;p86"/>
            <p:cNvSpPr/>
            <p:nvPr/>
          </p:nvSpPr>
          <p:spPr>
            <a:xfrm>
              <a:off x="2048588" y="3851825"/>
              <a:ext cx="13875" cy="66400"/>
            </a:xfrm>
            <a:custGeom>
              <a:avLst/>
              <a:gdLst/>
              <a:ahLst/>
              <a:cxnLst/>
              <a:rect l="l" t="t" r="r" b="b"/>
              <a:pathLst>
                <a:path w="555" h="2656" extrusionOk="0">
                  <a:moveTo>
                    <a:pt x="1" y="0"/>
                  </a:moveTo>
                  <a:lnTo>
                    <a:pt x="1" y="2656"/>
                  </a:lnTo>
                  <a:lnTo>
                    <a:pt x="554" y="2656"/>
                  </a:lnTo>
                  <a:lnTo>
                    <a:pt x="554" y="0"/>
                  </a:lnTo>
                  <a:close/>
                </a:path>
              </a:pathLst>
            </a:custGeom>
            <a:solidFill>
              <a:srgbClr val="B2B2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1" name="Google Shape;991;p86"/>
            <p:cNvSpPr/>
            <p:nvPr/>
          </p:nvSpPr>
          <p:spPr>
            <a:xfrm>
              <a:off x="1802038" y="3720600"/>
              <a:ext cx="14900" cy="54350"/>
            </a:xfrm>
            <a:custGeom>
              <a:avLst/>
              <a:gdLst/>
              <a:ahLst/>
              <a:cxnLst/>
              <a:rect l="l" t="t" r="r" b="b"/>
              <a:pathLst>
                <a:path w="596" h="2174" extrusionOk="0">
                  <a:moveTo>
                    <a:pt x="1" y="1"/>
                  </a:moveTo>
                  <a:lnTo>
                    <a:pt x="1" y="2174"/>
                  </a:lnTo>
                  <a:lnTo>
                    <a:pt x="595" y="2174"/>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2" name="Google Shape;992;p86"/>
            <p:cNvSpPr/>
            <p:nvPr/>
          </p:nvSpPr>
          <p:spPr>
            <a:xfrm>
              <a:off x="1884063" y="3910500"/>
              <a:ext cx="203000" cy="52575"/>
            </a:xfrm>
            <a:custGeom>
              <a:avLst/>
              <a:gdLst/>
              <a:ahLst/>
              <a:cxnLst/>
              <a:rect l="l" t="t" r="r" b="b"/>
              <a:pathLst>
                <a:path w="8120" h="2103" extrusionOk="0">
                  <a:moveTo>
                    <a:pt x="308" y="1"/>
                  </a:moveTo>
                  <a:cubicBezTo>
                    <a:pt x="134" y="1"/>
                    <a:pt x="0" y="134"/>
                    <a:pt x="0" y="350"/>
                  </a:cubicBezTo>
                  <a:cubicBezTo>
                    <a:pt x="52" y="473"/>
                    <a:pt x="175" y="606"/>
                    <a:pt x="308" y="606"/>
                  </a:cubicBezTo>
                  <a:lnTo>
                    <a:pt x="7012" y="606"/>
                  </a:lnTo>
                  <a:cubicBezTo>
                    <a:pt x="7310" y="606"/>
                    <a:pt x="7525" y="821"/>
                    <a:pt x="7484" y="1118"/>
                  </a:cubicBezTo>
                  <a:cubicBezTo>
                    <a:pt x="7433" y="1334"/>
                    <a:pt x="7228" y="1539"/>
                    <a:pt x="7012" y="1539"/>
                  </a:cubicBezTo>
                  <a:lnTo>
                    <a:pt x="308" y="1539"/>
                  </a:lnTo>
                  <a:cubicBezTo>
                    <a:pt x="134" y="1539"/>
                    <a:pt x="0" y="1672"/>
                    <a:pt x="0" y="1887"/>
                  </a:cubicBezTo>
                  <a:cubicBezTo>
                    <a:pt x="52" y="2010"/>
                    <a:pt x="175" y="2103"/>
                    <a:pt x="308" y="2103"/>
                  </a:cubicBezTo>
                  <a:lnTo>
                    <a:pt x="7012" y="2103"/>
                  </a:lnTo>
                  <a:cubicBezTo>
                    <a:pt x="7648" y="2103"/>
                    <a:pt x="8120" y="1590"/>
                    <a:pt x="8079" y="944"/>
                  </a:cubicBezTo>
                  <a:cubicBezTo>
                    <a:pt x="7997" y="391"/>
                    <a:pt x="7525" y="1"/>
                    <a:pt x="7012" y="1"/>
                  </a:cubicBezTo>
                  <a:close/>
                </a:path>
              </a:pathLst>
            </a:custGeom>
            <a:solidFill>
              <a:srgbClr val="3333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3" name="Google Shape;993;p86"/>
            <p:cNvSpPr/>
            <p:nvPr/>
          </p:nvSpPr>
          <p:spPr>
            <a:xfrm>
              <a:off x="1727213" y="3674725"/>
              <a:ext cx="358825" cy="288350"/>
            </a:xfrm>
            <a:custGeom>
              <a:avLst/>
              <a:gdLst/>
              <a:ahLst/>
              <a:cxnLst/>
              <a:rect l="l" t="t" r="r" b="b"/>
              <a:pathLst>
                <a:path w="14353" h="11534" extrusionOk="0">
                  <a:moveTo>
                    <a:pt x="10939" y="595"/>
                  </a:moveTo>
                  <a:cubicBezTo>
                    <a:pt x="12220" y="595"/>
                    <a:pt x="13327" y="1661"/>
                    <a:pt x="13286" y="2984"/>
                  </a:cubicBezTo>
                  <a:cubicBezTo>
                    <a:pt x="13286" y="4224"/>
                    <a:pt x="12220" y="5249"/>
                    <a:pt x="10980" y="5249"/>
                  </a:cubicBezTo>
                  <a:lnTo>
                    <a:pt x="2994" y="5249"/>
                  </a:lnTo>
                  <a:cubicBezTo>
                    <a:pt x="2779" y="5249"/>
                    <a:pt x="2563" y="5075"/>
                    <a:pt x="2522" y="4870"/>
                  </a:cubicBezTo>
                  <a:cubicBezTo>
                    <a:pt x="2481" y="4563"/>
                    <a:pt x="2686" y="4306"/>
                    <a:pt x="2994" y="4306"/>
                  </a:cubicBezTo>
                  <a:lnTo>
                    <a:pt x="10939" y="4306"/>
                  </a:lnTo>
                  <a:cubicBezTo>
                    <a:pt x="11708" y="4306"/>
                    <a:pt x="12343" y="3712"/>
                    <a:pt x="12343" y="2943"/>
                  </a:cubicBezTo>
                  <a:cubicBezTo>
                    <a:pt x="12343" y="2174"/>
                    <a:pt x="11749" y="1538"/>
                    <a:pt x="10980" y="1538"/>
                  </a:cubicBezTo>
                  <a:lnTo>
                    <a:pt x="2994" y="1538"/>
                  </a:lnTo>
                  <a:cubicBezTo>
                    <a:pt x="2779" y="1538"/>
                    <a:pt x="2563" y="1364"/>
                    <a:pt x="2522" y="1149"/>
                  </a:cubicBezTo>
                  <a:cubicBezTo>
                    <a:pt x="2481" y="852"/>
                    <a:pt x="2686" y="595"/>
                    <a:pt x="2994" y="595"/>
                  </a:cubicBezTo>
                  <a:close/>
                  <a:moveTo>
                    <a:pt x="2994" y="1"/>
                  </a:moveTo>
                  <a:cubicBezTo>
                    <a:pt x="2430" y="1"/>
                    <a:pt x="1969" y="421"/>
                    <a:pt x="1917" y="975"/>
                  </a:cubicBezTo>
                  <a:cubicBezTo>
                    <a:pt x="1835" y="1579"/>
                    <a:pt x="2348" y="2133"/>
                    <a:pt x="2994" y="2133"/>
                  </a:cubicBezTo>
                  <a:lnTo>
                    <a:pt x="10939" y="2133"/>
                  </a:lnTo>
                  <a:cubicBezTo>
                    <a:pt x="11359" y="2133"/>
                    <a:pt x="11749" y="2471"/>
                    <a:pt x="11749" y="2902"/>
                  </a:cubicBezTo>
                  <a:cubicBezTo>
                    <a:pt x="11790" y="3373"/>
                    <a:pt x="11400" y="3712"/>
                    <a:pt x="10980" y="3712"/>
                  </a:cubicBezTo>
                  <a:lnTo>
                    <a:pt x="2902" y="3712"/>
                  </a:lnTo>
                  <a:cubicBezTo>
                    <a:pt x="2563" y="3712"/>
                    <a:pt x="2225" y="3886"/>
                    <a:pt x="2092" y="4183"/>
                  </a:cubicBezTo>
                  <a:cubicBezTo>
                    <a:pt x="1794" y="4737"/>
                    <a:pt x="1917" y="5290"/>
                    <a:pt x="2307" y="5588"/>
                  </a:cubicBezTo>
                  <a:cubicBezTo>
                    <a:pt x="810" y="6357"/>
                    <a:pt x="0" y="8243"/>
                    <a:pt x="1026" y="10078"/>
                  </a:cubicBezTo>
                  <a:cubicBezTo>
                    <a:pt x="1538" y="10970"/>
                    <a:pt x="2481" y="11534"/>
                    <a:pt x="3455" y="11534"/>
                  </a:cubicBezTo>
                  <a:lnTo>
                    <a:pt x="4398" y="11534"/>
                  </a:lnTo>
                  <a:cubicBezTo>
                    <a:pt x="4532" y="11534"/>
                    <a:pt x="4655" y="11400"/>
                    <a:pt x="4696" y="11277"/>
                  </a:cubicBezTo>
                  <a:cubicBezTo>
                    <a:pt x="4737" y="11103"/>
                    <a:pt x="4573" y="10929"/>
                    <a:pt x="4398" y="10929"/>
                  </a:cubicBezTo>
                  <a:lnTo>
                    <a:pt x="3763" y="10929"/>
                  </a:lnTo>
                  <a:cubicBezTo>
                    <a:pt x="2307" y="10929"/>
                    <a:pt x="1149" y="9781"/>
                    <a:pt x="1149" y="8325"/>
                  </a:cubicBezTo>
                  <a:cubicBezTo>
                    <a:pt x="1200" y="6961"/>
                    <a:pt x="2307" y="5844"/>
                    <a:pt x="3711" y="5844"/>
                  </a:cubicBezTo>
                  <a:lnTo>
                    <a:pt x="13286" y="5844"/>
                  </a:lnTo>
                  <a:cubicBezTo>
                    <a:pt x="13502" y="5844"/>
                    <a:pt x="13707" y="6018"/>
                    <a:pt x="13758" y="6234"/>
                  </a:cubicBezTo>
                  <a:cubicBezTo>
                    <a:pt x="13799" y="6531"/>
                    <a:pt x="13584" y="6787"/>
                    <a:pt x="13286" y="6787"/>
                  </a:cubicBezTo>
                  <a:lnTo>
                    <a:pt x="3763" y="6787"/>
                  </a:lnTo>
                  <a:cubicBezTo>
                    <a:pt x="2943" y="6787"/>
                    <a:pt x="2266" y="7382"/>
                    <a:pt x="2133" y="8151"/>
                  </a:cubicBezTo>
                  <a:cubicBezTo>
                    <a:pt x="2010" y="9135"/>
                    <a:pt x="2779" y="10037"/>
                    <a:pt x="3763" y="10037"/>
                  </a:cubicBezTo>
                  <a:lnTo>
                    <a:pt x="4398" y="10037"/>
                  </a:lnTo>
                  <a:cubicBezTo>
                    <a:pt x="4532" y="10037"/>
                    <a:pt x="4655" y="9904"/>
                    <a:pt x="4696" y="9781"/>
                  </a:cubicBezTo>
                  <a:cubicBezTo>
                    <a:pt x="4737" y="9565"/>
                    <a:pt x="4573" y="9432"/>
                    <a:pt x="4398" y="9432"/>
                  </a:cubicBezTo>
                  <a:lnTo>
                    <a:pt x="3763" y="9432"/>
                  </a:lnTo>
                  <a:cubicBezTo>
                    <a:pt x="3250" y="9432"/>
                    <a:pt x="2820" y="9094"/>
                    <a:pt x="2738" y="8581"/>
                  </a:cubicBezTo>
                  <a:cubicBezTo>
                    <a:pt x="2604" y="7946"/>
                    <a:pt x="3117" y="7382"/>
                    <a:pt x="3763" y="7382"/>
                  </a:cubicBezTo>
                  <a:lnTo>
                    <a:pt x="13286" y="7382"/>
                  </a:lnTo>
                  <a:cubicBezTo>
                    <a:pt x="13881" y="7382"/>
                    <a:pt x="14353" y="6920"/>
                    <a:pt x="14353" y="6316"/>
                  </a:cubicBezTo>
                  <a:cubicBezTo>
                    <a:pt x="14353" y="5721"/>
                    <a:pt x="13881" y="5249"/>
                    <a:pt x="13286" y="5249"/>
                  </a:cubicBezTo>
                  <a:lnTo>
                    <a:pt x="12733" y="5249"/>
                  </a:lnTo>
                  <a:cubicBezTo>
                    <a:pt x="13409" y="4737"/>
                    <a:pt x="13840" y="3927"/>
                    <a:pt x="13881" y="3025"/>
                  </a:cubicBezTo>
                  <a:cubicBezTo>
                    <a:pt x="13922" y="1364"/>
                    <a:pt x="12600" y="1"/>
                    <a:pt x="10939" y="1"/>
                  </a:cubicBezTo>
                  <a:close/>
                </a:path>
              </a:pathLst>
            </a:custGeom>
            <a:solidFill>
              <a:srgbClr val="3333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4" name="Google Shape;994;p86"/>
            <p:cNvSpPr/>
            <p:nvPr/>
          </p:nvSpPr>
          <p:spPr>
            <a:xfrm>
              <a:off x="1829738" y="3888050"/>
              <a:ext cx="69475" cy="97325"/>
            </a:xfrm>
            <a:custGeom>
              <a:avLst/>
              <a:gdLst/>
              <a:ahLst/>
              <a:cxnLst/>
              <a:rect l="l" t="t" r="r" b="b"/>
              <a:pathLst>
                <a:path w="2779" h="3893" extrusionOk="0">
                  <a:moveTo>
                    <a:pt x="311" y="1"/>
                  </a:moveTo>
                  <a:cubicBezTo>
                    <a:pt x="293" y="1"/>
                    <a:pt x="275" y="3"/>
                    <a:pt x="256" y="7"/>
                  </a:cubicBezTo>
                  <a:cubicBezTo>
                    <a:pt x="82" y="48"/>
                    <a:pt x="0" y="181"/>
                    <a:pt x="0" y="304"/>
                  </a:cubicBezTo>
                  <a:lnTo>
                    <a:pt x="0" y="3595"/>
                  </a:lnTo>
                  <a:cubicBezTo>
                    <a:pt x="0" y="3677"/>
                    <a:pt x="41" y="3769"/>
                    <a:pt x="123" y="3810"/>
                  </a:cubicBezTo>
                  <a:cubicBezTo>
                    <a:pt x="174" y="3851"/>
                    <a:pt x="215" y="3892"/>
                    <a:pt x="297" y="3892"/>
                  </a:cubicBezTo>
                  <a:cubicBezTo>
                    <a:pt x="338" y="3892"/>
                    <a:pt x="431" y="3851"/>
                    <a:pt x="472" y="3810"/>
                  </a:cubicBezTo>
                  <a:lnTo>
                    <a:pt x="1363" y="3083"/>
                  </a:lnTo>
                  <a:lnTo>
                    <a:pt x="2307" y="3810"/>
                  </a:lnTo>
                  <a:cubicBezTo>
                    <a:pt x="2348" y="3851"/>
                    <a:pt x="2412" y="3872"/>
                    <a:pt x="2476" y="3872"/>
                  </a:cubicBezTo>
                  <a:cubicBezTo>
                    <a:pt x="2540" y="3872"/>
                    <a:pt x="2604" y="3851"/>
                    <a:pt x="2645" y="3810"/>
                  </a:cubicBezTo>
                  <a:cubicBezTo>
                    <a:pt x="2737" y="3769"/>
                    <a:pt x="2778" y="3677"/>
                    <a:pt x="2778" y="3595"/>
                  </a:cubicBezTo>
                  <a:lnTo>
                    <a:pt x="2778" y="304"/>
                  </a:lnTo>
                  <a:cubicBezTo>
                    <a:pt x="2778" y="148"/>
                    <a:pt x="2639" y="1"/>
                    <a:pt x="2484" y="1"/>
                  </a:cubicBezTo>
                  <a:cubicBezTo>
                    <a:pt x="2466" y="1"/>
                    <a:pt x="2448" y="3"/>
                    <a:pt x="2430" y="7"/>
                  </a:cubicBezTo>
                  <a:cubicBezTo>
                    <a:pt x="2266" y="48"/>
                    <a:pt x="2173" y="181"/>
                    <a:pt x="2173" y="304"/>
                  </a:cubicBezTo>
                  <a:lnTo>
                    <a:pt x="2173" y="2949"/>
                  </a:lnTo>
                  <a:lnTo>
                    <a:pt x="1579" y="2488"/>
                  </a:lnTo>
                  <a:cubicBezTo>
                    <a:pt x="1517" y="2442"/>
                    <a:pt x="1453" y="2419"/>
                    <a:pt x="1389" y="2419"/>
                  </a:cubicBezTo>
                  <a:cubicBezTo>
                    <a:pt x="1325" y="2419"/>
                    <a:pt x="1261" y="2442"/>
                    <a:pt x="1199" y="2488"/>
                  </a:cubicBezTo>
                  <a:lnTo>
                    <a:pt x="595" y="2949"/>
                  </a:lnTo>
                  <a:lnTo>
                    <a:pt x="595" y="304"/>
                  </a:lnTo>
                  <a:cubicBezTo>
                    <a:pt x="595" y="148"/>
                    <a:pt x="463" y="1"/>
                    <a:pt x="311" y="1"/>
                  </a:cubicBezTo>
                  <a:close/>
                </a:path>
              </a:pathLst>
            </a:custGeom>
            <a:solidFill>
              <a:srgbClr val="B2B2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8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Schedule</a:t>
            </a:r>
            <a:endParaRPr/>
          </a:p>
        </p:txBody>
      </p:sp>
      <p:graphicFrame>
        <p:nvGraphicFramePr>
          <p:cNvPr id="1000" name="Google Shape;1000;p87"/>
          <p:cNvGraphicFramePr/>
          <p:nvPr/>
        </p:nvGraphicFramePr>
        <p:xfrm>
          <a:off x="713263" y="1230474"/>
          <a:ext cx="7704050" cy="3283587"/>
        </p:xfrm>
        <a:graphic>
          <a:graphicData uri="http://schemas.openxmlformats.org/drawingml/2006/table">
            <a:tbl>
              <a:tblPr>
                <a:noFill/>
                <a:tableStyleId>{7D4C668B-C187-479B-87EF-453790EFD174}</a:tableStyleId>
              </a:tblPr>
              <a:tblGrid>
                <a:gridCol w="923125">
                  <a:extLst>
                    <a:ext uri="{9D8B030D-6E8A-4147-A177-3AD203B41FA5}">
                      <a16:colId xmlns:a16="http://schemas.microsoft.com/office/drawing/2014/main" val="20000"/>
                    </a:ext>
                  </a:extLst>
                </a:gridCol>
                <a:gridCol w="1503300">
                  <a:extLst>
                    <a:ext uri="{9D8B030D-6E8A-4147-A177-3AD203B41FA5}">
                      <a16:colId xmlns:a16="http://schemas.microsoft.com/office/drawing/2014/main" val="20001"/>
                    </a:ext>
                  </a:extLst>
                </a:gridCol>
                <a:gridCol w="1484350">
                  <a:extLst>
                    <a:ext uri="{9D8B030D-6E8A-4147-A177-3AD203B41FA5}">
                      <a16:colId xmlns:a16="http://schemas.microsoft.com/office/drawing/2014/main" val="20002"/>
                    </a:ext>
                  </a:extLst>
                </a:gridCol>
                <a:gridCol w="442175">
                  <a:extLst>
                    <a:ext uri="{9D8B030D-6E8A-4147-A177-3AD203B41FA5}">
                      <a16:colId xmlns:a16="http://schemas.microsoft.com/office/drawing/2014/main" val="20003"/>
                    </a:ext>
                  </a:extLst>
                </a:gridCol>
                <a:gridCol w="442175">
                  <a:extLst>
                    <a:ext uri="{9D8B030D-6E8A-4147-A177-3AD203B41FA5}">
                      <a16:colId xmlns:a16="http://schemas.microsoft.com/office/drawing/2014/main" val="20004"/>
                    </a:ext>
                  </a:extLst>
                </a:gridCol>
                <a:gridCol w="442175">
                  <a:extLst>
                    <a:ext uri="{9D8B030D-6E8A-4147-A177-3AD203B41FA5}">
                      <a16:colId xmlns:a16="http://schemas.microsoft.com/office/drawing/2014/main" val="20005"/>
                    </a:ext>
                  </a:extLst>
                </a:gridCol>
                <a:gridCol w="442175">
                  <a:extLst>
                    <a:ext uri="{9D8B030D-6E8A-4147-A177-3AD203B41FA5}">
                      <a16:colId xmlns:a16="http://schemas.microsoft.com/office/drawing/2014/main" val="20006"/>
                    </a:ext>
                  </a:extLst>
                </a:gridCol>
                <a:gridCol w="442175">
                  <a:extLst>
                    <a:ext uri="{9D8B030D-6E8A-4147-A177-3AD203B41FA5}">
                      <a16:colId xmlns:a16="http://schemas.microsoft.com/office/drawing/2014/main" val="20007"/>
                    </a:ext>
                  </a:extLst>
                </a:gridCol>
                <a:gridCol w="442175">
                  <a:extLst>
                    <a:ext uri="{9D8B030D-6E8A-4147-A177-3AD203B41FA5}">
                      <a16:colId xmlns:a16="http://schemas.microsoft.com/office/drawing/2014/main" val="20008"/>
                    </a:ext>
                  </a:extLst>
                </a:gridCol>
                <a:gridCol w="1140225">
                  <a:extLst>
                    <a:ext uri="{9D8B030D-6E8A-4147-A177-3AD203B41FA5}">
                      <a16:colId xmlns:a16="http://schemas.microsoft.com/office/drawing/2014/main" val="20009"/>
                    </a:ext>
                  </a:extLst>
                </a:gridCol>
              </a:tblGrid>
              <a:tr h="404700">
                <a:tc>
                  <a:txBody>
                    <a:bodyPr/>
                    <a:lstStyle/>
                    <a:p>
                      <a:pPr marL="0" lvl="0" indent="0" algn="l"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Task</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Description</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Date</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J</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F</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M</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A</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M</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J</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600">
                          <a:solidFill>
                            <a:schemeClr val="dk1"/>
                          </a:solidFill>
                          <a:latin typeface="Figtree Black"/>
                          <a:ea typeface="Figtree Black"/>
                          <a:cs typeface="Figtree Black"/>
                          <a:sym typeface="Figtree Black"/>
                        </a:rPr>
                        <a:t>Status</a:t>
                      </a:r>
                      <a:endParaRPr sz="1600">
                        <a:solidFill>
                          <a:schemeClr val="dk1"/>
                        </a:solidFill>
                        <a:latin typeface="Figtree Black"/>
                        <a:ea typeface="Figtree Black"/>
                        <a:cs typeface="Figtree Black"/>
                        <a:sym typeface="Figtree Black"/>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67925">
                <a:tc>
                  <a:txBody>
                    <a:bodyPr/>
                    <a:lstStyle/>
                    <a:p>
                      <a:pPr marL="0" lvl="0" indent="0" algn="l" rtl="0">
                        <a:lnSpc>
                          <a:spcPct val="115000"/>
                        </a:lnSpc>
                        <a:spcBef>
                          <a:spcPts val="0"/>
                        </a:spcBef>
                        <a:spcAft>
                          <a:spcPts val="0"/>
                        </a:spcAft>
                        <a:buNone/>
                      </a:pPr>
                      <a:r>
                        <a:rPr lang="en" sz="1200" b="1">
                          <a:solidFill>
                            <a:schemeClr val="dk1"/>
                          </a:solidFill>
                          <a:latin typeface="Hanken Grotesk"/>
                          <a:ea typeface="Hanken Grotesk"/>
                          <a:cs typeface="Hanken Grotesk"/>
                          <a:sym typeface="Hanken Grotesk"/>
                        </a:rPr>
                        <a:t>Task 1</a:t>
                      </a:r>
                      <a:endParaRPr sz="1200" b="1">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Despite being red, Mars is cold</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Jan 1 - Feb 15</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Completed</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67925">
                <a:tc>
                  <a:txBody>
                    <a:bodyPr/>
                    <a:lstStyle/>
                    <a:p>
                      <a:pPr marL="0" lvl="0" indent="0" algn="l" rtl="0">
                        <a:lnSpc>
                          <a:spcPct val="115000"/>
                        </a:lnSpc>
                        <a:spcBef>
                          <a:spcPts val="0"/>
                        </a:spcBef>
                        <a:spcAft>
                          <a:spcPts val="0"/>
                        </a:spcAft>
                        <a:buNone/>
                      </a:pPr>
                      <a:r>
                        <a:rPr lang="en" sz="1200" b="1">
                          <a:solidFill>
                            <a:schemeClr val="dk1"/>
                          </a:solidFill>
                          <a:latin typeface="Hanken Grotesk"/>
                          <a:ea typeface="Hanken Grotesk"/>
                          <a:cs typeface="Hanken Grotesk"/>
                          <a:sym typeface="Hanken Grotesk"/>
                        </a:rPr>
                        <a:t>Task 2</a:t>
                      </a:r>
                      <a:endParaRPr sz="1200" b="1">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Earth is the planet with life</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Feb 1 - Apr 30</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In progress</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67925">
                <a:tc>
                  <a:txBody>
                    <a:bodyPr/>
                    <a:lstStyle/>
                    <a:p>
                      <a:pPr marL="0" lvl="0" indent="0" algn="l" rtl="0">
                        <a:lnSpc>
                          <a:spcPct val="115000"/>
                        </a:lnSpc>
                        <a:spcBef>
                          <a:spcPts val="0"/>
                        </a:spcBef>
                        <a:spcAft>
                          <a:spcPts val="0"/>
                        </a:spcAft>
                        <a:buNone/>
                      </a:pPr>
                      <a:r>
                        <a:rPr lang="en" sz="1200" b="1">
                          <a:solidFill>
                            <a:schemeClr val="dk1"/>
                          </a:solidFill>
                          <a:latin typeface="Hanken Grotesk"/>
                          <a:ea typeface="Hanken Grotesk"/>
                          <a:cs typeface="Hanken Grotesk"/>
                          <a:sym typeface="Hanken Grotesk"/>
                        </a:rPr>
                        <a:t>Task 3</a:t>
                      </a:r>
                      <a:endParaRPr sz="1200" b="1">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Venus has a beautiful name</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Mar 15 - Apr 30</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Delayed</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67925">
                <a:tc>
                  <a:txBody>
                    <a:bodyPr/>
                    <a:lstStyle/>
                    <a:p>
                      <a:pPr marL="0" lvl="0" indent="0" algn="l" rtl="0">
                        <a:lnSpc>
                          <a:spcPct val="115000"/>
                        </a:lnSpc>
                        <a:spcBef>
                          <a:spcPts val="0"/>
                        </a:spcBef>
                        <a:spcAft>
                          <a:spcPts val="0"/>
                        </a:spcAft>
                        <a:buNone/>
                      </a:pPr>
                      <a:r>
                        <a:rPr lang="en" sz="1200" b="1">
                          <a:solidFill>
                            <a:schemeClr val="dk1"/>
                          </a:solidFill>
                          <a:latin typeface="Hanken Grotesk"/>
                          <a:ea typeface="Hanken Grotesk"/>
                          <a:cs typeface="Hanken Grotesk"/>
                          <a:sym typeface="Hanken Grotesk"/>
                        </a:rPr>
                        <a:t>Task 4</a:t>
                      </a:r>
                      <a:endParaRPr sz="1200" b="1">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Neptune is far away from us</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Apr 20 - May 15</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Unstarted</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67925">
                <a:tc>
                  <a:txBody>
                    <a:bodyPr/>
                    <a:lstStyle/>
                    <a:p>
                      <a:pPr marL="0" lvl="0" indent="0" algn="l" rtl="0">
                        <a:lnSpc>
                          <a:spcPct val="115000"/>
                        </a:lnSpc>
                        <a:spcBef>
                          <a:spcPts val="0"/>
                        </a:spcBef>
                        <a:spcAft>
                          <a:spcPts val="0"/>
                        </a:spcAft>
                        <a:buNone/>
                      </a:pPr>
                      <a:r>
                        <a:rPr lang="en" sz="1200" b="1">
                          <a:solidFill>
                            <a:schemeClr val="dk1"/>
                          </a:solidFill>
                          <a:latin typeface="Hanken Grotesk"/>
                          <a:ea typeface="Hanken Grotesk"/>
                          <a:cs typeface="Hanken Grotesk"/>
                          <a:sym typeface="Hanken Grotesk"/>
                        </a:rPr>
                        <a:t>Task 5</a:t>
                      </a:r>
                      <a:endParaRPr sz="1200" b="1">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Jupiter is a huge gas giant</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Jun 4 - Jun 30</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Unstarted</a:t>
                      </a:r>
                      <a:endParaRPr sz="1200">
                        <a:solidFill>
                          <a:schemeClr val="dk1"/>
                        </a:solidFill>
                        <a:latin typeface="Hanken Grotesk"/>
                        <a:ea typeface="Hanken Grotesk"/>
                        <a:cs typeface="Hanken Grotesk"/>
                        <a:sym typeface="Hanken Grotesk"/>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88"/>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Methodology</a:t>
            </a:r>
            <a:endParaRPr/>
          </a:p>
        </p:txBody>
      </p:sp>
      <p:sp>
        <p:nvSpPr>
          <p:cNvPr id="1006" name="Google Shape;1006;p88"/>
          <p:cNvSpPr txBox="1"/>
          <p:nvPr/>
        </p:nvSpPr>
        <p:spPr>
          <a:xfrm>
            <a:off x="5098326" y="1207750"/>
            <a:ext cx="33324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Mercury is the closest planet to the Sun and the smallest one</a:t>
            </a:r>
            <a:endParaRPr>
              <a:solidFill>
                <a:schemeClr val="dk1"/>
              </a:solidFill>
              <a:latin typeface="Hanken Grotesk"/>
              <a:ea typeface="Hanken Grotesk"/>
              <a:cs typeface="Hanken Grotesk"/>
              <a:sym typeface="Hanken Grotesk"/>
            </a:endParaRPr>
          </a:p>
        </p:txBody>
      </p:sp>
      <p:sp>
        <p:nvSpPr>
          <p:cNvPr id="1007" name="Google Shape;1007;p88"/>
          <p:cNvSpPr txBox="1"/>
          <p:nvPr/>
        </p:nvSpPr>
        <p:spPr>
          <a:xfrm>
            <a:off x="5094378" y="2051967"/>
            <a:ext cx="3332400" cy="70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Venus has a beautiful name and is the second planet from the Sun</a:t>
            </a:r>
            <a:endParaRPr>
              <a:solidFill>
                <a:schemeClr val="dk1"/>
              </a:solidFill>
              <a:latin typeface="Hanken Grotesk"/>
              <a:ea typeface="Hanken Grotesk"/>
              <a:cs typeface="Hanken Grotesk"/>
              <a:sym typeface="Hanken Grotesk"/>
            </a:endParaRPr>
          </a:p>
        </p:txBody>
      </p:sp>
      <p:sp>
        <p:nvSpPr>
          <p:cNvPr id="1008" name="Google Shape;1008;p88"/>
          <p:cNvSpPr txBox="1"/>
          <p:nvPr/>
        </p:nvSpPr>
        <p:spPr>
          <a:xfrm>
            <a:off x="5094375" y="2898883"/>
            <a:ext cx="3332400" cy="699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Mars is full of iron oxide dust, which gives the planet its reddish cast</a:t>
            </a:r>
            <a:endParaRPr>
              <a:solidFill>
                <a:schemeClr val="dk1"/>
              </a:solidFill>
              <a:latin typeface="Hanken Grotesk"/>
              <a:ea typeface="Hanken Grotesk"/>
              <a:cs typeface="Hanken Grotesk"/>
              <a:sym typeface="Hanken Grotesk"/>
            </a:endParaRPr>
          </a:p>
        </p:txBody>
      </p:sp>
      <p:sp>
        <p:nvSpPr>
          <p:cNvPr id="1009" name="Google Shape;1009;p88"/>
          <p:cNvSpPr txBox="1"/>
          <p:nvPr/>
        </p:nvSpPr>
        <p:spPr>
          <a:xfrm>
            <a:off x="5098326" y="3738900"/>
            <a:ext cx="33324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Jupiter is a gas giant and the biggest planet in the Solar System</a:t>
            </a:r>
            <a:endParaRPr>
              <a:solidFill>
                <a:schemeClr val="dk1"/>
              </a:solidFill>
              <a:latin typeface="Hanken Grotesk"/>
              <a:ea typeface="Hanken Grotesk"/>
              <a:cs typeface="Hanken Grotesk"/>
              <a:sym typeface="Hanken Grotesk"/>
            </a:endParaRPr>
          </a:p>
        </p:txBody>
      </p:sp>
      <p:sp>
        <p:nvSpPr>
          <p:cNvPr id="1010" name="Google Shape;1010;p88"/>
          <p:cNvSpPr txBox="1"/>
          <p:nvPr/>
        </p:nvSpPr>
        <p:spPr>
          <a:xfrm>
            <a:off x="665800" y="2586275"/>
            <a:ext cx="1374900" cy="4782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Mercury</a:t>
            </a:r>
            <a:endParaRPr sz="1900">
              <a:solidFill>
                <a:schemeClr val="dk1"/>
              </a:solidFill>
              <a:latin typeface="Figtree Black"/>
              <a:ea typeface="Figtree Black"/>
              <a:cs typeface="Figtree Black"/>
              <a:sym typeface="Figtree Black"/>
            </a:endParaRPr>
          </a:p>
        </p:txBody>
      </p:sp>
      <p:sp>
        <p:nvSpPr>
          <p:cNvPr id="1011" name="Google Shape;1011;p88"/>
          <p:cNvSpPr txBox="1"/>
          <p:nvPr/>
        </p:nvSpPr>
        <p:spPr>
          <a:xfrm>
            <a:off x="2884875" y="1322648"/>
            <a:ext cx="2163600" cy="4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Type of data</a:t>
            </a:r>
            <a:endParaRPr sz="1500">
              <a:solidFill>
                <a:schemeClr val="lt1"/>
              </a:solidFill>
              <a:latin typeface="Figtree Black"/>
              <a:ea typeface="Figtree Black"/>
              <a:cs typeface="Figtree Black"/>
              <a:sym typeface="Figtree Black"/>
            </a:endParaRPr>
          </a:p>
        </p:txBody>
      </p:sp>
      <p:sp>
        <p:nvSpPr>
          <p:cNvPr id="1012" name="Google Shape;1012;p88"/>
          <p:cNvSpPr txBox="1"/>
          <p:nvPr/>
        </p:nvSpPr>
        <p:spPr>
          <a:xfrm>
            <a:off x="2884875" y="2166363"/>
            <a:ext cx="2163600" cy="4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Motives</a:t>
            </a:r>
            <a:endParaRPr sz="1500">
              <a:solidFill>
                <a:schemeClr val="lt1"/>
              </a:solidFill>
              <a:latin typeface="Figtree Black"/>
              <a:ea typeface="Figtree Black"/>
              <a:cs typeface="Figtree Black"/>
              <a:sym typeface="Figtree Black"/>
            </a:endParaRPr>
          </a:p>
        </p:txBody>
      </p:sp>
      <p:sp>
        <p:nvSpPr>
          <p:cNvPr id="1013" name="Google Shape;1013;p88"/>
          <p:cNvSpPr txBox="1"/>
          <p:nvPr/>
        </p:nvSpPr>
        <p:spPr>
          <a:xfrm>
            <a:off x="2884875" y="3010078"/>
            <a:ext cx="2163600" cy="4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Data collection</a:t>
            </a:r>
            <a:endParaRPr sz="1500">
              <a:solidFill>
                <a:schemeClr val="lt1"/>
              </a:solidFill>
              <a:latin typeface="Figtree Black"/>
              <a:ea typeface="Figtree Black"/>
              <a:cs typeface="Figtree Black"/>
              <a:sym typeface="Figtree Black"/>
            </a:endParaRPr>
          </a:p>
        </p:txBody>
      </p:sp>
      <p:sp>
        <p:nvSpPr>
          <p:cNvPr id="1014" name="Google Shape;1014;p88"/>
          <p:cNvSpPr txBox="1"/>
          <p:nvPr/>
        </p:nvSpPr>
        <p:spPr>
          <a:xfrm>
            <a:off x="2884875" y="3853793"/>
            <a:ext cx="2163600" cy="4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solidFill>
                  <a:schemeClr val="lt1"/>
                </a:solidFill>
                <a:latin typeface="Figtree Black"/>
                <a:ea typeface="Figtree Black"/>
                <a:cs typeface="Figtree Black"/>
                <a:sym typeface="Figtree Black"/>
              </a:rPr>
              <a:t>Sampling</a:t>
            </a:r>
            <a:endParaRPr sz="1500">
              <a:solidFill>
                <a:schemeClr val="lt1"/>
              </a:solidFill>
              <a:latin typeface="Figtree Black"/>
              <a:ea typeface="Figtree Black"/>
              <a:cs typeface="Figtree Black"/>
              <a:sym typeface="Figtree Black"/>
            </a:endParaRPr>
          </a:p>
        </p:txBody>
      </p:sp>
      <p:cxnSp>
        <p:nvCxnSpPr>
          <p:cNvPr id="1015" name="Google Shape;1015;p88"/>
          <p:cNvCxnSpPr>
            <a:stCxn id="1010" idx="3"/>
            <a:endCxn id="1011" idx="1"/>
          </p:cNvCxnSpPr>
          <p:nvPr/>
        </p:nvCxnSpPr>
        <p:spPr>
          <a:xfrm rot="10800000" flipH="1">
            <a:off x="2040700" y="1559675"/>
            <a:ext cx="844200" cy="1265700"/>
          </a:xfrm>
          <a:prstGeom prst="bentConnector3">
            <a:avLst>
              <a:gd name="adj1" fmla="val 49999"/>
            </a:avLst>
          </a:prstGeom>
          <a:noFill/>
          <a:ln w="19050" cap="flat" cmpd="sng">
            <a:solidFill>
              <a:schemeClr val="dk1"/>
            </a:solidFill>
            <a:prstDash val="solid"/>
            <a:round/>
            <a:headEnd type="none" w="med" len="med"/>
            <a:tailEnd type="none" w="med" len="med"/>
          </a:ln>
        </p:spPr>
      </p:cxnSp>
      <p:cxnSp>
        <p:nvCxnSpPr>
          <p:cNvPr id="1016" name="Google Shape;1016;p88"/>
          <p:cNvCxnSpPr>
            <a:stCxn id="1010" idx="3"/>
            <a:endCxn id="1012" idx="1"/>
          </p:cNvCxnSpPr>
          <p:nvPr/>
        </p:nvCxnSpPr>
        <p:spPr>
          <a:xfrm rot="10800000" flipH="1">
            <a:off x="2040700" y="2403575"/>
            <a:ext cx="844200" cy="421800"/>
          </a:xfrm>
          <a:prstGeom prst="bentConnector3">
            <a:avLst>
              <a:gd name="adj1" fmla="val 49999"/>
            </a:avLst>
          </a:prstGeom>
          <a:noFill/>
          <a:ln w="19050" cap="flat" cmpd="sng">
            <a:solidFill>
              <a:schemeClr val="dk1"/>
            </a:solidFill>
            <a:prstDash val="solid"/>
            <a:round/>
            <a:headEnd type="none" w="med" len="med"/>
            <a:tailEnd type="none" w="med" len="med"/>
          </a:ln>
        </p:spPr>
      </p:cxnSp>
      <p:cxnSp>
        <p:nvCxnSpPr>
          <p:cNvPr id="1017" name="Google Shape;1017;p88"/>
          <p:cNvCxnSpPr>
            <a:stCxn id="1010" idx="3"/>
            <a:endCxn id="1013" idx="1"/>
          </p:cNvCxnSpPr>
          <p:nvPr/>
        </p:nvCxnSpPr>
        <p:spPr>
          <a:xfrm>
            <a:off x="2040700" y="2825375"/>
            <a:ext cx="844200" cy="421800"/>
          </a:xfrm>
          <a:prstGeom prst="bentConnector3">
            <a:avLst>
              <a:gd name="adj1" fmla="val 49999"/>
            </a:avLst>
          </a:prstGeom>
          <a:noFill/>
          <a:ln w="19050" cap="flat" cmpd="sng">
            <a:solidFill>
              <a:schemeClr val="dk1"/>
            </a:solidFill>
            <a:prstDash val="solid"/>
            <a:round/>
            <a:headEnd type="none" w="med" len="med"/>
            <a:tailEnd type="none" w="med" len="med"/>
          </a:ln>
        </p:spPr>
      </p:cxnSp>
      <p:cxnSp>
        <p:nvCxnSpPr>
          <p:cNvPr id="1018" name="Google Shape;1018;p88"/>
          <p:cNvCxnSpPr>
            <a:stCxn id="1010" idx="3"/>
            <a:endCxn id="1014" idx="1"/>
          </p:cNvCxnSpPr>
          <p:nvPr/>
        </p:nvCxnSpPr>
        <p:spPr>
          <a:xfrm>
            <a:off x="2040700" y="2825375"/>
            <a:ext cx="844200" cy="1265700"/>
          </a:xfrm>
          <a:prstGeom prst="bentConnector3">
            <a:avLst>
              <a:gd name="adj1" fmla="val 49999"/>
            </a:avLst>
          </a:prstGeom>
          <a:noFill/>
          <a:ln w="19050" cap="flat" cmpd="sng">
            <a:solidFill>
              <a:schemeClr val="dk1"/>
            </a:solidFill>
            <a:prstDash val="solid"/>
            <a:round/>
            <a:headEnd type="none" w="med" len="med"/>
            <a:tailEnd type="none" w="med" len="med"/>
          </a:ln>
        </p:spPr>
      </p:cxnSp>
      <p:grpSp>
        <p:nvGrpSpPr>
          <p:cNvPr id="1019" name="Google Shape;1019;p88"/>
          <p:cNvGrpSpPr/>
          <p:nvPr/>
        </p:nvGrpSpPr>
        <p:grpSpPr>
          <a:xfrm>
            <a:off x="1095870" y="1996617"/>
            <a:ext cx="514759" cy="516741"/>
            <a:chOff x="1751813" y="2520150"/>
            <a:chExt cx="343700" cy="345000"/>
          </a:xfrm>
        </p:grpSpPr>
        <p:sp>
          <p:nvSpPr>
            <p:cNvPr id="1020" name="Google Shape;1020;p88"/>
            <p:cNvSpPr/>
            <p:nvPr/>
          </p:nvSpPr>
          <p:spPr>
            <a:xfrm>
              <a:off x="1949413" y="2527850"/>
              <a:ext cx="14900" cy="328850"/>
            </a:xfrm>
            <a:custGeom>
              <a:avLst/>
              <a:gdLst/>
              <a:ahLst/>
              <a:cxnLst/>
              <a:rect l="l" t="t" r="r" b="b"/>
              <a:pathLst>
                <a:path w="596" h="13154" extrusionOk="0">
                  <a:moveTo>
                    <a:pt x="0" y="0"/>
                  </a:moveTo>
                  <a:lnTo>
                    <a:pt x="0" y="13153"/>
                  </a:lnTo>
                  <a:lnTo>
                    <a:pt x="595" y="1315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88"/>
            <p:cNvSpPr/>
            <p:nvPr/>
          </p:nvSpPr>
          <p:spPr>
            <a:xfrm>
              <a:off x="1905588" y="2527850"/>
              <a:ext cx="14900" cy="329875"/>
            </a:xfrm>
            <a:custGeom>
              <a:avLst/>
              <a:gdLst/>
              <a:ahLst/>
              <a:cxnLst/>
              <a:rect l="l" t="t" r="r" b="b"/>
              <a:pathLst>
                <a:path w="596" h="13195" extrusionOk="0">
                  <a:moveTo>
                    <a:pt x="0" y="0"/>
                  </a:moveTo>
                  <a:lnTo>
                    <a:pt x="0" y="13194"/>
                  </a:lnTo>
                  <a:lnTo>
                    <a:pt x="595" y="13194"/>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88"/>
            <p:cNvSpPr/>
            <p:nvPr/>
          </p:nvSpPr>
          <p:spPr>
            <a:xfrm>
              <a:off x="2044238" y="2575775"/>
              <a:ext cx="43850" cy="14900"/>
            </a:xfrm>
            <a:custGeom>
              <a:avLst/>
              <a:gdLst/>
              <a:ahLst/>
              <a:cxnLst/>
              <a:rect l="l" t="t" r="r" b="b"/>
              <a:pathLst>
                <a:path w="1754" h="596" extrusionOk="0">
                  <a:moveTo>
                    <a:pt x="1" y="0"/>
                  </a:moveTo>
                  <a:lnTo>
                    <a:pt x="1" y="595"/>
                  </a:lnTo>
                  <a:lnTo>
                    <a:pt x="1754" y="595"/>
                  </a:lnTo>
                  <a:lnTo>
                    <a:pt x="17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88"/>
            <p:cNvSpPr/>
            <p:nvPr/>
          </p:nvSpPr>
          <p:spPr>
            <a:xfrm>
              <a:off x="1751813" y="2520150"/>
              <a:ext cx="256325" cy="345000"/>
            </a:xfrm>
            <a:custGeom>
              <a:avLst/>
              <a:gdLst/>
              <a:ahLst/>
              <a:cxnLst/>
              <a:rect l="l" t="t" r="r" b="b"/>
              <a:pathLst>
                <a:path w="10253" h="13800" extrusionOk="0">
                  <a:moveTo>
                    <a:pt x="9135" y="606"/>
                  </a:moveTo>
                  <a:cubicBezTo>
                    <a:pt x="9442" y="606"/>
                    <a:pt x="9647" y="862"/>
                    <a:pt x="9647" y="1118"/>
                  </a:cubicBezTo>
                  <a:lnTo>
                    <a:pt x="9647" y="12692"/>
                  </a:lnTo>
                  <a:cubicBezTo>
                    <a:pt x="9647" y="12990"/>
                    <a:pt x="9442" y="13205"/>
                    <a:pt x="9135" y="13205"/>
                  </a:cubicBezTo>
                  <a:lnTo>
                    <a:pt x="595" y="13205"/>
                  </a:lnTo>
                  <a:lnTo>
                    <a:pt x="595" y="606"/>
                  </a:lnTo>
                  <a:close/>
                  <a:moveTo>
                    <a:pt x="298" y="1"/>
                  </a:moveTo>
                  <a:cubicBezTo>
                    <a:pt x="124" y="1"/>
                    <a:pt x="1" y="134"/>
                    <a:pt x="1" y="308"/>
                  </a:cubicBezTo>
                  <a:lnTo>
                    <a:pt x="1" y="13502"/>
                  </a:lnTo>
                  <a:cubicBezTo>
                    <a:pt x="1" y="13676"/>
                    <a:pt x="124" y="13799"/>
                    <a:pt x="298" y="13799"/>
                  </a:cubicBezTo>
                  <a:lnTo>
                    <a:pt x="9135" y="13799"/>
                  </a:lnTo>
                  <a:cubicBezTo>
                    <a:pt x="9740" y="13799"/>
                    <a:pt x="10252" y="13287"/>
                    <a:pt x="10252" y="12692"/>
                  </a:cubicBezTo>
                  <a:lnTo>
                    <a:pt x="10252" y="1118"/>
                  </a:lnTo>
                  <a:cubicBezTo>
                    <a:pt x="10252" y="513"/>
                    <a:pt x="9740" y="1"/>
                    <a:pt x="91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88"/>
            <p:cNvSpPr/>
            <p:nvPr/>
          </p:nvSpPr>
          <p:spPr>
            <a:xfrm>
              <a:off x="2036813" y="2521350"/>
              <a:ext cx="58700" cy="343800"/>
            </a:xfrm>
            <a:custGeom>
              <a:avLst/>
              <a:gdLst/>
              <a:ahLst/>
              <a:cxnLst/>
              <a:rect l="l" t="t" r="r" b="b"/>
              <a:pathLst>
                <a:path w="2348" h="13752" extrusionOk="0">
                  <a:moveTo>
                    <a:pt x="1170" y="594"/>
                  </a:moveTo>
                  <a:cubicBezTo>
                    <a:pt x="1193" y="594"/>
                    <a:pt x="1217" y="596"/>
                    <a:pt x="1241" y="599"/>
                  </a:cubicBezTo>
                  <a:cubicBezTo>
                    <a:pt x="1538" y="599"/>
                    <a:pt x="1753" y="855"/>
                    <a:pt x="1753" y="1152"/>
                  </a:cubicBezTo>
                  <a:lnTo>
                    <a:pt x="1753" y="12214"/>
                  </a:lnTo>
                  <a:lnTo>
                    <a:pt x="1159" y="12942"/>
                  </a:lnTo>
                  <a:lnTo>
                    <a:pt x="605" y="12214"/>
                  </a:lnTo>
                  <a:lnTo>
                    <a:pt x="605" y="1152"/>
                  </a:lnTo>
                  <a:cubicBezTo>
                    <a:pt x="605" y="838"/>
                    <a:pt x="862" y="594"/>
                    <a:pt x="1170" y="594"/>
                  </a:cubicBezTo>
                  <a:close/>
                  <a:moveTo>
                    <a:pt x="1211" y="1"/>
                  </a:moveTo>
                  <a:cubicBezTo>
                    <a:pt x="1180" y="1"/>
                    <a:pt x="1149" y="2"/>
                    <a:pt x="1118" y="4"/>
                  </a:cubicBezTo>
                  <a:cubicBezTo>
                    <a:pt x="472" y="4"/>
                    <a:pt x="0" y="517"/>
                    <a:pt x="0" y="1152"/>
                  </a:cubicBezTo>
                  <a:lnTo>
                    <a:pt x="0" y="12347"/>
                  </a:lnTo>
                  <a:cubicBezTo>
                    <a:pt x="0" y="12388"/>
                    <a:pt x="0" y="12470"/>
                    <a:pt x="41" y="12511"/>
                  </a:cubicBezTo>
                  <a:lnTo>
                    <a:pt x="943" y="13628"/>
                  </a:lnTo>
                  <a:cubicBezTo>
                    <a:pt x="984" y="13710"/>
                    <a:pt x="1066" y="13751"/>
                    <a:pt x="1159" y="13751"/>
                  </a:cubicBezTo>
                  <a:cubicBezTo>
                    <a:pt x="1241" y="13751"/>
                    <a:pt x="1323" y="13710"/>
                    <a:pt x="1415" y="13628"/>
                  </a:cubicBezTo>
                  <a:lnTo>
                    <a:pt x="2266" y="12511"/>
                  </a:lnTo>
                  <a:cubicBezTo>
                    <a:pt x="2307" y="12470"/>
                    <a:pt x="2348" y="12388"/>
                    <a:pt x="2348" y="12347"/>
                  </a:cubicBezTo>
                  <a:lnTo>
                    <a:pt x="2348" y="1152"/>
                  </a:lnTo>
                  <a:cubicBezTo>
                    <a:pt x="2348" y="497"/>
                    <a:pt x="1844" y="1"/>
                    <a:pt x="12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88"/>
            <p:cNvSpPr/>
            <p:nvPr/>
          </p:nvSpPr>
          <p:spPr>
            <a:xfrm>
              <a:off x="1795638" y="2565000"/>
              <a:ext cx="70500" cy="15150"/>
            </a:xfrm>
            <a:custGeom>
              <a:avLst/>
              <a:gdLst/>
              <a:ahLst/>
              <a:cxnLst/>
              <a:rect l="l" t="t" r="r" b="b"/>
              <a:pathLst>
                <a:path w="2820" h="606" extrusionOk="0">
                  <a:moveTo>
                    <a:pt x="339" y="1"/>
                  </a:moveTo>
                  <a:cubicBezTo>
                    <a:pt x="124" y="1"/>
                    <a:pt x="1" y="175"/>
                    <a:pt x="42" y="349"/>
                  </a:cubicBezTo>
                  <a:cubicBezTo>
                    <a:pt x="42" y="472"/>
                    <a:pt x="165" y="606"/>
                    <a:pt x="339" y="606"/>
                  </a:cubicBezTo>
                  <a:lnTo>
                    <a:pt x="2512" y="606"/>
                  </a:lnTo>
                  <a:cubicBezTo>
                    <a:pt x="2686" y="606"/>
                    <a:pt x="2820" y="431"/>
                    <a:pt x="2820" y="257"/>
                  </a:cubicBezTo>
                  <a:cubicBezTo>
                    <a:pt x="2769" y="93"/>
                    <a:pt x="2645" y="1"/>
                    <a:pt x="25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88"/>
            <p:cNvSpPr/>
            <p:nvPr/>
          </p:nvSpPr>
          <p:spPr>
            <a:xfrm>
              <a:off x="1795638" y="2608825"/>
              <a:ext cx="48975" cy="15150"/>
            </a:xfrm>
            <a:custGeom>
              <a:avLst/>
              <a:gdLst/>
              <a:ahLst/>
              <a:cxnLst/>
              <a:rect l="l" t="t" r="r" b="b"/>
              <a:pathLst>
                <a:path w="1959" h="606" extrusionOk="0">
                  <a:moveTo>
                    <a:pt x="339" y="1"/>
                  </a:moveTo>
                  <a:cubicBezTo>
                    <a:pt x="124" y="1"/>
                    <a:pt x="1" y="175"/>
                    <a:pt x="42" y="349"/>
                  </a:cubicBezTo>
                  <a:cubicBezTo>
                    <a:pt x="42" y="472"/>
                    <a:pt x="165" y="606"/>
                    <a:pt x="339" y="606"/>
                  </a:cubicBezTo>
                  <a:lnTo>
                    <a:pt x="1620" y="606"/>
                  </a:lnTo>
                  <a:cubicBezTo>
                    <a:pt x="1795" y="606"/>
                    <a:pt x="1959" y="431"/>
                    <a:pt x="1918" y="257"/>
                  </a:cubicBezTo>
                  <a:cubicBezTo>
                    <a:pt x="1918" y="93"/>
                    <a:pt x="1743" y="1"/>
                    <a:pt x="162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p8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Analysis &amp; development</a:t>
            </a:r>
            <a:endParaRPr/>
          </a:p>
        </p:txBody>
      </p:sp>
      <p:sp>
        <p:nvSpPr>
          <p:cNvPr id="1032" name="Google Shape;1032;p89"/>
          <p:cNvSpPr txBox="1">
            <a:spLocks noGrp="1"/>
          </p:cNvSpPr>
          <p:nvPr>
            <p:ph type="subTitle" idx="1"/>
          </p:nvPr>
        </p:nvSpPr>
        <p:spPr>
          <a:xfrm>
            <a:off x="4651268" y="1736553"/>
            <a:ext cx="3772800" cy="2736300"/>
          </a:xfrm>
          <a:prstGeom prst="rect">
            <a:avLst/>
          </a:prstGeom>
        </p:spPr>
        <p:txBody>
          <a:bodyPr spcFirstLastPara="1" wrap="square" lIns="91425" tIns="91425" rIns="91425" bIns="91425" anchor="t" anchorCtr="0">
            <a:noAutofit/>
          </a:bodyPr>
          <a:lstStyle/>
          <a:p>
            <a:pPr marL="314325" lvl="0" indent="-304800" algn="l" rtl="0">
              <a:spcBef>
                <a:spcPts val="0"/>
              </a:spcBef>
              <a:spcAft>
                <a:spcPts val="0"/>
              </a:spcAft>
              <a:buSzPts val="1200"/>
              <a:buFont typeface="Hanken Grotesk"/>
              <a:buChar char="●"/>
            </a:pPr>
            <a:r>
              <a:rPr lang="en"/>
              <a:t>Venus has a beautiful name and is the second planet from the Sun. It’s terribly hot—even hotter than Mercury</a:t>
            </a:r>
            <a:endParaRPr/>
          </a:p>
          <a:p>
            <a:pPr marL="314325" lvl="0" indent="-304800" algn="l" rtl="0">
              <a:spcBef>
                <a:spcPts val="1000"/>
              </a:spcBef>
              <a:spcAft>
                <a:spcPts val="0"/>
              </a:spcAft>
              <a:buSzPts val="1200"/>
              <a:buFont typeface="Hanken Grotesk"/>
              <a:buChar char="●"/>
            </a:pPr>
            <a:r>
              <a:rPr lang="en"/>
              <a:t>Saturn is a gas giant and has several rings. This planet is composed mostly of hydrogen and helium</a:t>
            </a:r>
            <a:endParaRPr/>
          </a:p>
          <a:p>
            <a:pPr marL="314325" lvl="0" indent="-304800" algn="l" rtl="0">
              <a:spcBef>
                <a:spcPts val="1000"/>
              </a:spcBef>
              <a:spcAft>
                <a:spcPts val="0"/>
              </a:spcAft>
              <a:buSzPts val="1200"/>
              <a:buFont typeface="Hanken Grotesk"/>
              <a:buChar char="●"/>
            </a:pPr>
            <a:r>
              <a:rPr lang="en"/>
              <a:t>Earth is the third planet from the Sun and the only one that harbors life in the Solar System</a:t>
            </a:r>
            <a:endParaRPr/>
          </a:p>
        </p:txBody>
      </p:sp>
      <p:sp>
        <p:nvSpPr>
          <p:cNvPr id="1033" name="Google Shape;1033;p89"/>
          <p:cNvSpPr txBox="1">
            <a:spLocks noGrp="1"/>
          </p:cNvSpPr>
          <p:nvPr>
            <p:ph type="subTitle" idx="2"/>
          </p:nvPr>
        </p:nvSpPr>
        <p:spPr>
          <a:xfrm>
            <a:off x="720000" y="1736553"/>
            <a:ext cx="3772800" cy="2736300"/>
          </a:xfrm>
          <a:prstGeom prst="rect">
            <a:avLst/>
          </a:prstGeom>
        </p:spPr>
        <p:txBody>
          <a:bodyPr spcFirstLastPara="1" wrap="square" lIns="91425" tIns="91425" rIns="91425" bIns="91425" anchor="t" anchorCtr="0">
            <a:noAutofit/>
          </a:bodyPr>
          <a:lstStyle/>
          <a:p>
            <a:pPr marL="257175" lvl="0" indent="-304800" algn="l" rtl="0">
              <a:spcBef>
                <a:spcPts val="0"/>
              </a:spcBef>
              <a:spcAft>
                <a:spcPts val="0"/>
              </a:spcAft>
              <a:buSzPts val="1200"/>
              <a:buFont typeface="Hanken Grotesk"/>
              <a:buChar char="●"/>
            </a:pPr>
            <a:r>
              <a:rPr lang="en"/>
              <a:t>Mercury is the closest planet to the Sun and the smallest one in the Solar System—it’s a bit larger than the Moon</a:t>
            </a:r>
            <a:endParaRPr/>
          </a:p>
          <a:p>
            <a:pPr marL="257175" lvl="0" indent="-304800" algn="l" rtl="0">
              <a:spcBef>
                <a:spcPts val="1000"/>
              </a:spcBef>
              <a:spcAft>
                <a:spcPts val="0"/>
              </a:spcAft>
              <a:buSzPts val="1200"/>
              <a:buFont typeface="Hanken Grotesk"/>
              <a:buChar char="●"/>
            </a:pPr>
            <a:r>
              <a:rPr lang="en"/>
              <a:t>Jupiter is a gas giant, the biggest planet in the Solar System and the fourth-brightest object in the night sky</a:t>
            </a:r>
            <a:endParaRPr/>
          </a:p>
          <a:p>
            <a:pPr marL="257175" lvl="0" indent="-304800" algn="l" rtl="0">
              <a:spcBef>
                <a:spcPts val="1000"/>
              </a:spcBef>
              <a:spcAft>
                <a:spcPts val="0"/>
              </a:spcAft>
              <a:buSzPts val="1200"/>
              <a:buFont typeface="Hanken Grotesk"/>
              <a:buChar char="●"/>
            </a:pPr>
            <a:r>
              <a:rPr lang="en"/>
              <a:t>Neptune is the farthest planet from the Sun. It's also the fourth-largest planet by diameter in the Solar System</a:t>
            </a:r>
            <a:endParaRPr/>
          </a:p>
        </p:txBody>
      </p:sp>
      <p:sp>
        <p:nvSpPr>
          <p:cNvPr id="1034" name="Google Shape;1034;p89"/>
          <p:cNvSpPr txBox="1">
            <a:spLocks noGrp="1"/>
          </p:cNvSpPr>
          <p:nvPr>
            <p:ph type="subTitle" idx="3"/>
          </p:nvPr>
        </p:nvSpPr>
        <p:spPr>
          <a:xfrm>
            <a:off x="720000" y="1451250"/>
            <a:ext cx="3772800" cy="36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Phase 01</a:t>
            </a:r>
            <a:endParaRPr/>
          </a:p>
        </p:txBody>
      </p:sp>
      <p:sp>
        <p:nvSpPr>
          <p:cNvPr id="1035" name="Google Shape;1035;p89"/>
          <p:cNvSpPr txBox="1">
            <a:spLocks noGrp="1"/>
          </p:cNvSpPr>
          <p:nvPr>
            <p:ph type="subTitle" idx="4"/>
          </p:nvPr>
        </p:nvSpPr>
        <p:spPr>
          <a:xfrm>
            <a:off x="4651268" y="1451250"/>
            <a:ext cx="3772800" cy="36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Phase 02</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90"/>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Analysis &amp; development</a:t>
            </a:r>
            <a:endParaRPr/>
          </a:p>
        </p:txBody>
      </p:sp>
      <p:sp>
        <p:nvSpPr>
          <p:cNvPr id="1041" name="Google Shape;1041;p90"/>
          <p:cNvSpPr txBox="1"/>
          <p:nvPr/>
        </p:nvSpPr>
        <p:spPr>
          <a:xfrm>
            <a:off x="713225" y="4314400"/>
            <a:ext cx="7753500" cy="294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dk1"/>
                </a:solidFill>
                <a:latin typeface="Hanken Grotesk"/>
                <a:ea typeface="Hanken Grotesk"/>
                <a:cs typeface="Hanken Grotesk"/>
                <a:sym typeface="Hanken Grotesk"/>
              </a:rPr>
              <a:t>Follow the link in the graph to modify its data and then paste the new one here.</a:t>
            </a:r>
            <a:r>
              <a:rPr lang="en" sz="1100" b="1">
                <a:solidFill>
                  <a:schemeClr val="dk1"/>
                </a:solidFill>
                <a:latin typeface="Hanken Grotesk"/>
                <a:ea typeface="Hanken Grotesk"/>
                <a:cs typeface="Hanken Grotesk"/>
                <a:sym typeface="Hanken Grotesk"/>
              </a:rPr>
              <a:t> </a:t>
            </a:r>
            <a:r>
              <a:rPr lang="en" sz="11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For more info, click here</a:t>
            </a:r>
            <a:endParaRPr sz="1100" b="1" u="sng">
              <a:solidFill>
                <a:schemeClr val="dk1"/>
              </a:solidFill>
              <a:latin typeface="Hanken Grotesk"/>
              <a:ea typeface="Hanken Grotesk"/>
              <a:cs typeface="Hanken Grotesk"/>
              <a:sym typeface="Hanken Grotesk"/>
            </a:endParaRPr>
          </a:p>
        </p:txBody>
      </p:sp>
      <p:sp>
        <p:nvSpPr>
          <p:cNvPr id="1042" name="Google Shape;1042;p90"/>
          <p:cNvSpPr txBox="1"/>
          <p:nvPr/>
        </p:nvSpPr>
        <p:spPr>
          <a:xfrm>
            <a:off x="4864724" y="3187925"/>
            <a:ext cx="1610400" cy="5277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Venus</a:t>
            </a:r>
            <a:endParaRPr sz="1900">
              <a:solidFill>
                <a:schemeClr val="dk1"/>
              </a:solidFill>
              <a:latin typeface="Figtree Black"/>
              <a:ea typeface="Figtree Black"/>
              <a:cs typeface="Figtree Black"/>
              <a:sym typeface="Figtree Black"/>
            </a:endParaRPr>
          </a:p>
        </p:txBody>
      </p:sp>
      <p:sp>
        <p:nvSpPr>
          <p:cNvPr id="1043" name="Google Shape;1043;p90"/>
          <p:cNvSpPr txBox="1"/>
          <p:nvPr/>
        </p:nvSpPr>
        <p:spPr>
          <a:xfrm>
            <a:off x="4864724" y="3592101"/>
            <a:ext cx="1610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Venus has a beautiful name</a:t>
            </a:r>
            <a:endParaRPr>
              <a:solidFill>
                <a:schemeClr val="dk1"/>
              </a:solidFill>
              <a:latin typeface="Hanken Grotesk"/>
              <a:ea typeface="Hanken Grotesk"/>
              <a:cs typeface="Hanken Grotesk"/>
              <a:sym typeface="Hanken Grotesk"/>
            </a:endParaRPr>
          </a:p>
        </p:txBody>
      </p:sp>
      <p:sp>
        <p:nvSpPr>
          <p:cNvPr id="1044" name="Google Shape;1044;p90"/>
          <p:cNvSpPr txBox="1"/>
          <p:nvPr/>
        </p:nvSpPr>
        <p:spPr>
          <a:xfrm>
            <a:off x="6817363" y="3187925"/>
            <a:ext cx="1610400" cy="5277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Mercury</a:t>
            </a:r>
            <a:endParaRPr sz="1900">
              <a:solidFill>
                <a:schemeClr val="dk1"/>
              </a:solidFill>
              <a:latin typeface="Figtree Black"/>
              <a:ea typeface="Figtree Black"/>
              <a:cs typeface="Figtree Black"/>
              <a:sym typeface="Figtree Black"/>
            </a:endParaRPr>
          </a:p>
        </p:txBody>
      </p:sp>
      <p:sp>
        <p:nvSpPr>
          <p:cNvPr id="1045" name="Google Shape;1045;p90"/>
          <p:cNvSpPr txBox="1"/>
          <p:nvPr/>
        </p:nvSpPr>
        <p:spPr>
          <a:xfrm>
            <a:off x="6817363" y="3592101"/>
            <a:ext cx="1610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Mercury is quite a small planet</a:t>
            </a:r>
            <a:endParaRPr>
              <a:solidFill>
                <a:schemeClr val="dk1"/>
              </a:solidFill>
              <a:latin typeface="Hanken Grotesk"/>
              <a:ea typeface="Hanken Grotesk"/>
              <a:cs typeface="Hanken Grotesk"/>
              <a:sym typeface="Hanken Grotesk"/>
            </a:endParaRPr>
          </a:p>
        </p:txBody>
      </p:sp>
      <p:sp>
        <p:nvSpPr>
          <p:cNvPr id="1046" name="Google Shape;1046;p90"/>
          <p:cNvSpPr txBox="1"/>
          <p:nvPr/>
        </p:nvSpPr>
        <p:spPr>
          <a:xfrm>
            <a:off x="713225" y="1213000"/>
            <a:ext cx="3668400" cy="294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Mercury is the closest planet to the Sun and the smallest one in the Solar System The planet’s name has nothing to do with the liquid metal</a:t>
            </a:r>
            <a:endParaRPr>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The Sun is the star at the center of the Solar System</a:t>
            </a:r>
            <a:endParaRPr>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Jupiter is the biggest planet in the entire Solar System</a:t>
            </a:r>
            <a:endParaRPr>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Saturn is composed mostly of hydrogen and helium</a:t>
            </a:r>
            <a:endParaRPr>
              <a:solidFill>
                <a:schemeClr val="dk1"/>
              </a:solidFill>
              <a:latin typeface="Hanken Grotesk"/>
              <a:ea typeface="Hanken Grotesk"/>
              <a:cs typeface="Hanken Grotesk"/>
              <a:sym typeface="Hanken Grotesk"/>
            </a:endParaRPr>
          </a:p>
        </p:txBody>
      </p:sp>
      <p:pic>
        <p:nvPicPr>
          <p:cNvPr id="1047" name="Google Shape;1047;p90">
            <a:hlinkClick r:id="rId4"/>
          </p:cNvPr>
          <p:cNvPicPr preferRelativeResize="0"/>
          <p:nvPr/>
        </p:nvPicPr>
        <p:blipFill>
          <a:blip r:embed="rId5">
            <a:alphaModFix/>
          </a:blip>
          <a:stretch>
            <a:fillRect/>
          </a:stretch>
        </p:blipFill>
        <p:spPr>
          <a:xfrm>
            <a:off x="4719100" y="1072488"/>
            <a:ext cx="3563049" cy="2060674"/>
          </a:xfrm>
          <a:prstGeom prst="rect">
            <a:avLst/>
          </a:prstGeom>
          <a:noFill/>
          <a:ln>
            <a:noFill/>
          </a:ln>
        </p:spPr>
      </p:pic>
      <p:sp>
        <p:nvSpPr>
          <p:cNvPr id="1048" name="Google Shape;1048;p90"/>
          <p:cNvSpPr/>
          <p:nvPr/>
        </p:nvSpPr>
        <p:spPr>
          <a:xfrm>
            <a:off x="4593425" y="3322625"/>
            <a:ext cx="258300" cy="2583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90"/>
          <p:cNvSpPr/>
          <p:nvPr/>
        </p:nvSpPr>
        <p:spPr>
          <a:xfrm>
            <a:off x="6559075" y="3322625"/>
            <a:ext cx="258300" cy="258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91"/>
          <p:cNvSpPr/>
          <p:nvPr/>
        </p:nvSpPr>
        <p:spPr>
          <a:xfrm flipH="1">
            <a:off x="6905376" y="2584198"/>
            <a:ext cx="1310100" cy="1310100"/>
          </a:xfrm>
          <a:prstGeom prst="blockArc">
            <a:avLst>
              <a:gd name="adj1" fmla="val 5400645"/>
              <a:gd name="adj2" fmla="val 16256715"/>
              <a:gd name="adj3" fmla="val 1271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91"/>
          <p:cNvSpPr/>
          <p:nvPr/>
        </p:nvSpPr>
        <p:spPr>
          <a:xfrm>
            <a:off x="6912383" y="2591345"/>
            <a:ext cx="1296300" cy="1296300"/>
          </a:xfrm>
          <a:prstGeom prst="donut">
            <a:avLst>
              <a:gd name="adj" fmla="val 1193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91"/>
          <p:cNvSpPr/>
          <p:nvPr/>
        </p:nvSpPr>
        <p:spPr>
          <a:xfrm>
            <a:off x="7063900" y="2742763"/>
            <a:ext cx="993000" cy="9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91"/>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Analysis of the results</a:t>
            </a:r>
            <a:endParaRPr/>
          </a:p>
        </p:txBody>
      </p:sp>
      <p:sp>
        <p:nvSpPr>
          <p:cNvPr id="1058" name="Google Shape;1058;p91"/>
          <p:cNvSpPr txBox="1">
            <a:spLocks noGrp="1"/>
          </p:cNvSpPr>
          <p:nvPr>
            <p:ph type="title" idx="4294967295"/>
          </p:nvPr>
        </p:nvSpPr>
        <p:spPr>
          <a:xfrm>
            <a:off x="5289875" y="1437825"/>
            <a:ext cx="16731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900" b="0">
                <a:latin typeface="Figtree Black"/>
                <a:ea typeface="Figtree Black"/>
                <a:cs typeface="Figtree Black"/>
                <a:sym typeface="Figtree Black"/>
              </a:rPr>
              <a:t>Mercury</a:t>
            </a:r>
            <a:endParaRPr sz="1900" b="0">
              <a:latin typeface="Figtree Black"/>
              <a:ea typeface="Figtree Black"/>
              <a:cs typeface="Figtree Black"/>
              <a:sym typeface="Figtree Black"/>
            </a:endParaRPr>
          </a:p>
        </p:txBody>
      </p:sp>
      <p:sp>
        <p:nvSpPr>
          <p:cNvPr id="1059" name="Google Shape;1059;p91"/>
          <p:cNvSpPr txBox="1">
            <a:spLocks noGrp="1"/>
          </p:cNvSpPr>
          <p:nvPr>
            <p:ph type="subTitle" idx="4294967295"/>
          </p:nvPr>
        </p:nvSpPr>
        <p:spPr>
          <a:xfrm>
            <a:off x="5289875" y="1831992"/>
            <a:ext cx="16731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Hanken Grotesk"/>
                <a:ea typeface="Hanken Grotesk"/>
                <a:cs typeface="Hanken Grotesk"/>
                <a:sym typeface="Hanken Grotesk"/>
              </a:rPr>
              <a:t>Mercury is quite a small planet</a:t>
            </a:r>
            <a:endParaRPr>
              <a:latin typeface="Hanken Grotesk"/>
              <a:ea typeface="Hanken Grotesk"/>
              <a:cs typeface="Hanken Grotesk"/>
              <a:sym typeface="Hanken Grotesk"/>
            </a:endParaRPr>
          </a:p>
        </p:txBody>
      </p:sp>
      <p:sp>
        <p:nvSpPr>
          <p:cNvPr id="1060" name="Google Shape;1060;p91"/>
          <p:cNvSpPr txBox="1">
            <a:spLocks noGrp="1"/>
          </p:cNvSpPr>
          <p:nvPr>
            <p:ph type="title" idx="4294967295"/>
          </p:nvPr>
        </p:nvSpPr>
        <p:spPr>
          <a:xfrm>
            <a:off x="7063025" y="1437825"/>
            <a:ext cx="16731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900" b="0">
                <a:latin typeface="Figtree Black"/>
                <a:ea typeface="Figtree Black"/>
                <a:cs typeface="Figtree Black"/>
                <a:sym typeface="Figtree Black"/>
              </a:rPr>
              <a:t>Venus</a:t>
            </a:r>
            <a:endParaRPr sz="1900" b="0">
              <a:latin typeface="Figtree Black"/>
              <a:ea typeface="Figtree Black"/>
              <a:cs typeface="Figtree Black"/>
              <a:sym typeface="Figtree Black"/>
            </a:endParaRPr>
          </a:p>
        </p:txBody>
      </p:sp>
      <p:sp>
        <p:nvSpPr>
          <p:cNvPr id="1061" name="Google Shape;1061;p91"/>
          <p:cNvSpPr txBox="1">
            <a:spLocks noGrp="1"/>
          </p:cNvSpPr>
          <p:nvPr>
            <p:ph type="subTitle" idx="4294967295"/>
          </p:nvPr>
        </p:nvSpPr>
        <p:spPr>
          <a:xfrm>
            <a:off x="7063025" y="1831992"/>
            <a:ext cx="16731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Hanken Grotesk"/>
                <a:ea typeface="Hanken Grotesk"/>
                <a:cs typeface="Hanken Grotesk"/>
                <a:sym typeface="Hanken Grotesk"/>
              </a:rPr>
              <a:t>Venus has a beautiful name</a:t>
            </a:r>
            <a:endParaRPr>
              <a:latin typeface="Hanken Grotesk"/>
              <a:ea typeface="Hanken Grotesk"/>
              <a:cs typeface="Hanken Grotesk"/>
              <a:sym typeface="Hanken Grotesk"/>
            </a:endParaRPr>
          </a:p>
        </p:txBody>
      </p:sp>
      <p:sp>
        <p:nvSpPr>
          <p:cNvPr id="1062" name="Google Shape;1062;p91"/>
          <p:cNvSpPr txBox="1"/>
          <p:nvPr/>
        </p:nvSpPr>
        <p:spPr>
          <a:xfrm>
            <a:off x="5289874" y="2584204"/>
            <a:ext cx="1698900" cy="5277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Mars</a:t>
            </a:r>
            <a:endParaRPr sz="1900">
              <a:solidFill>
                <a:schemeClr val="dk1"/>
              </a:solidFill>
              <a:latin typeface="Figtree Black"/>
              <a:ea typeface="Figtree Black"/>
              <a:cs typeface="Figtree Black"/>
              <a:sym typeface="Figtree Black"/>
            </a:endParaRPr>
          </a:p>
        </p:txBody>
      </p:sp>
      <p:sp>
        <p:nvSpPr>
          <p:cNvPr id="1063" name="Google Shape;1063;p91"/>
          <p:cNvSpPr txBox="1"/>
          <p:nvPr/>
        </p:nvSpPr>
        <p:spPr>
          <a:xfrm>
            <a:off x="5289875" y="2978384"/>
            <a:ext cx="1698900" cy="86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Despite being red, Mars is a planet very cold </a:t>
            </a:r>
            <a:endParaRPr>
              <a:solidFill>
                <a:schemeClr val="dk1"/>
              </a:solidFill>
              <a:latin typeface="Hanken Grotesk"/>
              <a:ea typeface="Hanken Grotesk"/>
              <a:cs typeface="Hanken Grotesk"/>
              <a:sym typeface="Hanken Grotesk"/>
            </a:endParaRPr>
          </a:p>
        </p:txBody>
      </p:sp>
      <p:sp>
        <p:nvSpPr>
          <p:cNvPr id="1064" name="Google Shape;1064;p91"/>
          <p:cNvSpPr txBox="1"/>
          <p:nvPr/>
        </p:nvSpPr>
        <p:spPr>
          <a:xfrm>
            <a:off x="713225" y="4314400"/>
            <a:ext cx="7753500" cy="294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dk1"/>
                </a:solidFill>
                <a:latin typeface="Hanken Grotesk"/>
                <a:ea typeface="Hanken Grotesk"/>
                <a:cs typeface="Hanken Grotesk"/>
                <a:sym typeface="Hanken Grotesk"/>
              </a:rPr>
              <a:t>Follow the link in the graph to modify its data and then paste the new one here.</a:t>
            </a:r>
            <a:r>
              <a:rPr lang="en" sz="1100" b="1">
                <a:solidFill>
                  <a:schemeClr val="dk1"/>
                </a:solidFill>
                <a:latin typeface="Hanken Grotesk"/>
                <a:ea typeface="Hanken Grotesk"/>
                <a:cs typeface="Hanken Grotesk"/>
                <a:sym typeface="Hanken Grotesk"/>
              </a:rPr>
              <a:t> </a:t>
            </a:r>
            <a:r>
              <a:rPr lang="en" sz="11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For more info, click here</a:t>
            </a:r>
            <a:endParaRPr sz="1100" b="1" u="sng">
              <a:solidFill>
                <a:schemeClr val="dk1"/>
              </a:solidFill>
              <a:latin typeface="Hanken Grotesk"/>
              <a:ea typeface="Hanken Grotesk"/>
              <a:cs typeface="Hanken Grotesk"/>
              <a:sym typeface="Hanken Grotesk"/>
            </a:endParaRPr>
          </a:p>
        </p:txBody>
      </p:sp>
      <p:sp>
        <p:nvSpPr>
          <p:cNvPr id="1065" name="Google Shape;1065;p91"/>
          <p:cNvSpPr txBox="1"/>
          <p:nvPr/>
        </p:nvSpPr>
        <p:spPr>
          <a:xfrm>
            <a:off x="7176725" y="2855600"/>
            <a:ext cx="767100" cy="7671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a:solidFill>
                  <a:schemeClr val="lt1"/>
                </a:solidFill>
                <a:latin typeface="Figtree Black"/>
                <a:ea typeface="Figtree Black"/>
                <a:cs typeface="Figtree Black"/>
                <a:sym typeface="Figtree Black"/>
              </a:rPr>
              <a:t>50%</a:t>
            </a:r>
            <a:endParaRPr sz="1600">
              <a:solidFill>
                <a:schemeClr val="lt1"/>
              </a:solidFill>
              <a:latin typeface="Figtree Black"/>
              <a:ea typeface="Figtree Black"/>
              <a:cs typeface="Figtree Black"/>
              <a:sym typeface="Figtree Black"/>
            </a:endParaRPr>
          </a:p>
        </p:txBody>
      </p:sp>
      <p:pic>
        <p:nvPicPr>
          <p:cNvPr id="1066" name="Google Shape;1066;p91">
            <a:hlinkClick r:id="rId4"/>
          </p:cNvPr>
          <p:cNvPicPr preferRelativeResize="0"/>
          <p:nvPr/>
        </p:nvPicPr>
        <p:blipFill>
          <a:blip r:embed="rId5">
            <a:alphaModFix/>
          </a:blip>
          <a:stretch>
            <a:fillRect/>
          </a:stretch>
        </p:blipFill>
        <p:spPr>
          <a:xfrm>
            <a:off x="683925" y="1331750"/>
            <a:ext cx="4154349" cy="2668599"/>
          </a:xfrm>
          <a:prstGeom prst="rect">
            <a:avLst/>
          </a:prstGeom>
          <a:noFill/>
          <a:ln>
            <a:noFill/>
          </a:ln>
        </p:spPr>
      </p:pic>
      <p:sp>
        <p:nvSpPr>
          <p:cNvPr id="1067" name="Google Shape;1067;p91"/>
          <p:cNvSpPr/>
          <p:nvPr/>
        </p:nvSpPr>
        <p:spPr>
          <a:xfrm>
            <a:off x="6805588" y="1572525"/>
            <a:ext cx="258300" cy="2583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91"/>
          <p:cNvSpPr/>
          <p:nvPr/>
        </p:nvSpPr>
        <p:spPr>
          <a:xfrm>
            <a:off x="5013963" y="1572525"/>
            <a:ext cx="258300" cy="258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p92"/>
          <p:cNvSpPr txBox="1"/>
          <p:nvPr/>
        </p:nvSpPr>
        <p:spPr>
          <a:xfrm flipH="1">
            <a:off x="6307898" y="1237650"/>
            <a:ext cx="2122800" cy="4500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Venus</a:t>
            </a:r>
            <a:endParaRPr sz="1900">
              <a:solidFill>
                <a:schemeClr val="dk1"/>
              </a:solidFill>
              <a:latin typeface="Figtree Black"/>
              <a:ea typeface="Figtree Black"/>
              <a:cs typeface="Figtree Black"/>
              <a:sym typeface="Figtree Black"/>
            </a:endParaRPr>
          </a:p>
        </p:txBody>
      </p:sp>
      <p:sp>
        <p:nvSpPr>
          <p:cNvPr id="1074" name="Google Shape;1074;p92"/>
          <p:cNvSpPr txBox="1"/>
          <p:nvPr/>
        </p:nvSpPr>
        <p:spPr>
          <a:xfrm flipH="1">
            <a:off x="6307898" y="3471635"/>
            <a:ext cx="2122800" cy="4500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Mars</a:t>
            </a:r>
            <a:endParaRPr sz="1900">
              <a:solidFill>
                <a:schemeClr val="dk1"/>
              </a:solidFill>
              <a:latin typeface="Figtree Black"/>
              <a:ea typeface="Figtree Black"/>
              <a:cs typeface="Figtree Black"/>
              <a:sym typeface="Figtree Black"/>
            </a:endParaRPr>
          </a:p>
        </p:txBody>
      </p:sp>
      <p:sp>
        <p:nvSpPr>
          <p:cNvPr id="1075" name="Google Shape;1075;p92"/>
          <p:cNvSpPr txBox="1"/>
          <p:nvPr/>
        </p:nvSpPr>
        <p:spPr>
          <a:xfrm flipH="1">
            <a:off x="6307923" y="2354643"/>
            <a:ext cx="2122800" cy="4500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Mercury</a:t>
            </a:r>
            <a:endParaRPr sz="1900">
              <a:solidFill>
                <a:schemeClr val="dk1"/>
              </a:solidFill>
              <a:latin typeface="Figtree Black"/>
              <a:ea typeface="Figtree Black"/>
              <a:cs typeface="Figtree Black"/>
              <a:sym typeface="Figtree Black"/>
            </a:endParaRPr>
          </a:p>
        </p:txBody>
      </p:sp>
      <p:sp>
        <p:nvSpPr>
          <p:cNvPr id="1076" name="Google Shape;1076;p92"/>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a:t>
            </a:r>
            <a:r>
              <a:rPr lang="en">
                <a:solidFill>
                  <a:srgbClr val="F4C5B1"/>
                </a:solidFill>
              </a:rPr>
              <a:t> </a:t>
            </a:r>
            <a:r>
              <a:rPr lang="en"/>
              <a:t>map</a:t>
            </a:r>
            <a:endParaRPr/>
          </a:p>
        </p:txBody>
      </p:sp>
      <p:sp>
        <p:nvSpPr>
          <p:cNvPr id="1077" name="Google Shape;1077;p92"/>
          <p:cNvSpPr txBox="1"/>
          <p:nvPr/>
        </p:nvSpPr>
        <p:spPr>
          <a:xfrm flipH="1">
            <a:off x="6307910" y="1549689"/>
            <a:ext cx="21228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Venus is the second planet from the Sun</a:t>
            </a:r>
            <a:endParaRPr>
              <a:solidFill>
                <a:schemeClr val="dk1"/>
              </a:solidFill>
              <a:latin typeface="Hanken Grotesk"/>
              <a:ea typeface="Hanken Grotesk"/>
              <a:cs typeface="Hanken Grotesk"/>
              <a:sym typeface="Hanken Grotesk"/>
            </a:endParaRPr>
          </a:p>
        </p:txBody>
      </p:sp>
      <p:sp>
        <p:nvSpPr>
          <p:cNvPr id="1078" name="Google Shape;1078;p92"/>
          <p:cNvSpPr txBox="1"/>
          <p:nvPr/>
        </p:nvSpPr>
        <p:spPr>
          <a:xfrm flipH="1">
            <a:off x="6307910" y="3856025"/>
            <a:ext cx="2122800" cy="571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Despite being red, Mars is a cold place</a:t>
            </a:r>
            <a:endParaRPr>
              <a:solidFill>
                <a:schemeClr val="dk1"/>
              </a:solidFill>
              <a:latin typeface="Hanken Grotesk"/>
              <a:ea typeface="Hanken Grotesk"/>
              <a:cs typeface="Hanken Grotesk"/>
              <a:sym typeface="Hanken Grotesk"/>
            </a:endParaRPr>
          </a:p>
        </p:txBody>
      </p:sp>
      <p:sp>
        <p:nvSpPr>
          <p:cNvPr id="1079" name="Google Shape;1079;p92"/>
          <p:cNvSpPr txBox="1"/>
          <p:nvPr/>
        </p:nvSpPr>
        <p:spPr>
          <a:xfrm flipH="1">
            <a:off x="6307925" y="2671607"/>
            <a:ext cx="21228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Mercury is the closest planet to the Sun</a:t>
            </a:r>
            <a:endParaRPr>
              <a:solidFill>
                <a:schemeClr val="dk1"/>
              </a:solidFill>
              <a:latin typeface="Hanken Grotesk"/>
              <a:ea typeface="Hanken Grotesk"/>
              <a:cs typeface="Hanken Grotesk"/>
              <a:sym typeface="Hanken Grotesk"/>
            </a:endParaRPr>
          </a:p>
        </p:txBody>
      </p:sp>
      <p:grpSp>
        <p:nvGrpSpPr>
          <p:cNvPr id="1080" name="Google Shape;1080;p92"/>
          <p:cNvGrpSpPr/>
          <p:nvPr/>
        </p:nvGrpSpPr>
        <p:grpSpPr>
          <a:xfrm>
            <a:off x="764621" y="1473508"/>
            <a:ext cx="4687779" cy="2815603"/>
            <a:chOff x="233350" y="949250"/>
            <a:chExt cx="7137300" cy="3802300"/>
          </a:xfrm>
        </p:grpSpPr>
        <p:sp>
          <p:nvSpPr>
            <p:cNvPr id="1081" name="Google Shape;1081;p92"/>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92"/>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92"/>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92"/>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92"/>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92"/>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92"/>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92"/>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92"/>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92"/>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92"/>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92"/>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92"/>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92"/>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92"/>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92"/>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92"/>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92"/>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92"/>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92"/>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92"/>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92"/>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92"/>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92"/>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92"/>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92"/>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92"/>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92"/>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92"/>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92"/>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92"/>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92"/>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92"/>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92"/>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92"/>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92"/>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92"/>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92"/>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92"/>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92"/>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92"/>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92"/>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92"/>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92"/>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92"/>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92"/>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92"/>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92"/>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92"/>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92"/>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92"/>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2" name="Google Shape;1132;p92"/>
          <p:cNvSpPr/>
          <p:nvPr/>
        </p:nvSpPr>
        <p:spPr>
          <a:xfrm flipH="1">
            <a:off x="1158049" y="1799202"/>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dk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92"/>
          <p:cNvSpPr/>
          <p:nvPr/>
        </p:nvSpPr>
        <p:spPr>
          <a:xfrm flipH="1">
            <a:off x="2974824" y="2888214"/>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92"/>
          <p:cNvSpPr/>
          <p:nvPr/>
        </p:nvSpPr>
        <p:spPr>
          <a:xfrm>
            <a:off x="5989383" y="1265913"/>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92"/>
          <p:cNvSpPr/>
          <p:nvPr/>
        </p:nvSpPr>
        <p:spPr>
          <a:xfrm>
            <a:off x="5989383" y="2382893"/>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92"/>
          <p:cNvSpPr/>
          <p:nvPr/>
        </p:nvSpPr>
        <p:spPr>
          <a:xfrm>
            <a:off x="5989383" y="3499878"/>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endParaRPr sz="1900">
              <a:solidFill>
                <a:schemeClr val="dk1"/>
              </a:solidFill>
              <a:latin typeface="Figtree Black"/>
              <a:ea typeface="Figtree Black"/>
              <a:cs typeface="Figtree Black"/>
              <a:sym typeface="Figtree Black"/>
            </a:endParaRPr>
          </a:p>
        </p:txBody>
      </p:sp>
      <p:sp>
        <p:nvSpPr>
          <p:cNvPr id="1137" name="Google Shape;1137;p92"/>
          <p:cNvSpPr/>
          <p:nvPr/>
        </p:nvSpPr>
        <p:spPr>
          <a:xfrm>
            <a:off x="4091533" y="2017530"/>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92"/>
          <p:cNvSpPr/>
          <p:nvPr/>
        </p:nvSpPr>
        <p:spPr>
          <a:xfrm>
            <a:off x="3250833" y="2017530"/>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92"/>
          <p:cNvSpPr/>
          <p:nvPr/>
        </p:nvSpPr>
        <p:spPr>
          <a:xfrm>
            <a:off x="4839608" y="3499888"/>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92"/>
          <p:cNvSpPr/>
          <p:nvPr/>
        </p:nvSpPr>
        <p:spPr>
          <a:xfrm>
            <a:off x="1827658" y="3106438"/>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92"/>
          <p:cNvSpPr/>
          <p:nvPr/>
        </p:nvSpPr>
        <p:spPr>
          <a:xfrm flipH="1">
            <a:off x="4358924" y="1545839"/>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92"/>
          <p:cNvSpPr/>
          <p:nvPr/>
        </p:nvSpPr>
        <p:spPr>
          <a:xfrm flipH="1">
            <a:off x="2326674" y="1545839"/>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p93"/>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Discussion</a:t>
            </a:r>
            <a:endParaRPr/>
          </a:p>
        </p:txBody>
      </p:sp>
      <p:sp>
        <p:nvSpPr>
          <p:cNvPr id="1148" name="Google Shape;1148;p93"/>
          <p:cNvSpPr txBox="1"/>
          <p:nvPr/>
        </p:nvSpPr>
        <p:spPr>
          <a:xfrm>
            <a:off x="720000" y="1548350"/>
            <a:ext cx="4257900" cy="306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Despite being red, Mars is actually a cold place. It's full of iron oxide dust, which gives the planet its reddish cast. Earth is the third planet from the Sun and the only one that harbors life in the Solar System. This is where we all live:</a:t>
            </a:r>
            <a:endParaRPr>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Ceres is located in the main asteroid belt</a:t>
            </a:r>
            <a:endParaRPr>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The Moon is Earth’s natural satellite</a:t>
            </a:r>
            <a:endParaRPr>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Neptune is very far away from us</a:t>
            </a:r>
            <a:endParaRPr>
              <a:solidFill>
                <a:schemeClr val="dk1"/>
              </a:solidFill>
              <a:latin typeface="Hanken Grotesk"/>
              <a:ea typeface="Hanken Grotesk"/>
              <a:cs typeface="Hanken Grotesk"/>
              <a:sym typeface="Hanken Grotesk"/>
            </a:endParaRPr>
          </a:p>
          <a:p>
            <a:pPr marL="457200" lvl="0" indent="-304800" algn="l" rtl="0">
              <a:lnSpc>
                <a:spcPct val="115000"/>
              </a:lnSpc>
              <a:spcBef>
                <a:spcPts val="1000"/>
              </a:spcBef>
              <a:spcAft>
                <a:spcPts val="0"/>
              </a:spcAft>
              <a:buClr>
                <a:schemeClr val="dk1"/>
              </a:buClr>
              <a:buSzPts val="1200"/>
              <a:buFont typeface="Hanken Grotesk"/>
              <a:buChar char="●"/>
            </a:pPr>
            <a:r>
              <a:rPr lang="en">
                <a:solidFill>
                  <a:schemeClr val="dk1"/>
                </a:solidFill>
                <a:latin typeface="Hanken Grotesk"/>
                <a:ea typeface="Hanken Grotesk"/>
                <a:cs typeface="Hanken Grotesk"/>
                <a:sym typeface="Hanken Grotesk"/>
              </a:rPr>
              <a:t>Pluto is now considered a dwarf planet</a:t>
            </a:r>
            <a:endParaRPr>
              <a:solidFill>
                <a:schemeClr val="dk1"/>
              </a:solidFill>
              <a:latin typeface="Hanken Grotesk"/>
              <a:ea typeface="Hanken Grotesk"/>
              <a:cs typeface="Hanken Grotesk"/>
              <a:sym typeface="Hanken Grotesk"/>
            </a:endParaRPr>
          </a:p>
        </p:txBody>
      </p:sp>
      <p:sp>
        <p:nvSpPr>
          <p:cNvPr id="1149" name="Google Shape;1149;p93"/>
          <p:cNvSpPr txBox="1"/>
          <p:nvPr/>
        </p:nvSpPr>
        <p:spPr>
          <a:xfrm>
            <a:off x="720000" y="1149175"/>
            <a:ext cx="4257900" cy="4374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Mars &amp; Earth</a:t>
            </a:r>
            <a:endParaRPr sz="1900">
              <a:solidFill>
                <a:schemeClr val="dk1"/>
              </a:solidFill>
              <a:latin typeface="Figtree Black"/>
              <a:ea typeface="Figtree Black"/>
              <a:cs typeface="Figtree Black"/>
              <a:sym typeface="Figtree Black"/>
            </a:endParaRPr>
          </a:p>
        </p:txBody>
      </p:sp>
      <p:sp>
        <p:nvSpPr>
          <p:cNvPr id="1150" name="Google Shape;1150;p93"/>
          <p:cNvSpPr txBox="1"/>
          <p:nvPr/>
        </p:nvSpPr>
        <p:spPr>
          <a:xfrm>
            <a:off x="5772175" y="1398350"/>
            <a:ext cx="2658600" cy="348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Clr>
                <a:srgbClr val="000000"/>
              </a:buClr>
              <a:buSzPts val="1100"/>
              <a:buFont typeface="Arial"/>
              <a:buNone/>
            </a:pPr>
            <a:r>
              <a:rPr lang="en" sz="1900">
                <a:solidFill>
                  <a:schemeClr val="dk1"/>
                </a:solidFill>
                <a:latin typeface="Figtree Black"/>
                <a:ea typeface="Figtree Black"/>
                <a:cs typeface="Figtree Black"/>
                <a:sym typeface="Figtree Black"/>
              </a:rPr>
              <a:t>Discussion 1</a:t>
            </a:r>
            <a:endParaRPr sz="1900">
              <a:solidFill>
                <a:schemeClr val="dk1"/>
              </a:solidFill>
              <a:latin typeface="Figtree Black"/>
              <a:ea typeface="Figtree Black"/>
              <a:cs typeface="Figtree Black"/>
              <a:sym typeface="Figtree Black"/>
            </a:endParaRPr>
          </a:p>
        </p:txBody>
      </p:sp>
      <p:sp>
        <p:nvSpPr>
          <p:cNvPr id="1151" name="Google Shape;1151;p93"/>
          <p:cNvSpPr txBox="1"/>
          <p:nvPr/>
        </p:nvSpPr>
        <p:spPr>
          <a:xfrm>
            <a:off x="5772175" y="1597299"/>
            <a:ext cx="2658600" cy="117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Mercury is the closest planet to the Sun and the smallest one in the Solar System. It’s bit larger than the Moon</a:t>
            </a:r>
            <a:endParaRPr>
              <a:solidFill>
                <a:schemeClr val="dk1"/>
              </a:solidFill>
              <a:latin typeface="Hanken Grotesk"/>
              <a:ea typeface="Hanken Grotesk"/>
              <a:cs typeface="Hanken Grotesk"/>
              <a:sym typeface="Hanken Grotesk"/>
            </a:endParaRPr>
          </a:p>
        </p:txBody>
      </p:sp>
      <p:sp>
        <p:nvSpPr>
          <p:cNvPr id="1152" name="Google Shape;1152;p93"/>
          <p:cNvSpPr txBox="1"/>
          <p:nvPr/>
        </p:nvSpPr>
        <p:spPr>
          <a:xfrm>
            <a:off x="5772175" y="3060400"/>
            <a:ext cx="2658600" cy="3486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Discussion 2</a:t>
            </a:r>
            <a:endParaRPr sz="1900">
              <a:solidFill>
                <a:schemeClr val="dk1"/>
              </a:solidFill>
              <a:latin typeface="Figtree Black"/>
              <a:ea typeface="Figtree Black"/>
              <a:cs typeface="Figtree Black"/>
              <a:sym typeface="Figtree Black"/>
            </a:endParaRPr>
          </a:p>
        </p:txBody>
      </p:sp>
      <p:sp>
        <p:nvSpPr>
          <p:cNvPr id="1153" name="Google Shape;1153;p93"/>
          <p:cNvSpPr txBox="1"/>
          <p:nvPr/>
        </p:nvSpPr>
        <p:spPr>
          <a:xfrm>
            <a:off x="5772175" y="3259375"/>
            <a:ext cx="2658600" cy="117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Hanken Grotesk"/>
                <a:ea typeface="Hanken Grotesk"/>
                <a:cs typeface="Hanken Grotesk"/>
                <a:sym typeface="Hanken Grotesk"/>
              </a:rPr>
              <a:t>Venus has a beautiful name and is the second planet from the Sun. Venus is a lot hotter than Mercury</a:t>
            </a:r>
            <a:endParaRPr>
              <a:solidFill>
                <a:schemeClr val="dk1"/>
              </a:solidFill>
              <a:latin typeface="Hanken Grotesk"/>
              <a:ea typeface="Hanken Grotesk"/>
              <a:cs typeface="Hanken Grotesk"/>
              <a:sym typeface="Hanken Grotesk"/>
            </a:endParaRPr>
          </a:p>
        </p:txBody>
      </p:sp>
      <p:sp>
        <p:nvSpPr>
          <p:cNvPr id="1154" name="Google Shape;1154;p93"/>
          <p:cNvSpPr/>
          <p:nvPr/>
        </p:nvSpPr>
        <p:spPr>
          <a:xfrm>
            <a:off x="5116925" y="2896550"/>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93"/>
          <p:cNvSpPr/>
          <p:nvPr/>
        </p:nvSpPr>
        <p:spPr>
          <a:xfrm>
            <a:off x="5116925" y="1237963"/>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56" name="Google Shape;1156;p93"/>
          <p:cNvCxnSpPr>
            <a:stCxn id="1155" idx="2"/>
            <a:endCxn id="1154" idx="0"/>
          </p:cNvCxnSpPr>
          <p:nvPr/>
        </p:nvCxnSpPr>
        <p:spPr>
          <a:xfrm>
            <a:off x="5375075" y="1754263"/>
            <a:ext cx="0" cy="1142400"/>
          </a:xfrm>
          <a:prstGeom prst="straightConnector1">
            <a:avLst/>
          </a:prstGeom>
          <a:noFill/>
          <a:ln w="19050" cap="flat" cmpd="sng">
            <a:solidFill>
              <a:schemeClr val="dk1"/>
            </a:solidFill>
            <a:prstDash val="solid"/>
            <a:round/>
            <a:headEnd type="none" w="med" len="med"/>
            <a:tailEnd type="none" w="med" len="med"/>
          </a:ln>
        </p:spPr>
      </p:cxnSp>
      <p:cxnSp>
        <p:nvCxnSpPr>
          <p:cNvPr id="1157" name="Google Shape;1157;p93"/>
          <p:cNvCxnSpPr>
            <a:stCxn id="1154" idx="2"/>
          </p:cNvCxnSpPr>
          <p:nvPr/>
        </p:nvCxnSpPr>
        <p:spPr>
          <a:xfrm>
            <a:off x="5375075" y="3412850"/>
            <a:ext cx="0" cy="1772400"/>
          </a:xfrm>
          <a:prstGeom prst="straightConnector1">
            <a:avLst/>
          </a:prstGeom>
          <a:noFill/>
          <a:ln w="19050" cap="flat" cmpd="sng">
            <a:solidFill>
              <a:schemeClr val="dk1"/>
            </a:solidFill>
            <a:prstDash val="solid"/>
            <a:round/>
            <a:headEnd type="none" w="med" len="med"/>
            <a:tailEnd type="none" w="med" len="med"/>
          </a:ln>
        </p:spPr>
      </p:cxnSp>
      <p:grpSp>
        <p:nvGrpSpPr>
          <p:cNvPr id="1158" name="Google Shape;1158;p93"/>
          <p:cNvGrpSpPr/>
          <p:nvPr/>
        </p:nvGrpSpPr>
        <p:grpSpPr>
          <a:xfrm>
            <a:off x="5195138" y="2999375"/>
            <a:ext cx="359850" cy="310650"/>
            <a:chOff x="1727213" y="3674725"/>
            <a:chExt cx="359850" cy="310650"/>
          </a:xfrm>
        </p:grpSpPr>
        <p:sp>
          <p:nvSpPr>
            <p:cNvPr id="1159" name="Google Shape;1159;p93"/>
            <p:cNvSpPr/>
            <p:nvPr/>
          </p:nvSpPr>
          <p:spPr>
            <a:xfrm>
              <a:off x="2048588" y="3851825"/>
              <a:ext cx="13875" cy="66400"/>
            </a:xfrm>
            <a:custGeom>
              <a:avLst/>
              <a:gdLst/>
              <a:ahLst/>
              <a:cxnLst/>
              <a:rect l="l" t="t" r="r" b="b"/>
              <a:pathLst>
                <a:path w="555" h="2656" extrusionOk="0">
                  <a:moveTo>
                    <a:pt x="1" y="0"/>
                  </a:moveTo>
                  <a:lnTo>
                    <a:pt x="1" y="2656"/>
                  </a:lnTo>
                  <a:lnTo>
                    <a:pt x="554" y="2656"/>
                  </a:lnTo>
                  <a:lnTo>
                    <a:pt x="5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93"/>
            <p:cNvSpPr/>
            <p:nvPr/>
          </p:nvSpPr>
          <p:spPr>
            <a:xfrm>
              <a:off x="1802038" y="3720600"/>
              <a:ext cx="14900" cy="54350"/>
            </a:xfrm>
            <a:custGeom>
              <a:avLst/>
              <a:gdLst/>
              <a:ahLst/>
              <a:cxnLst/>
              <a:rect l="l" t="t" r="r" b="b"/>
              <a:pathLst>
                <a:path w="596" h="2174" extrusionOk="0">
                  <a:moveTo>
                    <a:pt x="1" y="1"/>
                  </a:moveTo>
                  <a:lnTo>
                    <a:pt x="1" y="2174"/>
                  </a:lnTo>
                  <a:lnTo>
                    <a:pt x="595" y="2174"/>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93"/>
            <p:cNvSpPr/>
            <p:nvPr/>
          </p:nvSpPr>
          <p:spPr>
            <a:xfrm>
              <a:off x="1884063" y="3910500"/>
              <a:ext cx="203000" cy="52575"/>
            </a:xfrm>
            <a:custGeom>
              <a:avLst/>
              <a:gdLst/>
              <a:ahLst/>
              <a:cxnLst/>
              <a:rect l="l" t="t" r="r" b="b"/>
              <a:pathLst>
                <a:path w="8120" h="2103" extrusionOk="0">
                  <a:moveTo>
                    <a:pt x="308" y="1"/>
                  </a:moveTo>
                  <a:cubicBezTo>
                    <a:pt x="134" y="1"/>
                    <a:pt x="0" y="134"/>
                    <a:pt x="0" y="350"/>
                  </a:cubicBezTo>
                  <a:cubicBezTo>
                    <a:pt x="52" y="473"/>
                    <a:pt x="175" y="606"/>
                    <a:pt x="308" y="606"/>
                  </a:cubicBezTo>
                  <a:lnTo>
                    <a:pt x="7012" y="606"/>
                  </a:lnTo>
                  <a:cubicBezTo>
                    <a:pt x="7310" y="606"/>
                    <a:pt x="7525" y="821"/>
                    <a:pt x="7484" y="1118"/>
                  </a:cubicBezTo>
                  <a:cubicBezTo>
                    <a:pt x="7433" y="1334"/>
                    <a:pt x="7228" y="1539"/>
                    <a:pt x="7012" y="1539"/>
                  </a:cubicBezTo>
                  <a:lnTo>
                    <a:pt x="308" y="1539"/>
                  </a:lnTo>
                  <a:cubicBezTo>
                    <a:pt x="134" y="1539"/>
                    <a:pt x="0" y="1672"/>
                    <a:pt x="0" y="1887"/>
                  </a:cubicBezTo>
                  <a:cubicBezTo>
                    <a:pt x="52" y="2010"/>
                    <a:pt x="175" y="2103"/>
                    <a:pt x="308" y="2103"/>
                  </a:cubicBezTo>
                  <a:lnTo>
                    <a:pt x="7012" y="2103"/>
                  </a:lnTo>
                  <a:cubicBezTo>
                    <a:pt x="7648" y="2103"/>
                    <a:pt x="8120" y="1590"/>
                    <a:pt x="8079" y="944"/>
                  </a:cubicBezTo>
                  <a:cubicBezTo>
                    <a:pt x="7997" y="391"/>
                    <a:pt x="7525" y="1"/>
                    <a:pt x="70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93"/>
            <p:cNvSpPr/>
            <p:nvPr/>
          </p:nvSpPr>
          <p:spPr>
            <a:xfrm>
              <a:off x="1727213" y="3674725"/>
              <a:ext cx="358825" cy="288350"/>
            </a:xfrm>
            <a:custGeom>
              <a:avLst/>
              <a:gdLst/>
              <a:ahLst/>
              <a:cxnLst/>
              <a:rect l="l" t="t" r="r" b="b"/>
              <a:pathLst>
                <a:path w="14353" h="11534" extrusionOk="0">
                  <a:moveTo>
                    <a:pt x="10939" y="595"/>
                  </a:moveTo>
                  <a:cubicBezTo>
                    <a:pt x="12220" y="595"/>
                    <a:pt x="13327" y="1661"/>
                    <a:pt x="13286" y="2984"/>
                  </a:cubicBezTo>
                  <a:cubicBezTo>
                    <a:pt x="13286" y="4224"/>
                    <a:pt x="12220" y="5249"/>
                    <a:pt x="10980" y="5249"/>
                  </a:cubicBezTo>
                  <a:lnTo>
                    <a:pt x="2994" y="5249"/>
                  </a:lnTo>
                  <a:cubicBezTo>
                    <a:pt x="2779" y="5249"/>
                    <a:pt x="2563" y="5075"/>
                    <a:pt x="2522" y="4870"/>
                  </a:cubicBezTo>
                  <a:cubicBezTo>
                    <a:pt x="2481" y="4563"/>
                    <a:pt x="2686" y="4306"/>
                    <a:pt x="2994" y="4306"/>
                  </a:cubicBezTo>
                  <a:lnTo>
                    <a:pt x="10939" y="4306"/>
                  </a:lnTo>
                  <a:cubicBezTo>
                    <a:pt x="11708" y="4306"/>
                    <a:pt x="12343" y="3712"/>
                    <a:pt x="12343" y="2943"/>
                  </a:cubicBezTo>
                  <a:cubicBezTo>
                    <a:pt x="12343" y="2174"/>
                    <a:pt x="11749" y="1538"/>
                    <a:pt x="10980" y="1538"/>
                  </a:cubicBezTo>
                  <a:lnTo>
                    <a:pt x="2994" y="1538"/>
                  </a:lnTo>
                  <a:cubicBezTo>
                    <a:pt x="2779" y="1538"/>
                    <a:pt x="2563" y="1364"/>
                    <a:pt x="2522" y="1149"/>
                  </a:cubicBezTo>
                  <a:cubicBezTo>
                    <a:pt x="2481" y="852"/>
                    <a:pt x="2686" y="595"/>
                    <a:pt x="2994" y="595"/>
                  </a:cubicBezTo>
                  <a:close/>
                  <a:moveTo>
                    <a:pt x="2994" y="1"/>
                  </a:moveTo>
                  <a:cubicBezTo>
                    <a:pt x="2430" y="1"/>
                    <a:pt x="1969" y="421"/>
                    <a:pt x="1917" y="975"/>
                  </a:cubicBezTo>
                  <a:cubicBezTo>
                    <a:pt x="1835" y="1579"/>
                    <a:pt x="2348" y="2133"/>
                    <a:pt x="2994" y="2133"/>
                  </a:cubicBezTo>
                  <a:lnTo>
                    <a:pt x="10939" y="2133"/>
                  </a:lnTo>
                  <a:cubicBezTo>
                    <a:pt x="11359" y="2133"/>
                    <a:pt x="11749" y="2471"/>
                    <a:pt x="11749" y="2902"/>
                  </a:cubicBezTo>
                  <a:cubicBezTo>
                    <a:pt x="11790" y="3373"/>
                    <a:pt x="11400" y="3712"/>
                    <a:pt x="10980" y="3712"/>
                  </a:cubicBezTo>
                  <a:lnTo>
                    <a:pt x="2902" y="3712"/>
                  </a:lnTo>
                  <a:cubicBezTo>
                    <a:pt x="2563" y="3712"/>
                    <a:pt x="2225" y="3886"/>
                    <a:pt x="2092" y="4183"/>
                  </a:cubicBezTo>
                  <a:cubicBezTo>
                    <a:pt x="1794" y="4737"/>
                    <a:pt x="1917" y="5290"/>
                    <a:pt x="2307" y="5588"/>
                  </a:cubicBezTo>
                  <a:cubicBezTo>
                    <a:pt x="810" y="6357"/>
                    <a:pt x="0" y="8243"/>
                    <a:pt x="1026" y="10078"/>
                  </a:cubicBezTo>
                  <a:cubicBezTo>
                    <a:pt x="1538" y="10970"/>
                    <a:pt x="2481" y="11534"/>
                    <a:pt x="3455" y="11534"/>
                  </a:cubicBezTo>
                  <a:lnTo>
                    <a:pt x="4398" y="11534"/>
                  </a:lnTo>
                  <a:cubicBezTo>
                    <a:pt x="4532" y="11534"/>
                    <a:pt x="4655" y="11400"/>
                    <a:pt x="4696" y="11277"/>
                  </a:cubicBezTo>
                  <a:cubicBezTo>
                    <a:pt x="4737" y="11103"/>
                    <a:pt x="4573" y="10929"/>
                    <a:pt x="4398" y="10929"/>
                  </a:cubicBezTo>
                  <a:lnTo>
                    <a:pt x="3763" y="10929"/>
                  </a:lnTo>
                  <a:cubicBezTo>
                    <a:pt x="2307" y="10929"/>
                    <a:pt x="1149" y="9781"/>
                    <a:pt x="1149" y="8325"/>
                  </a:cubicBezTo>
                  <a:cubicBezTo>
                    <a:pt x="1200" y="6961"/>
                    <a:pt x="2307" y="5844"/>
                    <a:pt x="3711" y="5844"/>
                  </a:cubicBezTo>
                  <a:lnTo>
                    <a:pt x="13286" y="5844"/>
                  </a:lnTo>
                  <a:cubicBezTo>
                    <a:pt x="13502" y="5844"/>
                    <a:pt x="13707" y="6018"/>
                    <a:pt x="13758" y="6234"/>
                  </a:cubicBezTo>
                  <a:cubicBezTo>
                    <a:pt x="13799" y="6531"/>
                    <a:pt x="13584" y="6787"/>
                    <a:pt x="13286" y="6787"/>
                  </a:cubicBezTo>
                  <a:lnTo>
                    <a:pt x="3763" y="6787"/>
                  </a:lnTo>
                  <a:cubicBezTo>
                    <a:pt x="2943" y="6787"/>
                    <a:pt x="2266" y="7382"/>
                    <a:pt x="2133" y="8151"/>
                  </a:cubicBezTo>
                  <a:cubicBezTo>
                    <a:pt x="2010" y="9135"/>
                    <a:pt x="2779" y="10037"/>
                    <a:pt x="3763" y="10037"/>
                  </a:cubicBezTo>
                  <a:lnTo>
                    <a:pt x="4398" y="10037"/>
                  </a:lnTo>
                  <a:cubicBezTo>
                    <a:pt x="4532" y="10037"/>
                    <a:pt x="4655" y="9904"/>
                    <a:pt x="4696" y="9781"/>
                  </a:cubicBezTo>
                  <a:cubicBezTo>
                    <a:pt x="4737" y="9565"/>
                    <a:pt x="4573" y="9432"/>
                    <a:pt x="4398" y="9432"/>
                  </a:cubicBezTo>
                  <a:lnTo>
                    <a:pt x="3763" y="9432"/>
                  </a:lnTo>
                  <a:cubicBezTo>
                    <a:pt x="3250" y="9432"/>
                    <a:pt x="2820" y="9094"/>
                    <a:pt x="2738" y="8581"/>
                  </a:cubicBezTo>
                  <a:cubicBezTo>
                    <a:pt x="2604" y="7946"/>
                    <a:pt x="3117" y="7382"/>
                    <a:pt x="3763" y="7382"/>
                  </a:cubicBezTo>
                  <a:lnTo>
                    <a:pt x="13286" y="7382"/>
                  </a:lnTo>
                  <a:cubicBezTo>
                    <a:pt x="13881" y="7382"/>
                    <a:pt x="14353" y="6920"/>
                    <a:pt x="14353" y="6316"/>
                  </a:cubicBezTo>
                  <a:cubicBezTo>
                    <a:pt x="14353" y="5721"/>
                    <a:pt x="13881" y="5249"/>
                    <a:pt x="13286" y="5249"/>
                  </a:cubicBezTo>
                  <a:lnTo>
                    <a:pt x="12733" y="5249"/>
                  </a:lnTo>
                  <a:cubicBezTo>
                    <a:pt x="13409" y="4737"/>
                    <a:pt x="13840" y="3927"/>
                    <a:pt x="13881" y="3025"/>
                  </a:cubicBezTo>
                  <a:cubicBezTo>
                    <a:pt x="13922" y="1364"/>
                    <a:pt x="12600" y="1"/>
                    <a:pt x="1093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93"/>
            <p:cNvSpPr/>
            <p:nvPr/>
          </p:nvSpPr>
          <p:spPr>
            <a:xfrm>
              <a:off x="1829738" y="3888050"/>
              <a:ext cx="69475" cy="97325"/>
            </a:xfrm>
            <a:custGeom>
              <a:avLst/>
              <a:gdLst/>
              <a:ahLst/>
              <a:cxnLst/>
              <a:rect l="l" t="t" r="r" b="b"/>
              <a:pathLst>
                <a:path w="2779" h="3893" extrusionOk="0">
                  <a:moveTo>
                    <a:pt x="311" y="1"/>
                  </a:moveTo>
                  <a:cubicBezTo>
                    <a:pt x="293" y="1"/>
                    <a:pt x="275" y="3"/>
                    <a:pt x="256" y="7"/>
                  </a:cubicBezTo>
                  <a:cubicBezTo>
                    <a:pt x="82" y="48"/>
                    <a:pt x="0" y="181"/>
                    <a:pt x="0" y="304"/>
                  </a:cubicBezTo>
                  <a:lnTo>
                    <a:pt x="0" y="3595"/>
                  </a:lnTo>
                  <a:cubicBezTo>
                    <a:pt x="0" y="3677"/>
                    <a:pt x="41" y="3769"/>
                    <a:pt x="123" y="3810"/>
                  </a:cubicBezTo>
                  <a:cubicBezTo>
                    <a:pt x="174" y="3851"/>
                    <a:pt x="215" y="3892"/>
                    <a:pt x="297" y="3892"/>
                  </a:cubicBezTo>
                  <a:cubicBezTo>
                    <a:pt x="338" y="3892"/>
                    <a:pt x="431" y="3851"/>
                    <a:pt x="472" y="3810"/>
                  </a:cubicBezTo>
                  <a:lnTo>
                    <a:pt x="1363" y="3083"/>
                  </a:lnTo>
                  <a:lnTo>
                    <a:pt x="2307" y="3810"/>
                  </a:lnTo>
                  <a:cubicBezTo>
                    <a:pt x="2348" y="3851"/>
                    <a:pt x="2412" y="3872"/>
                    <a:pt x="2476" y="3872"/>
                  </a:cubicBezTo>
                  <a:cubicBezTo>
                    <a:pt x="2540" y="3872"/>
                    <a:pt x="2604" y="3851"/>
                    <a:pt x="2645" y="3810"/>
                  </a:cubicBezTo>
                  <a:cubicBezTo>
                    <a:pt x="2737" y="3769"/>
                    <a:pt x="2778" y="3677"/>
                    <a:pt x="2778" y="3595"/>
                  </a:cubicBezTo>
                  <a:lnTo>
                    <a:pt x="2778" y="304"/>
                  </a:lnTo>
                  <a:cubicBezTo>
                    <a:pt x="2778" y="148"/>
                    <a:pt x="2639" y="1"/>
                    <a:pt x="2484" y="1"/>
                  </a:cubicBezTo>
                  <a:cubicBezTo>
                    <a:pt x="2466" y="1"/>
                    <a:pt x="2448" y="3"/>
                    <a:pt x="2430" y="7"/>
                  </a:cubicBezTo>
                  <a:cubicBezTo>
                    <a:pt x="2266" y="48"/>
                    <a:pt x="2173" y="181"/>
                    <a:pt x="2173" y="304"/>
                  </a:cubicBezTo>
                  <a:lnTo>
                    <a:pt x="2173" y="2949"/>
                  </a:lnTo>
                  <a:lnTo>
                    <a:pt x="1579" y="2488"/>
                  </a:lnTo>
                  <a:cubicBezTo>
                    <a:pt x="1517" y="2442"/>
                    <a:pt x="1453" y="2419"/>
                    <a:pt x="1389" y="2419"/>
                  </a:cubicBezTo>
                  <a:cubicBezTo>
                    <a:pt x="1325" y="2419"/>
                    <a:pt x="1261" y="2442"/>
                    <a:pt x="1199" y="2488"/>
                  </a:cubicBezTo>
                  <a:lnTo>
                    <a:pt x="595" y="2949"/>
                  </a:lnTo>
                  <a:lnTo>
                    <a:pt x="595" y="304"/>
                  </a:lnTo>
                  <a:cubicBezTo>
                    <a:pt x="595" y="148"/>
                    <a:pt x="463" y="1"/>
                    <a:pt x="31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4" name="Google Shape;1164;p93"/>
          <p:cNvGrpSpPr/>
          <p:nvPr/>
        </p:nvGrpSpPr>
        <p:grpSpPr>
          <a:xfrm>
            <a:off x="5203213" y="1323625"/>
            <a:ext cx="343700" cy="345000"/>
            <a:chOff x="1751813" y="2520150"/>
            <a:chExt cx="343700" cy="345000"/>
          </a:xfrm>
        </p:grpSpPr>
        <p:sp>
          <p:nvSpPr>
            <p:cNvPr id="1165" name="Google Shape;1165;p93"/>
            <p:cNvSpPr/>
            <p:nvPr/>
          </p:nvSpPr>
          <p:spPr>
            <a:xfrm>
              <a:off x="1949413" y="2527850"/>
              <a:ext cx="14900" cy="328850"/>
            </a:xfrm>
            <a:custGeom>
              <a:avLst/>
              <a:gdLst/>
              <a:ahLst/>
              <a:cxnLst/>
              <a:rect l="l" t="t" r="r" b="b"/>
              <a:pathLst>
                <a:path w="596" h="13154" extrusionOk="0">
                  <a:moveTo>
                    <a:pt x="0" y="0"/>
                  </a:moveTo>
                  <a:lnTo>
                    <a:pt x="0" y="13153"/>
                  </a:lnTo>
                  <a:lnTo>
                    <a:pt x="595" y="1315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93"/>
            <p:cNvSpPr/>
            <p:nvPr/>
          </p:nvSpPr>
          <p:spPr>
            <a:xfrm>
              <a:off x="1905588" y="2527850"/>
              <a:ext cx="14900" cy="329875"/>
            </a:xfrm>
            <a:custGeom>
              <a:avLst/>
              <a:gdLst/>
              <a:ahLst/>
              <a:cxnLst/>
              <a:rect l="l" t="t" r="r" b="b"/>
              <a:pathLst>
                <a:path w="596" h="13195" extrusionOk="0">
                  <a:moveTo>
                    <a:pt x="0" y="0"/>
                  </a:moveTo>
                  <a:lnTo>
                    <a:pt x="0" y="13194"/>
                  </a:lnTo>
                  <a:lnTo>
                    <a:pt x="595" y="13194"/>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93"/>
            <p:cNvSpPr/>
            <p:nvPr/>
          </p:nvSpPr>
          <p:spPr>
            <a:xfrm>
              <a:off x="2044238" y="2575775"/>
              <a:ext cx="43850" cy="14900"/>
            </a:xfrm>
            <a:custGeom>
              <a:avLst/>
              <a:gdLst/>
              <a:ahLst/>
              <a:cxnLst/>
              <a:rect l="l" t="t" r="r" b="b"/>
              <a:pathLst>
                <a:path w="1754" h="596" extrusionOk="0">
                  <a:moveTo>
                    <a:pt x="1" y="0"/>
                  </a:moveTo>
                  <a:lnTo>
                    <a:pt x="1" y="595"/>
                  </a:lnTo>
                  <a:lnTo>
                    <a:pt x="1754" y="595"/>
                  </a:lnTo>
                  <a:lnTo>
                    <a:pt x="17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93"/>
            <p:cNvSpPr/>
            <p:nvPr/>
          </p:nvSpPr>
          <p:spPr>
            <a:xfrm>
              <a:off x="1751813" y="2520150"/>
              <a:ext cx="256325" cy="345000"/>
            </a:xfrm>
            <a:custGeom>
              <a:avLst/>
              <a:gdLst/>
              <a:ahLst/>
              <a:cxnLst/>
              <a:rect l="l" t="t" r="r" b="b"/>
              <a:pathLst>
                <a:path w="10253" h="13800" extrusionOk="0">
                  <a:moveTo>
                    <a:pt x="9135" y="606"/>
                  </a:moveTo>
                  <a:cubicBezTo>
                    <a:pt x="9442" y="606"/>
                    <a:pt x="9647" y="862"/>
                    <a:pt x="9647" y="1118"/>
                  </a:cubicBezTo>
                  <a:lnTo>
                    <a:pt x="9647" y="12692"/>
                  </a:lnTo>
                  <a:cubicBezTo>
                    <a:pt x="9647" y="12990"/>
                    <a:pt x="9442" y="13205"/>
                    <a:pt x="9135" y="13205"/>
                  </a:cubicBezTo>
                  <a:lnTo>
                    <a:pt x="595" y="13205"/>
                  </a:lnTo>
                  <a:lnTo>
                    <a:pt x="595" y="606"/>
                  </a:lnTo>
                  <a:close/>
                  <a:moveTo>
                    <a:pt x="298" y="1"/>
                  </a:moveTo>
                  <a:cubicBezTo>
                    <a:pt x="124" y="1"/>
                    <a:pt x="1" y="134"/>
                    <a:pt x="1" y="308"/>
                  </a:cubicBezTo>
                  <a:lnTo>
                    <a:pt x="1" y="13502"/>
                  </a:lnTo>
                  <a:cubicBezTo>
                    <a:pt x="1" y="13676"/>
                    <a:pt x="124" y="13799"/>
                    <a:pt x="298" y="13799"/>
                  </a:cubicBezTo>
                  <a:lnTo>
                    <a:pt x="9135" y="13799"/>
                  </a:lnTo>
                  <a:cubicBezTo>
                    <a:pt x="9740" y="13799"/>
                    <a:pt x="10252" y="13287"/>
                    <a:pt x="10252" y="12692"/>
                  </a:cubicBezTo>
                  <a:lnTo>
                    <a:pt x="10252" y="1118"/>
                  </a:lnTo>
                  <a:cubicBezTo>
                    <a:pt x="10252" y="513"/>
                    <a:pt x="9740" y="1"/>
                    <a:pt x="91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93"/>
            <p:cNvSpPr/>
            <p:nvPr/>
          </p:nvSpPr>
          <p:spPr>
            <a:xfrm>
              <a:off x="2036813" y="2521350"/>
              <a:ext cx="58700" cy="343800"/>
            </a:xfrm>
            <a:custGeom>
              <a:avLst/>
              <a:gdLst/>
              <a:ahLst/>
              <a:cxnLst/>
              <a:rect l="l" t="t" r="r" b="b"/>
              <a:pathLst>
                <a:path w="2348" h="13752" extrusionOk="0">
                  <a:moveTo>
                    <a:pt x="1170" y="594"/>
                  </a:moveTo>
                  <a:cubicBezTo>
                    <a:pt x="1193" y="594"/>
                    <a:pt x="1217" y="596"/>
                    <a:pt x="1241" y="599"/>
                  </a:cubicBezTo>
                  <a:cubicBezTo>
                    <a:pt x="1538" y="599"/>
                    <a:pt x="1753" y="855"/>
                    <a:pt x="1753" y="1152"/>
                  </a:cubicBezTo>
                  <a:lnTo>
                    <a:pt x="1753" y="12214"/>
                  </a:lnTo>
                  <a:lnTo>
                    <a:pt x="1159" y="12942"/>
                  </a:lnTo>
                  <a:lnTo>
                    <a:pt x="605" y="12214"/>
                  </a:lnTo>
                  <a:lnTo>
                    <a:pt x="605" y="1152"/>
                  </a:lnTo>
                  <a:cubicBezTo>
                    <a:pt x="605" y="838"/>
                    <a:pt x="862" y="594"/>
                    <a:pt x="1170" y="594"/>
                  </a:cubicBezTo>
                  <a:close/>
                  <a:moveTo>
                    <a:pt x="1211" y="1"/>
                  </a:moveTo>
                  <a:cubicBezTo>
                    <a:pt x="1180" y="1"/>
                    <a:pt x="1149" y="2"/>
                    <a:pt x="1118" y="4"/>
                  </a:cubicBezTo>
                  <a:cubicBezTo>
                    <a:pt x="472" y="4"/>
                    <a:pt x="0" y="517"/>
                    <a:pt x="0" y="1152"/>
                  </a:cubicBezTo>
                  <a:lnTo>
                    <a:pt x="0" y="12347"/>
                  </a:lnTo>
                  <a:cubicBezTo>
                    <a:pt x="0" y="12388"/>
                    <a:pt x="0" y="12470"/>
                    <a:pt x="41" y="12511"/>
                  </a:cubicBezTo>
                  <a:lnTo>
                    <a:pt x="943" y="13628"/>
                  </a:lnTo>
                  <a:cubicBezTo>
                    <a:pt x="984" y="13710"/>
                    <a:pt x="1066" y="13751"/>
                    <a:pt x="1159" y="13751"/>
                  </a:cubicBezTo>
                  <a:cubicBezTo>
                    <a:pt x="1241" y="13751"/>
                    <a:pt x="1323" y="13710"/>
                    <a:pt x="1415" y="13628"/>
                  </a:cubicBezTo>
                  <a:lnTo>
                    <a:pt x="2266" y="12511"/>
                  </a:lnTo>
                  <a:cubicBezTo>
                    <a:pt x="2307" y="12470"/>
                    <a:pt x="2348" y="12388"/>
                    <a:pt x="2348" y="12347"/>
                  </a:cubicBezTo>
                  <a:lnTo>
                    <a:pt x="2348" y="1152"/>
                  </a:lnTo>
                  <a:cubicBezTo>
                    <a:pt x="2348" y="497"/>
                    <a:pt x="1844" y="1"/>
                    <a:pt x="12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93"/>
            <p:cNvSpPr/>
            <p:nvPr/>
          </p:nvSpPr>
          <p:spPr>
            <a:xfrm>
              <a:off x="1795638" y="2565000"/>
              <a:ext cx="70500" cy="15150"/>
            </a:xfrm>
            <a:custGeom>
              <a:avLst/>
              <a:gdLst/>
              <a:ahLst/>
              <a:cxnLst/>
              <a:rect l="l" t="t" r="r" b="b"/>
              <a:pathLst>
                <a:path w="2820" h="606" extrusionOk="0">
                  <a:moveTo>
                    <a:pt x="339" y="1"/>
                  </a:moveTo>
                  <a:cubicBezTo>
                    <a:pt x="124" y="1"/>
                    <a:pt x="1" y="175"/>
                    <a:pt x="42" y="349"/>
                  </a:cubicBezTo>
                  <a:cubicBezTo>
                    <a:pt x="42" y="472"/>
                    <a:pt x="165" y="606"/>
                    <a:pt x="339" y="606"/>
                  </a:cubicBezTo>
                  <a:lnTo>
                    <a:pt x="2512" y="606"/>
                  </a:lnTo>
                  <a:cubicBezTo>
                    <a:pt x="2686" y="606"/>
                    <a:pt x="2820" y="431"/>
                    <a:pt x="2820" y="257"/>
                  </a:cubicBezTo>
                  <a:cubicBezTo>
                    <a:pt x="2769" y="93"/>
                    <a:pt x="2645" y="1"/>
                    <a:pt x="25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93"/>
            <p:cNvSpPr/>
            <p:nvPr/>
          </p:nvSpPr>
          <p:spPr>
            <a:xfrm>
              <a:off x="1795638" y="2608825"/>
              <a:ext cx="48975" cy="15150"/>
            </a:xfrm>
            <a:custGeom>
              <a:avLst/>
              <a:gdLst/>
              <a:ahLst/>
              <a:cxnLst/>
              <a:rect l="l" t="t" r="r" b="b"/>
              <a:pathLst>
                <a:path w="1959" h="606" extrusionOk="0">
                  <a:moveTo>
                    <a:pt x="339" y="1"/>
                  </a:moveTo>
                  <a:cubicBezTo>
                    <a:pt x="124" y="1"/>
                    <a:pt x="1" y="175"/>
                    <a:pt x="42" y="349"/>
                  </a:cubicBezTo>
                  <a:cubicBezTo>
                    <a:pt x="42" y="472"/>
                    <a:pt x="165" y="606"/>
                    <a:pt x="339" y="606"/>
                  </a:cubicBezTo>
                  <a:lnTo>
                    <a:pt x="1620" y="606"/>
                  </a:lnTo>
                  <a:cubicBezTo>
                    <a:pt x="1795" y="606"/>
                    <a:pt x="1959" y="431"/>
                    <a:pt x="1918" y="257"/>
                  </a:cubicBezTo>
                  <a:cubicBezTo>
                    <a:pt x="1918" y="93"/>
                    <a:pt x="1743" y="1"/>
                    <a:pt x="162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94"/>
          <p:cNvSpPr/>
          <p:nvPr/>
        </p:nvSpPr>
        <p:spPr>
          <a:xfrm>
            <a:off x="4613825" y="2891975"/>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94"/>
          <p:cNvSpPr/>
          <p:nvPr/>
        </p:nvSpPr>
        <p:spPr>
          <a:xfrm>
            <a:off x="4613825" y="1324363"/>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94"/>
          <p:cNvSpPr/>
          <p:nvPr/>
        </p:nvSpPr>
        <p:spPr>
          <a:xfrm>
            <a:off x="1237775" y="2891975"/>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94"/>
          <p:cNvSpPr/>
          <p:nvPr/>
        </p:nvSpPr>
        <p:spPr>
          <a:xfrm>
            <a:off x="1237775" y="1324363"/>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9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Conclusions</a:t>
            </a:r>
            <a:endParaRPr/>
          </a:p>
        </p:txBody>
      </p:sp>
      <p:sp>
        <p:nvSpPr>
          <p:cNvPr id="1181" name="Google Shape;1181;p94"/>
          <p:cNvSpPr txBox="1">
            <a:spLocks noGrp="1"/>
          </p:cNvSpPr>
          <p:nvPr>
            <p:ph type="subTitle" idx="1"/>
          </p:nvPr>
        </p:nvSpPr>
        <p:spPr>
          <a:xfrm>
            <a:off x="1762571" y="1752725"/>
            <a:ext cx="26874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1182" name="Google Shape;1182;p94"/>
          <p:cNvSpPr txBox="1">
            <a:spLocks noGrp="1"/>
          </p:cNvSpPr>
          <p:nvPr>
            <p:ph type="subTitle" idx="2"/>
          </p:nvPr>
        </p:nvSpPr>
        <p:spPr>
          <a:xfrm>
            <a:off x="5132667" y="1752725"/>
            <a:ext cx="26874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very beautiful name and is the second planet from the Sun</a:t>
            </a:r>
            <a:endParaRPr/>
          </a:p>
        </p:txBody>
      </p:sp>
      <p:sp>
        <p:nvSpPr>
          <p:cNvPr id="1183" name="Google Shape;1183;p94"/>
          <p:cNvSpPr txBox="1">
            <a:spLocks noGrp="1"/>
          </p:cNvSpPr>
          <p:nvPr>
            <p:ph type="subTitle" idx="3"/>
          </p:nvPr>
        </p:nvSpPr>
        <p:spPr>
          <a:xfrm>
            <a:off x="1762571" y="3336725"/>
            <a:ext cx="26874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a:t>
            </a:r>
            <a:endParaRPr/>
          </a:p>
        </p:txBody>
      </p:sp>
      <p:sp>
        <p:nvSpPr>
          <p:cNvPr id="1184" name="Google Shape;1184;p94"/>
          <p:cNvSpPr txBox="1">
            <a:spLocks noGrp="1"/>
          </p:cNvSpPr>
          <p:nvPr>
            <p:ph type="subTitle" idx="4"/>
          </p:nvPr>
        </p:nvSpPr>
        <p:spPr>
          <a:xfrm>
            <a:off x="5132667" y="3336725"/>
            <a:ext cx="26874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a ig planet. It is the fourth-largest planet by diameter in the Solar System</a:t>
            </a:r>
            <a:endParaRPr/>
          </a:p>
        </p:txBody>
      </p:sp>
      <p:sp>
        <p:nvSpPr>
          <p:cNvPr id="1185" name="Google Shape;1185;p94"/>
          <p:cNvSpPr txBox="1">
            <a:spLocks noGrp="1"/>
          </p:cNvSpPr>
          <p:nvPr>
            <p:ph type="subTitle" idx="5"/>
          </p:nvPr>
        </p:nvSpPr>
        <p:spPr>
          <a:xfrm>
            <a:off x="1762571" y="1524200"/>
            <a:ext cx="26874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1186" name="Google Shape;1186;p94"/>
          <p:cNvSpPr txBox="1">
            <a:spLocks noGrp="1"/>
          </p:cNvSpPr>
          <p:nvPr>
            <p:ph type="subTitle" idx="6"/>
          </p:nvPr>
        </p:nvSpPr>
        <p:spPr>
          <a:xfrm>
            <a:off x="5132667" y="1524200"/>
            <a:ext cx="26874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1187" name="Google Shape;1187;p94"/>
          <p:cNvSpPr txBox="1">
            <a:spLocks noGrp="1"/>
          </p:cNvSpPr>
          <p:nvPr>
            <p:ph type="subTitle" idx="7"/>
          </p:nvPr>
        </p:nvSpPr>
        <p:spPr>
          <a:xfrm>
            <a:off x="1762571" y="3091838"/>
            <a:ext cx="26874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1188" name="Google Shape;1188;p94"/>
          <p:cNvSpPr txBox="1">
            <a:spLocks noGrp="1"/>
          </p:cNvSpPr>
          <p:nvPr>
            <p:ph type="subTitle" idx="8"/>
          </p:nvPr>
        </p:nvSpPr>
        <p:spPr>
          <a:xfrm>
            <a:off x="5132667" y="3091838"/>
            <a:ext cx="26874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grpSp>
        <p:nvGrpSpPr>
          <p:cNvPr id="1189" name="Google Shape;1189;p94"/>
          <p:cNvGrpSpPr/>
          <p:nvPr/>
        </p:nvGrpSpPr>
        <p:grpSpPr>
          <a:xfrm>
            <a:off x="4700000" y="3011600"/>
            <a:ext cx="343950" cy="277075"/>
            <a:chOff x="4735263" y="2554500"/>
            <a:chExt cx="343950" cy="277075"/>
          </a:xfrm>
        </p:grpSpPr>
        <p:sp>
          <p:nvSpPr>
            <p:cNvPr id="1190" name="Google Shape;1190;p94"/>
            <p:cNvSpPr/>
            <p:nvPr/>
          </p:nvSpPr>
          <p:spPr>
            <a:xfrm>
              <a:off x="4942588" y="2603450"/>
              <a:ext cx="92800" cy="15150"/>
            </a:xfrm>
            <a:custGeom>
              <a:avLst/>
              <a:gdLst/>
              <a:ahLst/>
              <a:cxnLst/>
              <a:rect l="l" t="t" r="r" b="b"/>
              <a:pathLst>
                <a:path w="3712" h="606" extrusionOk="0">
                  <a:moveTo>
                    <a:pt x="339" y="1"/>
                  </a:moveTo>
                  <a:cubicBezTo>
                    <a:pt x="165" y="1"/>
                    <a:pt x="1" y="175"/>
                    <a:pt x="42" y="349"/>
                  </a:cubicBezTo>
                  <a:cubicBezTo>
                    <a:pt x="83" y="472"/>
                    <a:pt x="216" y="605"/>
                    <a:pt x="339" y="605"/>
                  </a:cubicBezTo>
                  <a:lnTo>
                    <a:pt x="3414" y="605"/>
                  </a:lnTo>
                  <a:cubicBezTo>
                    <a:pt x="3589" y="605"/>
                    <a:pt x="3712" y="431"/>
                    <a:pt x="3671" y="257"/>
                  </a:cubicBezTo>
                  <a:cubicBezTo>
                    <a:pt x="3671" y="93"/>
                    <a:pt x="3548"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94"/>
            <p:cNvSpPr/>
            <p:nvPr/>
          </p:nvSpPr>
          <p:spPr>
            <a:xfrm>
              <a:off x="4833663" y="2652650"/>
              <a:ext cx="38475" cy="14900"/>
            </a:xfrm>
            <a:custGeom>
              <a:avLst/>
              <a:gdLst/>
              <a:ahLst/>
              <a:cxnLst/>
              <a:rect l="l" t="t" r="r" b="b"/>
              <a:pathLst>
                <a:path w="1539" h="596" extrusionOk="0">
                  <a:moveTo>
                    <a:pt x="339" y="1"/>
                  </a:moveTo>
                  <a:cubicBezTo>
                    <a:pt x="124" y="1"/>
                    <a:pt x="1" y="175"/>
                    <a:pt x="42" y="339"/>
                  </a:cubicBezTo>
                  <a:cubicBezTo>
                    <a:pt x="42" y="472"/>
                    <a:pt x="165" y="596"/>
                    <a:pt x="339" y="596"/>
                  </a:cubicBezTo>
                  <a:lnTo>
                    <a:pt x="1190" y="596"/>
                  </a:lnTo>
                  <a:cubicBezTo>
                    <a:pt x="1364" y="596"/>
                    <a:pt x="1538" y="431"/>
                    <a:pt x="1497" y="257"/>
                  </a:cubicBezTo>
                  <a:cubicBezTo>
                    <a:pt x="1446" y="83"/>
                    <a:pt x="1323" y="1"/>
                    <a:pt x="119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94"/>
            <p:cNvSpPr/>
            <p:nvPr/>
          </p:nvSpPr>
          <p:spPr>
            <a:xfrm>
              <a:off x="4942588" y="2652650"/>
              <a:ext cx="92800" cy="14900"/>
            </a:xfrm>
            <a:custGeom>
              <a:avLst/>
              <a:gdLst/>
              <a:ahLst/>
              <a:cxnLst/>
              <a:rect l="l" t="t" r="r" b="b"/>
              <a:pathLst>
                <a:path w="3712" h="596" extrusionOk="0">
                  <a:moveTo>
                    <a:pt x="339" y="1"/>
                  </a:moveTo>
                  <a:cubicBezTo>
                    <a:pt x="165" y="1"/>
                    <a:pt x="1" y="175"/>
                    <a:pt x="42" y="339"/>
                  </a:cubicBezTo>
                  <a:cubicBezTo>
                    <a:pt x="83" y="472"/>
                    <a:pt x="216" y="596"/>
                    <a:pt x="339" y="596"/>
                  </a:cubicBezTo>
                  <a:lnTo>
                    <a:pt x="3414" y="596"/>
                  </a:lnTo>
                  <a:cubicBezTo>
                    <a:pt x="3589" y="596"/>
                    <a:pt x="3712" y="431"/>
                    <a:pt x="3671" y="257"/>
                  </a:cubicBezTo>
                  <a:cubicBezTo>
                    <a:pt x="3671" y="83"/>
                    <a:pt x="3548"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94"/>
            <p:cNvSpPr/>
            <p:nvPr/>
          </p:nvSpPr>
          <p:spPr>
            <a:xfrm>
              <a:off x="4942588" y="2701875"/>
              <a:ext cx="92800" cy="14875"/>
            </a:xfrm>
            <a:custGeom>
              <a:avLst/>
              <a:gdLst/>
              <a:ahLst/>
              <a:cxnLst/>
              <a:rect l="l" t="t" r="r" b="b"/>
              <a:pathLst>
                <a:path w="3712" h="595" extrusionOk="0">
                  <a:moveTo>
                    <a:pt x="339" y="0"/>
                  </a:moveTo>
                  <a:cubicBezTo>
                    <a:pt x="165" y="0"/>
                    <a:pt x="1" y="164"/>
                    <a:pt x="42" y="338"/>
                  </a:cubicBezTo>
                  <a:cubicBezTo>
                    <a:pt x="83" y="513"/>
                    <a:pt x="216" y="595"/>
                    <a:pt x="339" y="595"/>
                  </a:cubicBezTo>
                  <a:lnTo>
                    <a:pt x="3414" y="595"/>
                  </a:lnTo>
                  <a:cubicBezTo>
                    <a:pt x="3589" y="595"/>
                    <a:pt x="3712" y="472"/>
                    <a:pt x="3671" y="256"/>
                  </a:cubicBezTo>
                  <a:cubicBezTo>
                    <a:pt x="3671" y="123"/>
                    <a:pt x="3548"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94"/>
            <p:cNvSpPr/>
            <p:nvPr/>
          </p:nvSpPr>
          <p:spPr>
            <a:xfrm>
              <a:off x="4735263" y="2554500"/>
              <a:ext cx="343950" cy="277075"/>
            </a:xfrm>
            <a:custGeom>
              <a:avLst/>
              <a:gdLst/>
              <a:ahLst/>
              <a:cxnLst/>
              <a:rect l="l" t="t" r="r" b="b"/>
              <a:pathLst>
                <a:path w="13758" h="11083" extrusionOk="0">
                  <a:moveTo>
                    <a:pt x="1753" y="595"/>
                  </a:moveTo>
                  <a:lnTo>
                    <a:pt x="1753" y="8069"/>
                  </a:lnTo>
                  <a:lnTo>
                    <a:pt x="605" y="8069"/>
                  </a:lnTo>
                  <a:lnTo>
                    <a:pt x="605" y="595"/>
                  </a:lnTo>
                  <a:close/>
                  <a:moveTo>
                    <a:pt x="5126" y="595"/>
                  </a:moveTo>
                  <a:cubicBezTo>
                    <a:pt x="5690" y="595"/>
                    <a:pt x="6243" y="851"/>
                    <a:pt x="6582" y="1282"/>
                  </a:cubicBezTo>
                  <a:lnTo>
                    <a:pt x="6582" y="8540"/>
                  </a:lnTo>
                  <a:cubicBezTo>
                    <a:pt x="6151" y="8243"/>
                    <a:pt x="5639" y="8069"/>
                    <a:pt x="5126" y="8069"/>
                  </a:cubicBezTo>
                  <a:lnTo>
                    <a:pt x="4101" y="8069"/>
                  </a:lnTo>
                  <a:lnTo>
                    <a:pt x="4101" y="6449"/>
                  </a:lnTo>
                  <a:cubicBezTo>
                    <a:pt x="4152" y="6490"/>
                    <a:pt x="4193" y="6490"/>
                    <a:pt x="4234" y="6490"/>
                  </a:cubicBezTo>
                  <a:lnTo>
                    <a:pt x="5126" y="6490"/>
                  </a:lnTo>
                  <a:cubicBezTo>
                    <a:pt x="5259" y="6490"/>
                    <a:pt x="5382" y="6408"/>
                    <a:pt x="5433" y="6233"/>
                  </a:cubicBezTo>
                  <a:cubicBezTo>
                    <a:pt x="5433" y="6059"/>
                    <a:pt x="5300" y="5895"/>
                    <a:pt x="5126" y="5895"/>
                  </a:cubicBezTo>
                  <a:lnTo>
                    <a:pt x="4234" y="5895"/>
                  </a:lnTo>
                  <a:cubicBezTo>
                    <a:pt x="4193" y="5895"/>
                    <a:pt x="4152" y="5936"/>
                    <a:pt x="4101" y="5936"/>
                  </a:cubicBezTo>
                  <a:lnTo>
                    <a:pt x="4101" y="2522"/>
                  </a:lnTo>
                  <a:cubicBezTo>
                    <a:pt x="4152" y="2522"/>
                    <a:pt x="4193" y="2563"/>
                    <a:pt x="4234" y="2563"/>
                  </a:cubicBezTo>
                  <a:lnTo>
                    <a:pt x="5126" y="2563"/>
                  </a:lnTo>
                  <a:cubicBezTo>
                    <a:pt x="5259" y="2563"/>
                    <a:pt x="5382" y="2430"/>
                    <a:pt x="5433" y="2307"/>
                  </a:cubicBezTo>
                  <a:cubicBezTo>
                    <a:pt x="5433" y="2133"/>
                    <a:pt x="5300" y="1959"/>
                    <a:pt x="5126" y="1959"/>
                  </a:cubicBezTo>
                  <a:lnTo>
                    <a:pt x="4234" y="1959"/>
                  </a:lnTo>
                  <a:cubicBezTo>
                    <a:pt x="4193" y="1959"/>
                    <a:pt x="4152" y="1959"/>
                    <a:pt x="4101" y="2010"/>
                  </a:cubicBezTo>
                  <a:lnTo>
                    <a:pt x="4101" y="595"/>
                  </a:lnTo>
                  <a:close/>
                  <a:moveTo>
                    <a:pt x="13163" y="595"/>
                  </a:moveTo>
                  <a:lnTo>
                    <a:pt x="13163" y="8069"/>
                  </a:lnTo>
                  <a:lnTo>
                    <a:pt x="8632" y="8069"/>
                  </a:lnTo>
                  <a:cubicBezTo>
                    <a:pt x="8119" y="8069"/>
                    <a:pt x="7607" y="8243"/>
                    <a:pt x="7176" y="8540"/>
                  </a:cubicBezTo>
                  <a:lnTo>
                    <a:pt x="7176" y="1282"/>
                  </a:lnTo>
                  <a:cubicBezTo>
                    <a:pt x="7525" y="851"/>
                    <a:pt x="8078" y="595"/>
                    <a:pt x="8632" y="595"/>
                  </a:cubicBezTo>
                  <a:close/>
                  <a:moveTo>
                    <a:pt x="1753" y="8673"/>
                  </a:moveTo>
                  <a:lnTo>
                    <a:pt x="1753" y="9606"/>
                  </a:lnTo>
                  <a:lnTo>
                    <a:pt x="605" y="9606"/>
                  </a:lnTo>
                  <a:lnTo>
                    <a:pt x="605" y="8673"/>
                  </a:lnTo>
                  <a:close/>
                  <a:moveTo>
                    <a:pt x="5126" y="8673"/>
                  </a:moveTo>
                  <a:cubicBezTo>
                    <a:pt x="5556" y="8673"/>
                    <a:pt x="5987" y="8837"/>
                    <a:pt x="6325" y="9094"/>
                  </a:cubicBezTo>
                  <a:cubicBezTo>
                    <a:pt x="6110" y="9227"/>
                    <a:pt x="5946" y="9391"/>
                    <a:pt x="5813" y="9606"/>
                  </a:cubicBezTo>
                  <a:lnTo>
                    <a:pt x="4101" y="9606"/>
                  </a:lnTo>
                  <a:lnTo>
                    <a:pt x="4101" y="8673"/>
                  </a:lnTo>
                  <a:close/>
                  <a:moveTo>
                    <a:pt x="13163" y="8673"/>
                  </a:moveTo>
                  <a:lnTo>
                    <a:pt x="13163" y="9606"/>
                  </a:lnTo>
                  <a:lnTo>
                    <a:pt x="7945" y="9606"/>
                  </a:lnTo>
                  <a:cubicBezTo>
                    <a:pt x="7822" y="9391"/>
                    <a:pt x="7648" y="9227"/>
                    <a:pt x="7433" y="9094"/>
                  </a:cubicBezTo>
                  <a:cubicBezTo>
                    <a:pt x="7781" y="8837"/>
                    <a:pt x="8201" y="8673"/>
                    <a:pt x="8632" y="8673"/>
                  </a:cubicBezTo>
                  <a:close/>
                  <a:moveTo>
                    <a:pt x="3506" y="595"/>
                  </a:moveTo>
                  <a:lnTo>
                    <a:pt x="3506" y="10211"/>
                  </a:lnTo>
                  <a:lnTo>
                    <a:pt x="3127" y="9904"/>
                  </a:lnTo>
                  <a:cubicBezTo>
                    <a:pt x="3076" y="9863"/>
                    <a:pt x="2994" y="9821"/>
                    <a:pt x="2953" y="9821"/>
                  </a:cubicBezTo>
                  <a:cubicBezTo>
                    <a:pt x="2871" y="9821"/>
                    <a:pt x="2819" y="9863"/>
                    <a:pt x="2778" y="9904"/>
                  </a:cubicBezTo>
                  <a:lnTo>
                    <a:pt x="2358" y="10211"/>
                  </a:lnTo>
                  <a:lnTo>
                    <a:pt x="2358" y="595"/>
                  </a:lnTo>
                  <a:close/>
                  <a:moveTo>
                    <a:pt x="308" y="1"/>
                  </a:moveTo>
                  <a:cubicBezTo>
                    <a:pt x="133" y="1"/>
                    <a:pt x="0" y="124"/>
                    <a:pt x="0" y="298"/>
                  </a:cubicBezTo>
                  <a:lnTo>
                    <a:pt x="0" y="8366"/>
                  </a:lnTo>
                  <a:lnTo>
                    <a:pt x="0" y="9904"/>
                  </a:lnTo>
                  <a:cubicBezTo>
                    <a:pt x="0" y="10078"/>
                    <a:pt x="133" y="10211"/>
                    <a:pt x="308" y="10211"/>
                  </a:cubicBezTo>
                  <a:lnTo>
                    <a:pt x="1753" y="10211"/>
                  </a:lnTo>
                  <a:lnTo>
                    <a:pt x="1753" y="10765"/>
                  </a:lnTo>
                  <a:cubicBezTo>
                    <a:pt x="1753" y="10847"/>
                    <a:pt x="1794" y="10929"/>
                    <a:pt x="1886" y="11021"/>
                  </a:cubicBezTo>
                  <a:cubicBezTo>
                    <a:pt x="1927" y="11062"/>
                    <a:pt x="1992" y="11082"/>
                    <a:pt x="2056" y="11082"/>
                  </a:cubicBezTo>
                  <a:cubicBezTo>
                    <a:pt x="2120" y="11082"/>
                    <a:pt x="2184" y="11062"/>
                    <a:pt x="2225" y="11021"/>
                  </a:cubicBezTo>
                  <a:lnTo>
                    <a:pt x="2953" y="10508"/>
                  </a:lnTo>
                  <a:lnTo>
                    <a:pt x="3639" y="11021"/>
                  </a:lnTo>
                  <a:cubicBezTo>
                    <a:pt x="3680" y="11062"/>
                    <a:pt x="3762" y="11062"/>
                    <a:pt x="3803" y="11062"/>
                  </a:cubicBezTo>
                  <a:cubicBezTo>
                    <a:pt x="3844" y="11062"/>
                    <a:pt x="3937" y="11062"/>
                    <a:pt x="3978" y="11021"/>
                  </a:cubicBezTo>
                  <a:cubicBezTo>
                    <a:pt x="4060" y="10980"/>
                    <a:pt x="4101" y="10888"/>
                    <a:pt x="4101" y="10765"/>
                  </a:cubicBezTo>
                  <a:lnTo>
                    <a:pt x="4101" y="10211"/>
                  </a:lnTo>
                  <a:lnTo>
                    <a:pt x="5987" y="10211"/>
                  </a:lnTo>
                  <a:cubicBezTo>
                    <a:pt x="6110" y="10211"/>
                    <a:pt x="6243" y="10119"/>
                    <a:pt x="6284" y="9996"/>
                  </a:cubicBezTo>
                  <a:cubicBezTo>
                    <a:pt x="6366" y="9739"/>
                    <a:pt x="6623" y="9565"/>
                    <a:pt x="6879" y="9565"/>
                  </a:cubicBezTo>
                  <a:cubicBezTo>
                    <a:pt x="7135" y="9565"/>
                    <a:pt x="7350" y="9698"/>
                    <a:pt x="7433" y="9955"/>
                  </a:cubicBezTo>
                  <a:lnTo>
                    <a:pt x="7484" y="9996"/>
                  </a:lnTo>
                  <a:cubicBezTo>
                    <a:pt x="7525" y="10119"/>
                    <a:pt x="7607" y="10211"/>
                    <a:pt x="7740" y="10211"/>
                  </a:cubicBezTo>
                  <a:lnTo>
                    <a:pt x="13460" y="10211"/>
                  </a:lnTo>
                  <a:cubicBezTo>
                    <a:pt x="13635" y="10211"/>
                    <a:pt x="13758" y="10078"/>
                    <a:pt x="13758" y="9904"/>
                  </a:cubicBezTo>
                  <a:lnTo>
                    <a:pt x="13758" y="8366"/>
                  </a:lnTo>
                  <a:lnTo>
                    <a:pt x="13758" y="8161"/>
                  </a:lnTo>
                  <a:lnTo>
                    <a:pt x="13758" y="298"/>
                  </a:lnTo>
                  <a:cubicBezTo>
                    <a:pt x="13758" y="124"/>
                    <a:pt x="13635" y="1"/>
                    <a:pt x="13460" y="1"/>
                  </a:cubicBezTo>
                  <a:lnTo>
                    <a:pt x="8632" y="1"/>
                  </a:lnTo>
                  <a:cubicBezTo>
                    <a:pt x="7996" y="1"/>
                    <a:pt x="7350" y="257"/>
                    <a:pt x="6879" y="728"/>
                  </a:cubicBezTo>
                  <a:cubicBezTo>
                    <a:pt x="6407" y="257"/>
                    <a:pt x="5772" y="1"/>
                    <a:pt x="512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 name="Google Shape;1195;p94"/>
          <p:cNvGrpSpPr/>
          <p:nvPr/>
        </p:nvGrpSpPr>
        <p:grpSpPr>
          <a:xfrm>
            <a:off x="1323933" y="1410450"/>
            <a:ext cx="343975" cy="344100"/>
            <a:chOff x="1003188" y="1986175"/>
            <a:chExt cx="343975" cy="344100"/>
          </a:xfrm>
        </p:grpSpPr>
        <p:sp>
          <p:nvSpPr>
            <p:cNvPr id="1196" name="Google Shape;1196;p94"/>
            <p:cNvSpPr/>
            <p:nvPr/>
          </p:nvSpPr>
          <p:spPr>
            <a:xfrm>
              <a:off x="1090863" y="1986175"/>
              <a:ext cx="168650" cy="173150"/>
            </a:xfrm>
            <a:custGeom>
              <a:avLst/>
              <a:gdLst/>
              <a:ahLst/>
              <a:cxnLst/>
              <a:rect l="l" t="t" r="r" b="b"/>
              <a:pathLst>
                <a:path w="6746" h="6926" extrusionOk="0">
                  <a:moveTo>
                    <a:pt x="1743" y="1503"/>
                  </a:moveTo>
                  <a:cubicBezTo>
                    <a:pt x="2471" y="1503"/>
                    <a:pt x="3075" y="2056"/>
                    <a:pt x="3075" y="2825"/>
                  </a:cubicBezTo>
                  <a:lnTo>
                    <a:pt x="3075" y="3553"/>
                  </a:lnTo>
                  <a:lnTo>
                    <a:pt x="1917" y="3553"/>
                  </a:lnTo>
                  <a:cubicBezTo>
                    <a:pt x="1189" y="3553"/>
                    <a:pt x="595" y="2959"/>
                    <a:pt x="595" y="2231"/>
                  </a:cubicBezTo>
                  <a:lnTo>
                    <a:pt x="595" y="1503"/>
                  </a:lnTo>
                  <a:close/>
                  <a:moveTo>
                    <a:pt x="6151" y="2825"/>
                  </a:moveTo>
                  <a:lnTo>
                    <a:pt x="6151" y="3553"/>
                  </a:lnTo>
                  <a:cubicBezTo>
                    <a:pt x="6151" y="4281"/>
                    <a:pt x="5546" y="4835"/>
                    <a:pt x="4818" y="4835"/>
                  </a:cubicBezTo>
                  <a:lnTo>
                    <a:pt x="3670" y="4835"/>
                  </a:lnTo>
                  <a:lnTo>
                    <a:pt x="3670" y="4107"/>
                  </a:lnTo>
                  <a:cubicBezTo>
                    <a:pt x="3670" y="3379"/>
                    <a:pt x="4265" y="2825"/>
                    <a:pt x="4992" y="2825"/>
                  </a:cubicBezTo>
                  <a:close/>
                  <a:moveTo>
                    <a:pt x="3362" y="0"/>
                  </a:moveTo>
                  <a:cubicBezTo>
                    <a:pt x="3208" y="0"/>
                    <a:pt x="3075" y="156"/>
                    <a:pt x="3075" y="303"/>
                  </a:cubicBezTo>
                  <a:lnTo>
                    <a:pt x="3075" y="1421"/>
                  </a:lnTo>
                  <a:cubicBezTo>
                    <a:pt x="2727" y="1113"/>
                    <a:pt x="2255" y="908"/>
                    <a:pt x="1743" y="908"/>
                  </a:cubicBezTo>
                  <a:lnTo>
                    <a:pt x="297" y="908"/>
                  </a:lnTo>
                  <a:cubicBezTo>
                    <a:pt x="123" y="908"/>
                    <a:pt x="0" y="1031"/>
                    <a:pt x="0" y="1206"/>
                  </a:cubicBezTo>
                  <a:lnTo>
                    <a:pt x="0" y="2231"/>
                  </a:lnTo>
                  <a:cubicBezTo>
                    <a:pt x="0" y="3256"/>
                    <a:pt x="851" y="4107"/>
                    <a:pt x="1917" y="4107"/>
                  </a:cubicBezTo>
                  <a:lnTo>
                    <a:pt x="3075" y="4107"/>
                  </a:lnTo>
                  <a:lnTo>
                    <a:pt x="3075" y="5132"/>
                  </a:lnTo>
                  <a:lnTo>
                    <a:pt x="3075" y="6629"/>
                  </a:lnTo>
                  <a:cubicBezTo>
                    <a:pt x="3075" y="6752"/>
                    <a:pt x="3157" y="6885"/>
                    <a:pt x="3332" y="6926"/>
                  </a:cubicBezTo>
                  <a:cubicBezTo>
                    <a:pt x="3496" y="6926"/>
                    <a:pt x="3670" y="6803"/>
                    <a:pt x="3670" y="6629"/>
                  </a:cubicBezTo>
                  <a:lnTo>
                    <a:pt x="3670" y="5429"/>
                  </a:lnTo>
                  <a:lnTo>
                    <a:pt x="4818" y="5429"/>
                  </a:lnTo>
                  <a:cubicBezTo>
                    <a:pt x="5895" y="5429"/>
                    <a:pt x="6745" y="4578"/>
                    <a:pt x="6745" y="3553"/>
                  </a:cubicBezTo>
                  <a:lnTo>
                    <a:pt x="6745" y="2528"/>
                  </a:lnTo>
                  <a:cubicBezTo>
                    <a:pt x="6745" y="2354"/>
                    <a:pt x="6612" y="2231"/>
                    <a:pt x="6448" y="2231"/>
                  </a:cubicBezTo>
                  <a:lnTo>
                    <a:pt x="4992" y="2231"/>
                  </a:lnTo>
                  <a:cubicBezTo>
                    <a:pt x="4480" y="2231"/>
                    <a:pt x="4008" y="2395"/>
                    <a:pt x="3670" y="2743"/>
                  </a:cubicBezTo>
                  <a:lnTo>
                    <a:pt x="3670" y="303"/>
                  </a:lnTo>
                  <a:cubicBezTo>
                    <a:pt x="3670" y="180"/>
                    <a:pt x="3588" y="6"/>
                    <a:pt x="3414" y="6"/>
                  </a:cubicBezTo>
                  <a:cubicBezTo>
                    <a:pt x="3396" y="2"/>
                    <a:pt x="3379" y="0"/>
                    <a:pt x="336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94"/>
            <p:cNvSpPr/>
            <p:nvPr/>
          </p:nvSpPr>
          <p:spPr>
            <a:xfrm>
              <a:off x="1003188" y="2144500"/>
              <a:ext cx="343975" cy="185775"/>
            </a:xfrm>
            <a:custGeom>
              <a:avLst/>
              <a:gdLst/>
              <a:ahLst/>
              <a:cxnLst/>
              <a:rect l="l" t="t" r="r" b="b"/>
              <a:pathLst>
                <a:path w="13759" h="7431" extrusionOk="0">
                  <a:moveTo>
                    <a:pt x="6873" y="584"/>
                  </a:moveTo>
                  <a:cubicBezTo>
                    <a:pt x="7777" y="584"/>
                    <a:pt x="8639" y="1011"/>
                    <a:pt x="9186" y="1751"/>
                  </a:cubicBezTo>
                  <a:cubicBezTo>
                    <a:pt x="9145" y="1751"/>
                    <a:pt x="9145" y="1751"/>
                    <a:pt x="9094" y="1700"/>
                  </a:cubicBezTo>
                  <a:cubicBezTo>
                    <a:pt x="8889" y="1659"/>
                    <a:pt x="8674" y="1577"/>
                    <a:pt x="8376" y="1577"/>
                  </a:cubicBezTo>
                  <a:cubicBezTo>
                    <a:pt x="7772" y="1577"/>
                    <a:pt x="7218" y="1915"/>
                    <a:pt x="6880" y="2387"/>
                  </a:cubicBezTo>
                  <a:cubicBezTo>
                    <a:pt x="6531" y="1915"/>
                    <a:pt x="5978" y="1577"/>
                    <a:pt x="5383" y="1577"/>
                  </a:cubicBezTo>
                  <a:cubicBezTo>
                    <a:pt x="5086" y="1577"/>
                    <a:pt x="4870" y="1659"/>
                    <a:pt x="4655" y="1700"/>
                  </a:cubicBezTo>
                  <a:cubicBezTo>
                    <a:pt x="4614" y="1751"/>
                    <a:pt x="4614" y="1751"/>
                    <a:pt x="4573" y="1751"/>
                  </a:cubicBezTo>
                  <a:cubicBezTo>
                    <a:pt x="4911" y="1280"/>
                    <a:pt x="5424" y="931"/>
                    <a:pt x="5978" y="726"/>
                  </a:cubicBezTo>
                  <a:cubicBezTo>
                    <a:pt x="6274" y="630"/>
                    <a:pt x="6576" y="584"/>
                    <a:pt x="6873" y="584"/>
                  </a:cubicBezTo>
                  <a:close/>
                  <a:moveTo>
                    <a:pt x="5424" y="2172"/>
                  </a:moveTo>
                  <a:cubicBezTo>
                    <a:pt x="6070" y="2172"/>
                    <a:pt x="6582" y="2725"/>
                    <a:pt x="6582" y="3371"/>
                  </a:cubicBezTo>
                  <a:lnTo>
                    <a:pt x="6582" y="4314"/>
                  </a:lnTo>
                  <a:cubicBezTo>
                    <a:pt x="6193" y="4099"/>
                    <a:pt x="5762" y="3966"/>
                    <a:pt x="5301" y="3966"/>
                  </a:cubicBezTo>
                  <a:lnTo>
                    <a:pt x="1026" y="3966"/>
                  </a:lnTo>
                  <a:lnTo>
                    <a:pt x="1026" y="3330"/>
                  </a:lnTo>
                  <a:cubicBezTo>
                    <a:pt x="1026" y="3074"/>
                    <a:pt x="1282" y="2817"/>
                    <a:pt x="1580" y="2817"/>
                  </a:cubicBezTo>
                  <a:cubicBezTo>
                    <a:pt x="2646" y="2817"/>
                    <a:pt x="3712" y="2643"/>
                    <a:pt x="4737" y="2305"/>
                  </a:cubicBezTo>
                  <a:cubicBezTo>
                    <a:pt x="4788" y="2305"/>
                    <a:pt x="4829" y="2305"/>
                    <a:pt x="4829" y="2264"/>
                  </a:cubicBezTo>
                  <a:cubicBezTo>
                    <a:pt x="5045" y="2213"/>
                    <a:pt x="5168" y="2172"/>
                    <a:pt x="5424" y="2172"/>
                  </a:cubicBezTo>
                  <a:close/>
                  <a:moveTo>
                    <a:pt x="8325" y="2172"/>
                  </a:moveTo>
                  <a:cubicBezTo>
                    <a:pt x="8581" y="2172"/>
                    <a:pt x="8715" y="2213"/>
                    <a:pt x="8930" y="2264"/>
                  </a:cubicBezTo>
                  <a:cubicBezTo>
                    <a:pt x="8930" y="2305"/>
                    <a:pt x="8971" y="2305"/>
                    <a:pt x="9012" y="2305"/>
                  </a:cubicBezTo>
                  <a:cubicBezTo>
                    <a:pt x="10037" y="2643"/>
                    <a:pt x="11103" y="2817"/>
                    <a:pt x="12170" y="2817"/>
                  </a:cubicBezTo>
                  <a:cubicBezTo>
                    <a:pt x="12477" y="2817"/>
                    <a:pt x="12733" y="3074"/>
                    <a:pt x="12733" y="3330"/>
                  </a:cubicBezTo>
                  <a:lnTo>
                    <a:pt x="12733" y="3966"/>
                  </a:lnTo>
                  <a:lnTo>
                    <a:pt x="8458" y="3966"/>
                  </a:lnTo>
                  <a:cubicBezTo>
                    <a:pt x="7987" y="3966"/>
                    <a:pt x="7556" y="4099"/>
                    <a:pt x="7177" y="4314"/>
                  </a:cubicBezTo>
                  <a:lnTo>
                    <a:pt x="7177" y="3371"/>
                  </a:lnTo>
                  <a:cubicBezTo>
                    <a:pt x="7177" y="2725"/>
                    <a:pt x="7690" y="2172"/>
                    <a:pt x="8325" y="2172"/>
                  </a:cubicBezTo>
                  <a:close/>
                  <a:moveTo>
                    <a:pt x="13154" y="4570"/>
                  </a:moveTo>
                  <a:lnTo>
                    <a:pt x="13154" y="5719"/>
                  </a:lnTo>
                  <a:lnTo>
                    <a:pt x="8243" y="5719"/>
                  </a:lnTo>
                  <a:cubicBezTo>
                    <a:pt x="7946" y="5719"/>
                    <a:pt x="7690" y="5934"/>
                    <a:pt x="7649" y="6231"/>
                  </a:cubicBezTo>
                  <a:cubicBezTo>
                    <a:pt x="7556" y="6569"/>
                    <a:pt x="7259" y="6826"/>
                    <a:pt x="6880" y="6826"/>
                  </a:cubicBezTo>
                  <a:cubicBezTo>
                    <a:pt x="6490" y="6826"/>
                    <a:pt x="6193" y="6569"/>
                    <a:pt x="6111" y="6231"/>
                  </a:cubicBezTo>
                  <a:cubicBezTo>
                    <a:pt x="6070" y="5934"/>
                    <a:pt x="5814" y="5719"/>
                    <a:pt x="5506" y="5719"/>
                  </a:cubicBezTo>
                  <a:lnTo>
                    <a:pt x="596" y="5719"/>
                  </a:lnTo>
                  <a:lnTo>
                    <a:pt x="596" y="4570"/>
                  </a:lnTo>
                  <a:lnTo>
                    <a:pt x="5301" y="4570"/>
                  </a:lnTo>
                  <a:cubicBezTo>
                    <a:pt x="5814" y="4570"/>
                    <a:pt x="6326" y="4775"/>
                    <a:pt x="6664" y="5124"/>
                  </a:cubicBezTo>
                  <a:cubicBezTo>
                    <a:pt x="6726" y="5186"/>
                    <a:pt x="6800" y="5216"/>
                    <a:pt x="6876" y="5216"/>
                  </a:cubicBezTo>
                  <a:cubicBezTo>
                    <a:pt x="6952" y="5216"/>
                    <a:pt x="7028" y="5186"/>
                    <a:pt x="7095" y="5124"/>
                  </a:cubicBezTo>
                  <a:cubicBezTo>
                    <a:pt x="7474" y="4775"/>
                    <a:pt x="7946" y="4570"/>
                    <a:pt x="8458" y="4570"/>
                  </a:cubicBezTo>
                  <a:close/>
                  <a:moveTo>
                    <a:pt x="6872" y="1"/>
                  </a:moveTo>
                  <a:cubicBezTo>
                    <a:pt x="6513" y="1"/>
                    <a:pt x="6156" y="54"/>
                    <a:pt x="5814" y="162"/>
                  </a:cubicBezTo>
                  <a:cubicBezTo>
                    <a:pt x="4911" y="470"/>
                    <a:pt x="4143" y="1105"/>
                    <a:pt x="3763" y="1956"/>
                  </a:cubicBezTo>
                  <a:cubicBezTo>
                    <a:pt x="3035" y="2131"/>
                    <a:pt x="2308" y="2213"/>
                    <a:pt x="1580" y="2213"/>
                  </a:cubicBezTo>
                  <a:cubicBezTo>
                    <a:pt x="985" y="2213"/>
                    <a:pt x="473" y="2725"/>
                    <a:pt x="473" y="3330"/>
                  </a:cubicBezTo>
                  <a:lnTo>
                    <a:pt x="473" y="3966"/>
                  </a:lnTo>
                  <a:lnTo>
                    <a:pt x="298" y="3966"/>
                  </a:lnTo>
                  <a:cubicBezTo>
                    <a:pt x="124" y="3966"/>
                    <a:pt x="1" y="4099"/>
                    <a:pt x="1" y="4263"/>
                  </a:cubicBezTo>
                  <a:lnTo>
                    <a:pt x="1" y="6016"/>
                  </a:lnTo>
                  <a:cubicBezTo>
                    <a:pt x="1" y="6190"/>
                    <a:pt x="124" y="6313"/>
                    <a:pt x="298" y="6313"/>
                  </a:cubicBezTo>
                  <a:lnTo>
                    <a:pt x="5506" y="6313"/>
                  </a:lnTo>
                  <a:cubicBezTo>
                    <a:pt x="5506" y="6313"/>
                    <a:pt x="5557" y="6313"/>
                    <a:pt x="5557" y="6364"/>
                  </a:cubicBezTo>
                  <a:cubicBezTo>
                    <a:pt x="5680" y="6959"/>
                    <a:pt x="6234" y="7431"/>
                    <a:pt x="6880" y="7431"/>
                  </a:cubicBezTo>
                  <a:cubicBezTo>
                    <a:pt x="7515" y="7431"/>
                    <a:pt x="8069" y="6959"/>
                    <a:pt x="8202" y="6364"/>
                  </a:cubicBezTo>
                  <a:cubicBezTo>
                    <a:pt x="8202" y="6313"/>
                    <a:pt x="8243" y="6313"/>
                    <a:pt x="8243" y="6313"/>
                  </a:cubicBezTo>
                  <a:lnTo>
                    <a:pt x="13451" y="6313"/>
                  </a:lnTo>
                  <a:cubicBezTo>
                    <a:pt x="13625" y="6313"/>
                    <a:pt x="13758" y="6190"/>
                    <a:pt x="13758" y="6016"/>
                  </a:cubicBezTo>
                  <a:lnTo>
                    <a:pt x="13758" y="4263"/>
                  </a:lnTo>
                  <a:cubicBezTo>
                    <a:pt x="13758" y="4099"/>
                    <a:pt x="13625" y="3966"/>
                    <a:pt x="13451" y="3966"/>
                  </a:cubicBezTo>
                  <a:lnTo>
                    <a:pt x="13328" y="3966"/>
                  </a:lnTo>
                  <a:lnTo>
                    <a:pt x="13328" y="3330"/>
                  </a:lnTo>
                  <a:cubicBezTo>
                    <a:pt x="13328" y="2725"/>
                    <a:pt x="12815" y="2213"/>
                    <a:pt x="12221" y="2213"/>
                  </a:cubicBezTo>
                  <a:cubicBezTo>
                    <a:pt x="11452" y="2213"/>
                    <a:pt x="10724" y="2131"/>
                    <a:pt x="10037" y="1956"/>
                  </a:cubicBezTo>
                  <a:cubicBezTo>
                    <a:pt x="9658" y="1239"/>
                    <a:pt x="9053" y="634"/>
                    <a:pt x="8325" y="296"/>
                  </a:cubicBezTo>
                  <a:cubicBezTo>
                    <a:pt x="7858" y="100"/>
                    <a:pt x="7363" y="1"/>
                    <a:pt x="687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94"/>
          <p:cNvGrpSpPr/>
          <p:nvPr/>
        </p:nvGrpSpPr>
        <p:grpSpPr>
          <a:xfrm>
            <a:off x="4711150" y="1410638"/>
            <a:ext cx="321650" cy="343725"/>
            <a:chOff x="4017663" y="1976825"/>
            <a:chExt cx="321650" cy="343725"/>
          </a:xfrm>
        </p:grpSpPr>
        <p:sp>
          <p:nvSpPr>
            <p:cNvPr id="1199" name="Google Shape;1199;p94"/>
            <p:cNvSpPr/>
            <p:nvPr/>
          </p:nvSpPr>
          <p:spPr>
            <a:xfrm>
              <a:off x="4224988" y="1984275"/>
              <a:ext cx="78950" cy="78950"/>
            </a:xfrm>
            <a:custGeom>
              <a:avLst/>
              <a:gdLst/>
              <a:ahLst/>
              <a:cxnLst/>
              <a:rect l="l" t="t" r="r" b="b"/>
              <a:pathLst>
                <a:path w="3158" h="3158" extrusionOk="0">
                  <a:moveTo>
                    <a:pt x="0" y="0"/>
                  </a:moveTo>
                  <a:lnTo>
                    <a:pt x="0" y="1538"/>
                  </a:lnTo>
                  <a:cubicBezTo>
                    <a:pt x="0" y="1702"/>
                    <a:pt x="164" y="1835"/>
                    <a:pt x="298" y="1835"/>
                  </a:cubicBezTo>
                  <a:lnTo>
                    <a:pt x="1323" y="1835"/>
                  </a:lnTo>
                  <a:lnTo>
                    <a:pt x="1323" y="2860"/>
                  </a:lnTo>
                  <a:cubicBezTo>
                    <a:pt x="1323" y="3035"/>
                    <a:pt x="1446" y="3158"/>
                    <a:pt x="1620" y="3158"/>
                  </a:cubicBezTo>
                  <a:lnTo>
                    <a:pt x="3158" y="3158"/>
                  </a:lnTo>
                  <a:lnTo>
                    <a:pt x="3158" y="2563"/>
                  </a:lnTo>
                  <a:lnTo>
                    <a:pt x="1917" y="2563"/>
                  </a:lnTo>
                  <a:lnTo>
                    <a:pt x="1917" y="1538"/>
                  </a:lnTo>
                  <a:cubicBezTo>
                    <a:pt x="1917" y="1405"/>
                    <a:pt x="1794" y="1282"/>
                    <a:pt x="1620" y="1282"/>
                  </a:cubicBezTo>
                  <a:lnTo>
                    <a:pt x="595" y="1282"/>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94"/>
            <p:cNvSpPr/>
            <p:nvPr/>
          </p:nvSpPr>
          <p:spPr>
            <a:xfrm>
              <a:off x="4224988" y="2234150"/>
              <a:ext cx="78950" cy="78950"/>
            </a:xfrm>
            <a:custGeom>
              <a:avLst/>
              <a:gdLst/>
              <a:ahLst/>
              <a:cxnLst/>
              <a:rect l="l" t="t" r="r" b="b"/>
              <a:pathLst>
                <a:path w="3158" h="3158" extrusionOk="0">
                  <a:moveTo>
                    <a:pt x="1620" y="0"/>
                  </a:moveTo>
                  <a:cubicBezTo>
                    <a:pt x="1446" y="0"/>
                    <a:pt x="1323" y="123"/>
                    <a:pt x="1323" y="298"/>
                  </a:cubicBezTo>
                  <a:lnTo>
                    <a:pt x="1323" y="1323"/>
                  </a:lnTo>
                  <a:lnTo>
                    <a:pt x="298" y="1323"/>
                  </a:lnTo>
                  <a:cubicBezTo>
                    <a:pt x="164" y="1323"/>
                    <a:pt x="0" y="1446"/>
                    <a:pt x="0" y="1620"/>
                  </a:cubicBezTo>
                  <a:lnTo>
                    <a:pt x="0" y="3158"/>
                  </a:lnTo>
                  <a:lnTo>
                    <a:pt x="595" y="3158"/>
                  </a:lnTo>
                  <a:lnTo>
                    <a:pt x="595" y="1917"/>
                  </a:lnTo>
                  <a:lnTo>
                    <a:pt x="1620" y="1917"/>
                  </a:lnTo>
                  <a:cubicBezTo>
                    <a:pt x="1794" y="1917"/>
                    <a:pt x="1917" y="1794"/>
                    <a:pt x="1917" y="1620"/>
                  </a:cubicBezTo>
                  <a:lnTo>
                    <a:pt x="1917" y="595"/>
                  </a:lnTo>
                  <a:lnTo>
                    <a:pt x="3158" y="595"/>
                  </a:lnTo>
                  <a:lnTo>
                    <a:pt x="3158"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94"/>
            <p:cNvSpPr/>
            <p:nvPr/>
          </p:nvSpPr>
          <p:spPr>
            <a:xfrm>
              <a:off x="4267538" y="2141125"/>
              <a:ext cx="18225" cy="15125"/>
            </a:xfrm>
            <a:custGeom>
              <a:avLst/>
              <a:gdLst/>
              <a:ahLst/>
              <a:cxnLst/>
              <a:rect l="l" t="t" r="r" b="b"/>
              <a:pathLst>
                <a:path w="729" h="605" extrusionOk="0">
                  <a:moveTo>
                    <a:pt x="349" y="0"/>
                  </a:moveTo>
                  <a:cubicBezTo>
                    <a:pt x="257" y="0"/>
                    <a:pt x="174" y="41"/>
                    <a:pt x="92" y="133"/>
                  </a:cubicBezTo>
                  <a:cubicBezTo>
                    <a:pt x="0" y="390"/>
                    <a:pt x="133" y="605"/>
                    <a:pt x="349" y="605"/>
                  </a:cubicBezTo>
                  <a:cubicBezTo>
                    <a:pt x="564" y="605"/>
                    <a:pt x="728" y="390"/>
                    <a:pt x="646" y="174"/>
                  </a:cubicBezTo>
                  <a:cubicBezTo>
                    <a:pt x="605" y="92"/>
                    <a:pt x="472" y="0"/>
                    <a:pt x="39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94"/>
            <p:cNvSpPr/>
            <p:nvPr/>
          </p:nvSpPr>
          <p:spPr>
            <a:xfrm>
              <a:off x="4017663" y="1976825"/>
              <a:ext cx="321650" cy="343725"/>
            </a:xfrm>
            <a:custGeom>
              <a:avLst/>
              <a:gdLst/>
              <a:ahLst/>
              <a:cxnLst/>
              <a:rect l="l" t="t" r="r" b="b"/>
              <a:pathLst>
                <a:path w="12866" h="13749" extrusionOk="0">
                  <a:moveTo>
                    <a:pt x="2399" y="595"/>
                  </a:moveTo>
                  <a:lnTo>
                    <a:pt x="2399" y="2471"/>
                  </a:lnTo>
                  <a:cubicBezTo>
                    <a:pt x="2184" y="2307"/>
                    <a:pt x="1886" y="2215"/>
                    <a:pt x="1589" y="2215"/>
                  </a:cubicBezTo>
                  <a:lnTo>
                    <a:pt x="1240" y="2215"/>
                  </a:lnTo>
                  <a:lnTo>
                    <a:pt x="1240" y="595"/>
                  </a:lnTo>
                  <a:close/>
                  <a:moveTo>
                    <a:pt x="1589" y="2820"/>
                  </a:moveTo>
                  <a:cubicBezTo>
                    <a:pt x="2009" y="2820"/>
                    <a:pt x="2399" y="3117"/>
                    <a:pt x="2399" y="3589"/>
                  </a:cubicBezTo>
                  <a:cubicBezTo>
                    <a:pt x="2399" y="4009"/>
                    <a:pt x="2050" y="4399"/>
                    <a:pt x="1589" y="4399"/>
                  </a:cubicBezTo>
                  <a:lnTo>
                    <a:pt x="605" y="4399"/>
                  </a:lnTo>
                  <a:lnTo>
                    <a:pt x="605" y="2820"/>
                  </a:lnTo>
                  <a:close/>
                  <a:moveTo>
                    <a:pt x="11707" y="5424"/>
                  </a:moveTo>
                  <a:cubicBezTo>
                    <a:pt x="12005" y="5424"/>
                    <a:pt x="12220" y="5680"/>
                    <a:pt x="12220" y="5936"/>
                  </a:cubicBezTo>
                  <a:lnTo>
                    <a:pt x="12220" y="7812"/>
                  </a:lnTo>
                  <a:cubicBezTo>
                    <a:pt x="12220" y="8110"/>
                    <a:pt x="12005" y="8325"/>
                    <a:pt x="11707" y="8325"/>
                  </a:cubicBezTo>
                  <a:lnTo>
                    <a:pt x="10385" y="8325"/>
                  </a:lnTo>
                  <a:cubicBezTo>
                    <a:pt x="9534" y="8325"/>
                    <a:pt x="8847" y="7638"/>
                    <a:pt x="8888" y="6787"/>
                  </a:cubicBezTo>
                  <a:cubicBezTo>
                    <a:pt x="8929" y="6018"/>
                    <a:pt x="9575" y="5424"/>
                    <a:pt x="10344" y="5424"/>
                  </a:cubicBezTo>
                  <a:close/>
                  <a:moveTo>
                    <a:pt x="2399" y="4737"/>
                  </a:moveTo>
                  <a:lnTo>
                    <a:pt x="2399" y="9012"/>
                  </a:lnTo>
                  <a:cubicBezTo>
                    <a:pt x="2184" y="8838"/>
                    <a:pt x="1886" y="8756"/>
                    <a:pt x="1589" y="8756"/>
                  </a:cubicBezTo>
                  <a:lnTo>
                    <a:pt x="1240" y="8756"/>
                  </a:lnTo>
                  <a:lnTo>
                    <a:pt x="1240" y="4993"/>
                  </a:lnTo>
                  <a:lnTo>
                    <a:pt x="1589" y="4993"/>
                  </a:lnTo>
                  <a:cubicBezTo>
                    <a:pt x="1886" y="4993"/>
                    <a:pt x="2184" y="4870"/>
                    <a:pt x="2399" y="4737"/>
                  </a:cubicBezTo>
                  <a:close/>
                  <a:moveTo>
                    <a:pt x="1589" y="9350"/>
                  </a:moveTo>
                  <a:cubicBezTo>
                    <a:pt x="2009" y="9350"/>
                    <a:pt x="2399" y="9688"/>
                    <a:pt x="2399" y="10119"/>
                  </a:cubicBezTo>
                  <a:cubicBezTo>
                    <a:pt x="2399" y="10591"/>
                    <a:pt x="2050" y="10929"/>
                    <a:pt x="1589" y="10929"/>
                  </a:cubicBezTo>
                  <a:lnTo>
                    <a:pt x="605" y="10929"/>
                  </a:lnTo>
                  <a:lnTo>
                    <a:pt x="605" y="9350"/>
                  </a:lnTo>
                  <a:close/>
                  <a:moveTo>
                    <a:pt x="2399" y="11277"/>
                  </a:moveTo>
                  <a:lnTo>
                    <a:pt x="2399" y="13153"/>
                  </a:lnTo>
                  <a:lnTo>
                    <a:pt x="1240" y="13153"/>
                  </a:lnTo>
                  <a:lnTo>
                    <a:pt x="1240" y="11534"/>
                  </a:lnTo>
                  <a:lnTo>
                    <a:pt x="1589" y="11534"/>
                  </a:lnTo>
                  <a:cubicBezTo>
                    <a:pt x="1886" y="11534"/>
                    <a:pt x="2184" y="11441"/>
                    <a:pt x="2399" y="11277"/>
                  </a:cubicBezTo>
                  <a:close/>
                  <a:moveTo>
                    <a:pt x="11154" y="595"/>
                  </a:moveTo>
                  <a:lnTo>
                    <a:pt x="11154" y="4819"/>
                  </a:lnTo>
                  <a:lnTo>
                    <a:pt x="10385" y="4819"/>
                  </a:lnTo>
                  <a:cubicBezTo>
                    <a:pt x="9226" y="4819"/>
                    <a:pt x="8293" y="5762"/>
                    <a:pt x="8334" y="6921"/>
                  </a:cubicBezTo>
                  <a:cubicBezTo>
                    <a:pt x="8334" y="8028"/>
                    <a:pt x="9226" y="8920"/>
                    <a:pt x="10385" y="8920"/>
                  </a:cubicBezTo>
                  <a:lnTo>
                    <a:pt x="11154" y="8920"/>
                  </a:lnTo>
                  <a:lnTo>
                    <a:pt x="11154" y="13194"/>
                  </a:lnTo>
                  <a:lnTo>
                    <a:pt x="2993" y="13194"/>
                  </a:lnTo>
                  <a:lnTo>
                    <a:pt x="2993" y="595"/>
                  </a:lnTo>
                  <a:close/>
                  <a:moveTo>
                    <a:pt x="943" y="1"/>
                  </a:moveTo>
                  <a:cubicBezTo>
                    <a:pt x="769" y="1"/>
                    <a:pt x="646" y="124"/>
                    <a:pt x="646" y="298"/>
                  </a:cubicBezTo>
                  <a:lnTo>
                    <a:pt x="646" y="2215"/>
                  </a:lnTo>
                  <a:lnTo>
                    <a:pt x="308" y="2215"/>
                  </a:lnTo>
                  <a:cubicBezTo>
                    <a:pt x="133" y="2215"/>
                    <a:pt x="0" y="2348"/>
                    <a:pt x="0" y="2512"/>
                  </a:cubicBezTo>
                  <a:lnTo>
                    <a:pt x="0" y="4696"/>
                  </a:lnTo>
                  <a:cubicBezTo>
                    <a:pt x="0" y="4819"/>
                    <a:pt x="133" y="4993"/>
                    <a:pt x="308" y="4993"/>
                  </a:cubicBezTo>
                  <a:lnTo>
                    <a:pt x="646" y="4993"/>
                  </a:lnTo>
                  <a:lnTo>
                    <a:pt x="646" y="8756"/>
                  </a:lnTo>
                  <a:lnTo>
                    <a:pt x="308" y="8756"/>
                  </a:lnTo>
                  <a:cubicBezTo>
                    <a:pt x="133" y="8756"/>
                    <a:pt x="0" y="8879"/>
                    <a:pt x="0" y="9053"/>
                  </a:cubicBezTo>
                  <a:lnTo>
                    <a:pt x="0" y="11226"/>
                  </a:lnTo>
                  <a:cubicBezTo>
                    <a:pt x="0" y="11400"/>
                    <a:pt x="133" y="11534"/>
                    <a:pt x="308" y="11534"/>
                  </a:cubicBezTo>
                  <a:lnTo>
                    <a:pt x="646" y="11534"/>
                  </a:lnTo>
                  <a:lnTo>
                    <a:pt x="646" y="13451"/>
                  </a:lnTo>
                  <a:cubicBezTo>
                    <a:pt x="646" y="13625"/>
                    <a:pt x="769" y="13748"/>
                    <a:pt x="943" y="13748"/>
                  </a:cubicBezTo>
                  <a:lnTo>
                    <a:pt x="11451" y="13748"/>
                  </a:lnTo>
                  <a:cubicBezTo>
                    <a:pt x="11625" y="13748"/>
                    <a:pt x="11748" y="13625"/>
                    <a:pt x="11748" y="13451"/>
                  </a:cubicBezTo>
                  <a:lnTo>
                    <a:pt x="11748" y="8879"/>
                  </a:lnTo>
                  <a:cubicBezTo>
                    <a:pt x="12353" y="8879"/>
                    <a:pt x="12866" y="8407"/>
                    <a:pt x="12866" y="7771"/>
                  </a:cubicBezTo>
                  <a:lnTo>
                    <a:pt x="12866" y="5936"/>
                  </a:lnTo>
                  <a:cubicBezTo>
                    <a:pt x="12866" y="5332"/>
                    <a:pt x="12353" y="4870"/>
                    <a:pt x="11748" y="4819"/>
                  </a:cubicBezTo>
                  <a:lnTo>
                    <a:pt x="11748" y="298"/>
                  </a:lnTo>
                  <a:cubicBezTo>
                    <a:pt x="11748" y="124"/>
                    <a:pt x="11625" y="1"/>
                    <a:pt x="114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94"/>
            <p:cNvSpPr/>
            <p:nvPr/>
          </p:nvSpPr>
          <p:spPr>
            <a:xfrm>
              <a:off x="4126563" y="2048350"/>
              <a:ext cx="92050" cy="14875"/>
            </a:xfrm>
            <a:custGeom>
              <a:avLst/>
              <a:gdLst/>
              <a:ahLst/>
              <a:cxnLst/>
              <a:rect l="l" t="t" r="r" b="b"/>
              <a:pathLst>
                <a:path w="3682" h="595" extrusionOk="0">
                  <a:moveTo>
                    <a:pt x="308" y="0"/>
                  </a:moveTo>
                  <a:cubicBezTo>
                    <a:pt x="134" y="0"/>
                    <a:pt x="1" y="123"/>
                    <a:pt x="1" y="338"/>
                  </a:cubicBezTo>
                  <a:cubicBezTo>
                    <a:pt x="52" y="472"/>
                    <a:pt x="175" y="595"/>
                    <a:pt x="308" y="595"/>
                  </a:cubicBezTo>
                  <a:lnTo>
                    <a:pt x="3384" y="595"/>
                  </a:lnTo>
                  <a:cubicBezTo>
                    <a:pt x="3548" y="595"/>
                    <a:pt x="3681" y="420"/>
                    <a:pt x="3681" y="256"/>
                  </a:cubicBezTo>
                  <a:cubicBezTo>
                    <a:pt x="3640" y="82"/>
                    <a:pt x="3507" y="0"/>
                    <a:pt x="3384"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94"/>
            <p:cNvSpPr/>
            <p:nvPr/>
          </p:nvSpPr>
          <p:spPr>
            <a:xfrm>
              <a:off x="4137338" y="2092175"/>
              <a:ext cx="70500" cy="14875"/>
            </a:xfrm>
            <a:custGeom>
              <a:avLst/>
              <a:gdLst/>
              <a:ahLst/>
              <a:cxnLst/>
              <a:rect l="l" t="t" r="r" b="b"/>
              <a:pathLst>
                <a:path w="2820" h="595" extrusionOk="0">
                  <a:moveTo>
                    <a:pt x="298" y="0"/>
                  </a:moveTo>
                  <a:cubicBezTo>
                    <a:pt x="134" y="0"/>
                    <a:pt x="0" y="123"/>
                    <a:pt x="41" y="338"/>
                  </a:cubicBezTo>
                  <a:cubicBezTo>
                    <a:pt x="41" y="461"/>
                    <a:pt x="175" y="595"/>
                    <a:pt x="339" y="595"/>
                  </a:cubicBezTo>
                  <a:lnTo>
                    <a:pt x="2522" y="595"/>
                  </a:lnTo>
                  <a:cubicBezTo>
                    <a:pt x="2697" y="595"/>
                    <a:pt x="2820" y="420"/>
                    <a:pt x="2820" y="205"/>
                  </a:cubicBezTo>
                  <a:cubicBezTo>
                    <a:pt x="2779" y="82"/>
                    <a:pt x="2645" y="0"/>
                    <a:pt x="2481"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5" name="Google Shape;1205;p94"/>
          <p:cNvGrpSpPr/>
          <p:nvPr/>
        </p:nvGrpSpPr>
        <p:grpSpPr>
          <a:xfrm>
            <a:off x="1323946" y="2978275"/>
            <a:ext cx="343950" cy="343725"/>
            <a:chOff x="3287238" y="1976825"/>
            <a:chExt cx="343950" cy="343725"/>
          </a:xfrm>
        </p:grpSpPr>
        <p:sp>
          <p:nvSpPr>
            <p:cNvPr id="1206" name="Google Shape;1206;p94"/>
            <p:cNvSpPr/>
            <p:nvPr/>
          </p:nvSpPr>
          <p:spPr>
            <a:xfrm>
              <a:off x="3339763" y="2075000"/>
              <a:ext cx="43600" cy="14875"/>
            </a:xfrm>
            <a:custGeom>
              <a:avLst/>
              <a:gdLst/>
              <a:ahLst/>
              <a:cxnLst/>
              <a:rect l="l" t="t" r="r" b="b"/>
              <a:pathLst>
                <a:path w="1744" h="595" extrusionOk="0">
                  <a:moveTo>
                    <a:pt x="1" y="0"/>
                  </a:moveTo>
                  <a:lnTo>
                    <a:pt x="1" y="595"/>
                  </a:lnTo>
                  <a:lnTo>
                    <a:pt x="1744" y="595"/>
                  </a:lnTo>
                  <a:lnTo>
                    <a:pt x="174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94"/>
            <p:cNvSpPr/>
            <p:nvPr/>
          </p:nvSpPr>
          <p:spPr>
            <a:xfrm>
              <a:off x="3339763" y="2115475"/>
              <a:ext cx="43600" cy="15150"/>
            </a:xfrm>
            <a:custGeom>
              <a:avLst/>
              <a:gdLst/>
              <a:ahLst/>
              <a:cxnLst/>
              <a:rect l="l" t="t" r="r" b="b"/>
              <a:pathLst>
                <a:path w="1744" h="606" extrusionOk="0">
                  <a:moveTo>
                    <a:pt x="1" y="1"/>
                  </a:moveTo>
                  <a:lnTo>
                    <a:pt x="1" y="606"/>
                  </a:lnTo>
                  <a:lnTo>
                    <a:pt x="1744" y="606"/>
                  </a:lnTo>
                  <a:lnTo>
                    <a:pt x="1744"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94"/>
            <p:cNvSpPr/>
            <p:nvPr/>
          </p:nvSpPr>
          <p:spPr>
            <a:xfrm>
              <a:off x="3427163" y="2051425"/>
              <a:ext cx="43850" cy="13850"/>
            </a:xfrm>
            <a:custGeom>
              <a:avLst/>
              <a:gdLst/>
              <a:ahLst/>
              <a:cxnLst/>
              <a:rect l="l" t="t" r="r" b="b"/>
              <a:pathLst>
                <a:path w="1754" h="554" extrusionOk="0">
                  <a:moveTo>
                    <a:pt x="1" y="0"/>
                  </a:moveTo>
                  <a:lnTo>
                    <a:pt x="1" y="554"/>
                  </a:lnTo>
                  <a:lnTo>
                    <a:pt x="1754" y="554"/>
                  </a:lnTo>
                  <a:lnTo>
                    <a:pt x="17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94"/>
            <p:cNvSpPr/>
            <p:nvPr/>
          </p:nvSpPr>
          <p:spPr>
            <a:xfrm>
              <a:off x="3427163" y="2090875"/>
              <a:ext cx="43850" cy="15150"/>
            </a:xfrm>
            <a:custGeom>
              <a:avLst/>
              <a:gdLst/>
              <a:ahLst/>
              <a:cxnLst/>
              <a:rect l="l" t="t" r="r" b="b"/>
              <a:pathLst>
                <a:path w="1754" h="606" extrusionOk="0">
                  <a:moveTo>
                    <a:pt x="1" y="1"/>
                  </a:moveTo>
                  <a:lnTo>
                    <a:pt x="1" y="606"/>
                  </a:lnTo>
                  <a:lnTo>
                    <a:pt x="1754" y="606"/>
                  </a:lnTo>
                  <a:lnTo>
                    <a:pt x="1754"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94"/>
            <p:cNvSpPr/>
            <p:nvPr/>
          </p:nvSpPr>
          <p:spPr>
            <a:xfrm>
              <a:off x="3287238" y="1976825"/>
              <a:ext cx="343950" cy="343725"/>
            </a:xfrm>
            <a:custGeom>
              <a:avLst/>
              <a:gdLst/>
              <a:ahLst/>
              <a:cxnLst/>
              <a:rect l="l" t="t" r="r" b="b"/>
              <a:pathLst>
                <a:path w="13758" h="13749" extrusionOk="0">
                  <a:moveTo>
                    <a:pt x="8806" y="2984"/>
                  </a:moveTo>
                  <a:lnTo>
                    <a:pt x="11328" y="10888"/>
                  </a:lnTo>
                  <a:lnTo>
                    <a:pt x="10211" y="11318"/>
                  </a:lnTo>
                  <a:lnTo>
                    <a:pt x="7740" y="3415"/>
                  </a:lnTo>
                  <a:lnTo>
                    <a:pt x="8806" y="2984"/>
                  </a:lnTo>
                  <a:close/>
                  <a:moveTo>
                    <a:pt x="3547" y="1744"/>
                  </a:moveTo>
                  <a:lnTo>
                    <a:pt x="3547" y="2471"/>
                  </a:lnTo>
                  <a:lnTo>
                    <a:pt x="3547" y="2769"/>
                  </a:lnTo>
                  <a:lnTo>
                    <a:pt x="3547" y="11400"/>
                  </a:lnTo>
                  <a:lnTo>
                    <a:pt x="2399" y="11400"/>
                  </a:lnTo>
                  <a:lnTo>
                    <a:pt x="2399" y="1744"/>
                  </a:lnTo>
                  <a:close/>
                  <a:moveTo>
                    <a:pt x="5300" y="3076"/>
                  </a:moveTo>
                  <a:lnTo>
                    <a:pt x="5300" y="11400"/>
                  </a:lnTo>
                  <a:lnTo>
                    <a:pt x="4152" y="11400"/>
                  </a:lnTo>
                  <a:lnTo>
                    <a:pt x="4152" y="3076"/>
                  </a:lnTo>
                  <a:close/>
                  <a:moveTo>
                    <a:pt x="7053" y="595"/>
                  </a:moveTo>
                  <a:lnTo>
                    <a:pt x="7053" y="11400"/>
                  </a:lnTo>
                  <a:lnTo>
                    <a:pt x="5895" y="11400"/>
                  </a:lnTo>
                  <a:lnTo>
                    <a:pt x="5895" y="2471"/>
                  </a:lnTo>
                  <a:lnTo>
                    <a:pt x="5895" y="595"/>
                  </a:lnTo>
                  <a:close/>
                  <a:moveTo>
                    <a:pt x="7648" y="5127"/>
                  </a:moveTo>
                  <a:lnTo>
                    <a:pt x="9657" y="11400"/>
                  </a:lnTo>
                  <a:lnTo>
                    <a:pt x="7648" y="11400"/>
                  </a:lnTo>
                  <a:lnTo>
                    <a:pt x="7648" y="5127"/>
                  </a:lnTo>
                  <a:close/>
                  <a:moveTo>
                    <a:pt x="13163" y="8499"/>
                  </a:moveTo>
                  <a:lnTo>
                    <a:pt x="13163" y="13153"/>
                  </a:lnTo>
                  <a:lnTo>
                    <a:pt x="605" y="13153"/>
                  </a:lnTo>
                  <a:lnTo>
                    <a:pt x="605" y="8499"/>
                  </a:lnTo>
                  <a:lnTo>
                    <a:pt x="1753" y="8499"/>
                  </a:lnTo>
                  <a:lnTo>
                    <a:pt x="1753" y="11698"/>
                  </a:lnTo>
                  <a:cubicBezTo>
                    <a:pt x="1753" y="11831"/>
                    <a:pt x="1887" y="11995"/>
                    <a:pt x="2051" y="11995"/>
                  </a:cubicBezTo>
                  <a:lnTo>
                    <a:pt x="11666" y="11995"/>
                  </a:lnTo>
                  <a:cubicBezTo>
                    <a:pt x="11841" y="11995"/>
                    <a:pt x="11964" y="11831"/>
                    <a:pt x="11964" y="11698"/>
                  </a:cubicBezTo>
                  <a:lnTo>
                    <a:pt x="11964" y="8499"/>
                  </a:lnTo>
                  <a:close/>
                  <a:moveTo>
                    <a:pt x="5598" y="1"/>
                  </a:moveTo>
                  <a:cubicBezTo>
                    <a:pt x="5434" y="1"/>
                    <a:pt x="5300" y="124"/>
                    <a:pt x="5300" y="298"/>
                  </a:cubicBezTo>
                  <a:lnTo>
                    <a:pt x="5300" y="2471"/>
                  </a:lnTo>
                  <a:lnTo>
                    <a:pt x="4152" y="2471"/>
                  </a:lnTo>
                  <a:lnTo>
                    <a:pt x="4152" y="1446"/>
                  </a:lnTo>
                  <a:cubicBezTo>
                    <a:pt x="4152" y="1323"/>
                    <a:pt x="4019" y="1149"/>
                    <a:pt x="3845" y="1149"/>
                  </a:cubicBezTo>
                  <a:lnTo>
                    <a:pt x="2102" y="1149"/>
                  </a:lnTo>
                  <a:cubicBezTo>
                    <a:pt x="1928" y="1149"/>
                    <a:pt x="1794" y="1323"/>
                    <a:pt x="1794" y="1446"/>
                  </a:cubicBezTo>
                  <a:lnTo>
                    <a:pt x="1794" y="7894"/>
                  </a:lnTo>
                  <a:lnTo>
                    <a:pt x="308" y="7894"/>
                  </a:lnTo>
                  <a:cubicBezTo>
                    <a:pt x="134" y="7894"/>
                    <a:pt x="0" y="8028"/>
                    <a:pt x="0" y="8202"/>
                  </a:cubicBezTo>
                  <a:lnTo>
                    <a:pt x="0" y="13451"/>
                  </a:lnTo>
                  <a:cubicBezTo>
                    <a:pt x="0" y="13625"/>
                    <a:pt x="134" y="13748"/>
                    <a:pt x="308" y="13748"/>
                  </a:cubicBezTo>
                  <a:lnTo>
                    <a:pt x="13460" y="13748"/>
                  </a:lnTo>
                  <a:cubicBezTo>
                    <a:pt x="13635" y="13748"/>
                    <a:pt x="13758" y="13625"/>
                    <a:pt x="13758" y="13451"/>
                  </a:cubicBezTo>
                  <a:lnTo>
                    <a:pt x="13758" y="8202"/>
                  </a:lnTo>
                  <a:cubicBezTo>
                    <a:pt x="13758" y="8028"/>
                    <a:pt x="13635" y="7894"/>
                    <a:pt x="13460" y="7894"/>
                  </a:cubicBezTo>
                  <a:lnTo>
                    <a:pt x="11666" y="7894"/>
                  </a:lnTo>
                  <a:cubicBezTo>
                    <a:pt x="11492" y="7894"/>
                    <a:pt x="11369" y="8028"/>
                    <a:pt x="11369" y="8202"/>
                  </a:cubicBezTo>
                  <a:lnTo>
                    <a:pt x="11369" y="9135"/>
                  </a:lnTo>
                  <a:lnTo>
                    <a:pt x="9278" y="2512"/>
                  </a:lnTo>
                  <a:cubicBezTo>
                    <a:pt x="9227" y="2430"/>
                    <a:pt x="9186" y="2389"/>
                    <a:pt x="9104" y="2348"/>
                  </a:cubicBezTo>
                  <a:cubicBezTo>
                    <a:pt x="9022" y="2307"/>
                    <a:pt x="8929" y="2307"/>
                    <a:pt x="8888" y="2307"/>
                  </a:cubicBezTo>
                  <a:lnTo>
                    <a:pt x="7648" y="2820"/>
                  </a:lnTo>
                  <a:lnTo>
                    <a:pt x="7648" y="298"/>
                  </a:lnTo>
                  <a:cubicBezTo>
                    <a:pt x="7648" y="124"/>
                    <a:pt x="7484" y="1"/>
                    <a:pt x="73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11" name="Google Shape;1211;p94"/>
          <p:cNvCxnSpPr>
            <a:stCxn id="1179" idx="2"/>
            <a:endCxn id="1178" idx="0"/>
          </p:cNvCxnSpPr>
          <p:nvPr/>
        </p:nvCxnSpPr>
        <p:spPr>
          <a:xfrm>
            <a:off x="1495925" y="1840663"/>
            <a:ext cx="0" cy="1051200"/>
          </a:xfrm>
          <a:prstGeom prst="straightConnector1">
            <a:avLst/>
          </a:prstGeom>
          <a:noFill/>
          <a:ln w="19050" cap="flat" cmpd="sng">
            <a:solidFill>
              <a:schemeClr val="dk1"/>
            </a:solidFill>
            <a:prstDash val="solid"/>
            <a:round/>
            <a:headEnd type="none" w="med" len="med"/>
            <a:tailEnd type="none" w="med" len="med"/>
          </a:ln>
        </p:spPr>
      </p:cxnSp>
      <p:cxnSp>
        <p:nvCxnSpPr>
          <p:cNvPr id="1212" name="Google Shape;1212;p94"/>
          <p:cNvCxnSpPr>
            <a:stCxn id="1178" idx="2"/>
          </p:cNvCxnSpPr>
          <p:nvPr/>
        </p:nvCxnSpPr>
        <p:spPr>
          <a:xfrm>
            <a:off x="1495925" y="3408275"/>
            <a:ext cx="0" cy="1772400"/>
          </a:xfrm>
          <a:prstGeom prst="straightConnector1">
            <a:avLst/>
          </a:prstGeom>
          <a:noFill/>
          <a:ln w="19050" cap="flat" cmpd="sng">
            <a:solidFill>
              <a:schemeClr val="dk1"/>
            </a:solidFill>
            <a:prstDash val="solid"/>
            <a:round/>
            <a:headEnd type="none" w="med" len="med"/>
            <a:tailEnd type="none" w="med" len="med"/>
          </a:ln>
        </p:spPr>
      </p:cxnSp>
      <p:cxnSp>
        <p:nvCxnSpPr>
          <p:cNvPr id="1213" name="Google Shape;1213;p94"/>
          <p:cNvCxnSpPr>
            <a:stCxn id="1177" idx="2"/>
            <a:endCxn id="1176" idx="0"/>
          </p:cNvCxnSpPr>
          <p:nvPr/>
        </p:nvCxnSpPr>
        <p:spPr>
          <a:xfrm>
            <a:off x="4871975" y="1840663"/>
            <a:ext cx="0" cy="1051200"/>
          </a:xfrm>
          <a:prstGeom prst="straightConnector1">
            <a:avLst/>
          </a:prstGeom>
          <a:noFill/>
          <a:ln w="19050" cap="flat" cmpd="sng">
            <a:solidFill>
              <a:schemeClr val="dk1"/>
            </a:solidFill>
            <a:prstDash val="solid"/>
            <a:round/>
            <a:headEnd type="none" w="med" len="med"/>
            <a:tailEnd type="none" w="med" len="med"/>
          </a:ln>
        </p:spPr>
      </p:cxnSp>
      <p:cxnSp>
        <p:nvCxnSpPr>
          <p:cNvPr id="1214" name="Google Shape;1214;p94"/>
          <p:cNvCxnSpPr>
            <a:stCxn id="1176" idx="2"/>
          </p:cNvCxnSpPr>
          <p:nvPr/>
        </p:nvCxnSpPr>
        <p:spPr>
          <a:xfrm>
            <a:off x="4871975" y="3408275"/>
            <a:ext cx="0" cy="17856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1219" name="Google Shape;1219;p95"/>
          <p:cNvSpPr txBox="1">
            <a:spLocks noGrp="1"/>
          </p:cNvSpPr>
          <p:nvPr>
            <p:ph type="title"/>
          </p:nvPr>
        </p:nvSpPr>
        <p:spPr>
          <a:xfrm>
            <a:off x="720000" y="44805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Bibliographical references</a:t>
            </a:r>
            <a:endParaRPr/>
          </a:p>
        </p:txBody>
      </p:sp>
      <p:sp>
        <p:nvSpPr>
          <p:cNvPr id="1220" name="Google Shape;1220;p95"/>
          <p:cNvSpPr txBox="1">
            <a:spLocks noGrp="1"/>
          </p:cNvSpPr>
          <p:nvPr>
            <p:ph type="subTitle" idx="1"/>
          </p:nvPr>
        </p:nvSpPr>
        <p:spPr>
          <a:xfrm>
            <a:off x="1733625" y="1361025"/>
            <a:ext cx="6580200" cy="290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a:p>
            <a:pPr marL="0" lvl="0" indent="0" algn="l" rtl="0">
              <a:spcBef>
                <a:spcPts val="0"/>
              </a:spcBef>
              <a:spcAft>
                <a:spcPts val="0"/>
              </a:spcAft>
              <a:buNone/>
            </a:pPr>
            <a:r>
              <a:rPr lang="en"/>
              <a:t>Surname, A. (YEAR). </a:t>
            </a:r>
            <a:r>
              <a:rPr lang="en" i="1"/>
              <a:t>Name of the source</a:t>
            </a:r>
            <a:r>
              <a:rPr lang="en"/>
              <a:t>. Publisher</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grpSp>
        <p:nvGrpSpPr>
          <p:cNvPr id="1225" name="Google Shape;1225;p96"/>
          <p:cNvGrpSpPr/>
          <p:nvPr/>
        </p:nvGrpSpPr>
        <p:grpSpPr>
          <a:xfrm>
            <a:off x="4805617" y="1104780"/>
            <a:ext cx="2915911" cy="1881355"/>
            <a:chOff x="4489026" y="1269550"/>
            <a:chExt cx="3696173" cy="2384782"/>
          </a:xfrm>
        </p:grpSpPr>
        <p:sp>
          <p:nvSpPr>
            <p:cNvPr id="1226" name="Google Shape;1226;p96"/>
            <p:cNvSpPr/>
            <p:nvPr/>
          </p:nvSpPr>
          <p:spPr>
            <a:xfrm>
              <a:off x="4601661" y="1269550"/>
              <a:ext cx="3470886" cy="2132617"/>
            </a:xfrm>
            <a:custGeom>
              <a:avLst/>
              <a:gdLst/>
              <a:ahLst/>
              <a:cxnLst/>
              <a:rect l="l" t="t" r="r" b="b"/>
              <a:pathLst>
                <a:path w="163895" h="100702" extrusionOk="0">
                  <a:moveTo>
                    <a:pt x="8116" y="0"/>
                  </a:moveTo>
                  <a:cubicBezTo>
                    <a:pt x="3557" y="0"/>
                    <a:pt x="0" y="3678"/>
                    <a:pt x="0" y="8238"/>
                  </a:cubicBezTo>
                  <a:lnTo>
                    <a:pt x="0" y="100701"/>
                  </a:lnTo>
                  <a:lnTo>
                    <a:pt x="163894" y="100701"/>
                  </a:lnTo>
                  <a:lnTo>
                    <a:pt x="163894" y="8238"/>
                  </a:lnTo>
                  <a:cubicBezTo>
                    <a:pt x="163894" y="3678"/>
                    <a:pt x="160338" y="0"/>
                    <a:pt x="155778"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96"/>
            <p:cNvSpPr/>
            <p:nvPr/>
          </p:nvSpPr>
          <p:spPr>
            <a:xfrm>
              <a:off x="4489026" y="3399406"/>
              <a:ext cx="3696173" cy="112664"/>
            </a:xfrm>
            <a:custGeom>
              <a:avLst/>
              <a:gdLst/>
              <a:ahLst/>
              <a:cxnLst/>
              <a:rect l="l" t="t" r="r" b="b"/>
              <a:pathLst>
                <a:path w="174533" h="5320" extrusionOk="0">
                  <a:moveTo>
                    <a:pt x="0" y="0"/>
                  </a:moveTo>
                  <a:lnTo>
                    <a:pt x="0" y="5320"/>
                  </a:lnTo>
                  <a:lnTo>
                    <a:pt x="174532" y="5320"/>
                  </a:lnTo>
                  <a:lnTo>
                    <a:pt x="174532" y="0"/>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96"/>
            <p:cNvSpPr/>
            <p:nvPr/>
          </p:nvSpPr>
          <p:spPr>
            <a:xfrm>
              <a:off x="4489026" y="3512041"/>
              <a:ext cx="3696173" cy="142292"/>
            </a:xfrm>
            <a:custGeom>
              <a:avLst/>
              <a:gdLst/>
              <a:ahLst/>
              <a:cxnLst/>
              <a:rect l="l" t="t" r="r" b="b"/>
              <a:pathLst>
                <a:path w="174533" h="6719" extrusionOk="0">
                  <a:moveTo>
                    <a:pt x="0" y="1"/>
                  </a:moveTo>
                  <a:cubicBezTo>
                    <a:pt x="3040" y="4165"/>
                    <a:pt x="8876" y="6718"/>
                    <a:pt x="15350" y="6718"/>
                  </a:cubicBezTo>
                  <a:lnTo>
                    <a:pt x="159213" y="6718"/>
                  </a:lnTo>
                  <a:cubicBezTo>
                    <a:pt x="165657" y="6718"/>
                    <a:pt x="171493" y="4165"/>
                    <a:pt x="174532" y="1"/>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96"/>
            <p:cNvSpPr/>
            <p:nvPr/>
          </p:nvSpPr>
          <p:spPr>
            <a:xfrm>
              <a:off x="6250185" y="1346150"/>
              <a:ext cx="173700" cy="60000"/>
            </a:xfrm>
            <a:prstGeom prst="roundRect">
              <a:avLst>
                <a:gd name="adj" fmla="val 16667"/>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0" name="Google Shape;1230;p96"/>
          <p:cNvSpPr txBox="1">
            <a:spLocks noGrp="1"/>
          </p:cNvSpPr>
          <p:nvPr>
            <p:ph type="title"/>
          </p:nvPr>
        </p:nvSpPr>
        <p:spPr>
          <a:xfrm>
            <a:off x="878875" y="1533125"/>
            <a:ext cx="3024900" cy="64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Mockups</a:t>
            </a:r>
            <a:endParaRPr/>
          </a:p>
        </p:txBody>
      </p:sp>
      <p:sp>
        <p:nvSpPr>
          <p:cNvPr id="1231" name="Google Shape;1231;p96"/>
          <p:cNvSpPr txBox="1">
            <a:spLocks noGrp="1"/>
          </p:cNvSpPr>
          <p:nvPr>
            <p:ph type="subTitle" idx="1"/>
          </p:nvPr>
        </p:nvSpPr>
        <p:spPr>
          <a:xfrm>
            <a:off x="878875" y="2175300"/>
            <a:ext cx="3024900" cy="12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images on the screen with your own work. Just right-click on them and select “Replace image”</a:t>
            </a:r>
            <a:endParaRPr/>
          </a:p>
        </p:txBody>
      </p:sp>
      <p:pic>
        <p:nvPicPr>
          <p:cNvPr id="1232" name="Google Shape;1232;p96"/>
          <p:cNvPicPr preferRelativeResize="0"/>
          <p:nvPr/>
        </p:nvPicPr>
        <p:blipFill>
          <a:blip r:embed="rId3">
            <a:alphaModFix/>
          </a:blip>
          <a:stretch>
            <a:fillRect/>
          </a:stretch>
        </p:blipFill>
        <p:spPr>
          <a:xfrm>
            <a:off x="5069998" y="1320650"/>
            <a:ext cx="2387150" cy="1342775"/>
          </a:xfrm>
          <a:prstGeom prst="rect">
            <a:avLst/>
          </a:prstGeom>
          <a:noFill/>
          <a:ln w="9525" cap="flat" cmpd="sng">
            <a:solidFill>
              <a:schemeClr val="dk1"/>
            </a:solidFill>
            <a:prstDash val="solid"/>
            <a:round/>
            <a:headEnd type="none" w="sm" len="sm"/>
            <a:tailEnd type="none" w="sm" len="sm"/>
          </a:ln>
        </p:spPr>
      </p:pic>
      <p:grpSp>
        <p:nvGrpSpPr>
          <p:cNvPr id="1233" name="Google Shape;1233;p96"/>
          <p:cNvGrpSpPr/>
          <p:nvPr/>
        </p:nvGrpSpPr>
        <p:grpSpPr>
          <a:xfrm>
            <a:off x="4469001" y="2223987"/>
            <a:ext cx="911854" cy="1706814"/>
            <a:chOff x="5120779" y="818439"/>
            <a:chExt cx="1836564" cy="3437000"/>
          </a:xfrm>
        </p:grpSpPr>
        <p:sp>
          <p:nvSpPr>
            <p:cNvPr id="1234" name="Google Shape;1234;p96"/>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96"/>
            <p:cNvSpPr/>
            <p:nvPr/>
          </p:nvSpPr>
          <p:spPr>
            <a:xfrm>
              <a:off x="5819675" y="947325"/>
              <a:ext cx="438600" cy="72300"/>
            </a:xfrm>
            <a:prstGeom prst="roundRect">
              <a:avLst>
                <a:gd name="adj" fmla="val 16667"/>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96"/>
            <p:cNvSpPr/>
            <p:nvPr/>
          </p:nvSpPr>
          <p:spPr>
            <a:xfrm>
              <a:off x="5878713" y="3874400"/>
              <a:ext cx="320700" cy="267300"/>
            </a:xfrm>
            <a:prstGeom prst="roundRect">
              <a:avLst>
                <a:gd name="adj" fmla="val 16667"/>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37" name="Google Shape;1237;p96"/>
          <p:cNvPicPr preferRelativeResize="0"/>
          <p:nvPr/>
        </p:nvPicPr>
        <p:blipFill rotWithShape="1">
          <a:blip r:embed="rId4">
            <a:alphaModFix/>
          </a:blip>
          <a:srcRect l="56933" r="8913"/>
          <a:stretch/>
        </p:blipFill>
        <p:spPr>
          <a:xfrm>
            <a:off x="4545216" y="2411800"/>
            <a:ext cx="759424" cy="125185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sp>
        <p:nvSpPr>
          <p:cNvPr id="1242" name="Google Shape;1242;p97"/>
          <p:cNvSpPr txBox="1">
            <a:spLocks noGrp="1"/>
          </p:cNvSpPr>
          <p:nvPr>
            <p:ph type="title"/>
          </p:nvPr>
        </p:nvSpPr>
        <p:spPr>
          <a:xfrm>
            <a:off x="1094263" y="778325"/>
            <a:ext cx="44481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1243" name="Google Shape;1243;p97"/>
          <p:cNvSpPr txBox="1">
            <a:spLocks noGrp="1"/>
          </p:cNvSpPr>
          <p:nvPr>
            <p:ph type="subTitle" idx="1"/>
          </p:nvPr>
        </p:nvSpPr>
        <p:spPr>
          <a:xfrm>
            <a:off x="1094225" y="1651512"/>
            <a:ext cx="4448100" cy="122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Do you have any questions?</a:t>
            </a:r>
            <a:endParaRPr b="1"/>
          </a:p>
          <a:p>
            <a:pPr marL="0" lvl="0" indent="0" algn="l" rtl="0">
              <a:spcBef>
                <a:spcPts val="0"/>
              </a:spcBef>
              <a:spcAft>
                <a:spcPts val="0"/>
              </a:spcAft>
              <a:buNone/>
            </a:pPr>
            <a:r>
              <a:rPr lang="en"/>
              <a:t>youremail@freepik.com</a:t>
            </a:r>
            <a:endParaRPr/>
          </a:p>
          <a:p>
            <a:pPr marL="0" lvl="0" indent="0" algn="l" rtl="0">
              <a:spcBef>
                <a:spcPts val="0"/>
              </a:spcBef>
              <a:spcAft>
                <a:spcPts val="0"/>
              </a:spcAft>
              <a:buNone/>
            </a:pPr>
            <a:r>
              <a:rPr lang="en"/>
              <a:t>+34 654 321 432</a:t>
            </a:r>
            <a:endParaRPr/>
          </a:p>
          <a:p>
            <a:pPr marL="0" lvl="0" indent="0" algn="l" rtl="0">
              <a:spcBef>
                <a:spcPts val="0"/>
              </a:spcBef>
              <a:spcAft>
                <a:spcPts val="0"/>
              </a:spcAft>
              <a:buNone/>
            </a:pPr>
            <a:r>
              <a:rPr lang="en"/>
              <a:t>yourwebsite.com</a:t>
            </a:r>
            <a:endParaRPr/>
          </a:p>
        </p:txBody>
      </p:sp>
      <p:sp>
        <p:nvSpPr>
          <p:cNvPr id="1244" name="Google Shape;1244;p97"/>
          <p:cNvSpPr txBox="1"/>
          <p:nvPr/>
        </p:nvSpPr>
        <p:spPr>
          <a:xfrm>
            <a:off x="1094225" y="4043650"/>
            <a:ext cx="4151700" cy="26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Please keep this slide for attribution</a:t>
            </a:r>
            <a:endParaRPr sz="1200">
              <a:solidFill>
                <a:schemeClr val="dk1"/>
              </a:solidFill>
              <a:latin typeface="Hanken Grotesk"/>
              <a:ea typeface="Hanken Grotesk"/>
              <a:cs typeface="Hanken Grotesk"/>
              <a:sym typeface="Hanken Grotesk"/>
            </a:endParaRPr>
          </a:p>
        </p:txBody>
      </p:sp>
      <p:sp>
        <p:nvSpPr>
          <p:cNvPr id="1245" name="Google Shape;1245;p97"/>
          <p:cNvSpPr/>
          <p:nvPr/>
        </p:nvSpPr>
        <p:spPr>
          <a:xfrm>
            <a:off x="1178337" y="2949248"/>
            <a:ext cx="313268" cy="313268"/>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246" name="Google Shape;1246;p97"/>
          <p:cNvGrpSpPr/>
          <p:nvPr/>
        </p:nvGrpSpPr>
        <p:grpSpPr>
          <a:xfrm>
            <a:off x="1654888" y="2949057"/>
            <a:ext cx="313342" cy="313227"/>
            <a:chOff x="812101" y="2571761"/>
            <a:chExt cx="417066" cy="417024"/>
          </a:xfrm>
        </p:grpSpPr>
        <p:sp>
          <p:nvSpPr>
            <p:cNvPr id="1247" name="Google Shape;1247;p97"/>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 name="Google Shape;1248;p97"/>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 name="Google Shape;1249;p97"/>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0" name="Google Shape;1250;p97"/>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51" name="Google Shape;1251;p97"/>
          <p:cNvGrpSpPr/>
          <p:nvPr/>
        </p:nvGrpSpPr>
        <p:grpSpPr>
          <a:xfrm>
            <a:off x="2131458" y="2949057"/>
            <a:ext cx="313310" cy="313227"/>
            <a:chOff x="1323129" y="2571761"/>
            <a:chExt cx="417024" cy="417024"/>
          </a:xfrm>
        </p:grpSpPr>
        <p:sp>
          <p:nvSpPr>
            <p:cNvPr id="1252" name="Google Shape;1252;p97"/>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3" name="Google Shape;1253;p97"/>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4" name="Google Shape;1254;p97"/>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5" name="Google Shape;1255;p97"/>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9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Icon pack</a:t>
            </a:r>
            <a:endParaRPr/>
          </a:p>
        </p:txBody>
      </p:sp>
      <p:grpSp>
        <p:nvGrpSpPr>
          <p:cNvPr id="1261" name="Google Shape;1261;p98"/>
          <p:cNvGrpSpPr/>
          <p:nvPr/>
        </p:nvGrpSpPr>
        <p:grpSpPr>
          <a:xfrm>
            <a:off x="1003188" y="3702400"/>
            <a:ext cx="343975" cy="255300"/>
            <a:chOff x="1003188" y="3702400"/>
            <a:chExt cx="343975" cy="255300"/>
          </a:xfrm>
        </p:grpSpPr>
        <p:sp>
          <p:nvSpPr>
            <p:cNvPr id="1262" name="Google Shape;1262;p98"/>
            <p:cNvSpPr/>
            <p:nvPr/>
          </p:nvSpPr>
          <p:spPr>
            <a:xfrm>
              <a:off x="1003188" y="3702400"/>
              <a:ext cx="343975" cy="255300"/>
            </a:xfrm>
            <a:custGeom>
              <a:avLst/>
              <a:gdLst/>
              <a:ahLst/>
              <a:cxnLst/>
              <a:rect l="l" t="t" r="r" b="b"/>
              <a:pathLst>
                <a:path w="13759" h="10212" extrusionOk="0">
                  <a:moveTo>
                    <a:pt x="5127" y="595"/>
                  </a:moveTo>
                  <a:cubicBezTo>
                    <a:pt x="5680" y="595"/>
                    <a:pt x="6234" y="852"/>
                    <a:pt x="6582" y="1282"/>
                  </a:cubicBezTo>
                  <a:lnTo>
                    <a:pt x="6582" y="2092"/>
                  </a:lnTo>
                  <a:lnTo>
                    <a:pt x="6582" y="8458"/>
                  </a:lnTo>
                  <a:cubicBezTo>
                    <a:pt x="6152" y="8069"/>
                    <a:pt x="5557" y="7864"/>
                    <a:pt x="4952" y="7864"/>
                  </a:cubicBezTo>
                  <a:lnTo>
                    <a:pt x="2349" y="7864"/>
                  </a:lnTo>
                  <a:lnTo>
                    <a:pt x="2349" y="595"/>
                  </a:lnTo>
                  <a:close/>
                  <a:moveTo>
                    <a:pt x="11401" y="595"/>
                  </a:moveTo>
                  <a:lnTo>
                    <a:pt x="11401" y="7864"/>
                  </a:lnTo>
                  <a:lnTo>
                    <a:pt x="8797" y="7864"/>
                  </a:lnTo>
                  <a:cubicBezTo>
                    <a:pt x="8202" y="7864"/>
                    <a:pt x="7649" y="8069"/>
                    <a:pt x="7177" y="8458"/>
                  </a:cubicBezTo>
                  <a:lnTo>
                    <a:pt x="7177" y="2092"/>
                  </a:lnTo>
                  <a:lnTo>
                    <a:pt x="7177" y="1282"/>
                  </a:lnTo>
                  <a:cubicBezTo>
                    <a:pt x="7515" y="852"/>
                    <a:pt x="8069" y="595"/>
                    <a:pt x="8633" y="595"/>
                  </a:cubicBezTo>
                  <a:close/>
                  <a:moveTo>
                    <a:pt x="1754" y="1457"/>
                  </a:moveTo>
                  <a:lnTo>
                    <a:pt x="1754" y="8161"/>
                  </a:lnTo>
                  <a:cubicBezTo>
                    <a:pt x="1754" y="8325"/>
                    <a:pt x="1877" y="8458"/>
                    <a:pt x="2051" y="8458"/>
                  </a:cubicBezTo>
                  <a:lnTo>
                    <a:pt x="4952" y="8458"/>
                  </a:lnTo>
                  <a:cubicBezTo>
                    <a:pt x="5465" y="8458"/>
                    <a:pt x="5978" y="8715"/>
                    <a:pt x="6367" y="9094"/>
                  </a:cubicBezTo>
                  <a:cubicBezTo>
                    <a:pt x="6275" y="9094"/>
                    <a:pt x="6234" y="9145"/>
                    <a:pt x="6152" y="9186"/>
                  </a:cubicBezTo>
                  <a:cubicBezTo>
                    <a:pt x="6019" y="9309"/>
                    <a:pt x="5896" y="9442"/>
                    <a:pt x="5814" y="9606"/>
                  </a:cubicBezTo>
                  <a:lnTo>
                    <a:pt x="596" y="9606"/>
                  </a:lnTo>
                  <a:lnTo>
                    <a:pt x="596" y="1457"/>
                  </a:lnTo>
                  <a:close/>
                  <a:moveTo>
                    <a:pt x="13154" y="1457"/>
                  </a:moveTo>
                  <a:lnTo>
                    <a:pt x="13154" y="9606"/>
                  </a:lnTo>
                  <a:lnTo>
                    <a:pt x="7946" y="9606"/>
                  </a:lnTo>
                  <a:cubicBezTo>
                    <a:pt x="7813" y="9401"/>
                    <a:pt x="7649" y="9186"/>
                    <a:pt x="7392" y="9094"/>
                  </a:cubicBezTo>
                  <a:cubicBezTo>
                    <a:pt x="7772" y="8715"/>
                    <a:pt x="8284" y="8458"/>
                    <a:pt x="8797" y="8458"/>
                  </a:cubicBezTo>
                  <a:lnTo>
                    <a:pt x="11708" y="8458"/>
                  </a:lnTo>
                  <a:cubicBezTo>
                    <a:pt x="11872" y="8458"/>
                    <a:pt x="12005" y="8325"/>
                    <a:pt x="12005" y="8161"/>
                  </a:cubicBezTo>
                  <a:lnTo>
                    <a:pt x="12005" y="1457"/>
                  </a:lnTo>
                  <a:close/>
                  <a:moveTo>
                    <a:pt x="2051" y="1"/>
                  </a:moveTo>
                  <a:cubicBezTo>
                    <a:pt x="1877" y="1"/>
                    <a:pt x="1754" y="124"/>
                    <a:pt x="1754" y="298"/>
                  </a:cubicBezTo>
                  <a:lnTo>
                    <a:pt x="1754" y="893"/>
                  </a:lnTo>
                  <a:lnTo>
                    <a:pt x="298" y="893"/>
                  </a:lnTo>
                  <a:cubicBezTo>
                    <a:pt x="124" y="893"/>
                    <a:pt x="1" y="1026"/>
                    <a:pt x="1" y="1200"/>
                  </a:cubicBezTo>
                  <a:lnTo>
                    <a:pt x="1" y="9914"/>
                  </a:lnTo>
                  <a:cubicBezTo>
                    <a:pt x="1" y="10078"/>
                    <a:pt x="124" y="10211"/>
                    <a:pt x="298" y="10211"/>
                  </a:cubicBezTo>
                  <a:lnTo>
                    <a:pt x="6019" y="10211"/>
                  </a:lnTo>
                  <a:cubicBezTo>
                    <a:pt x="6152" y="10211"/>
                    <a:pt x="6234" y="10119"/>
                    <a:pt x="6275" y="9996"/>
                  </a:cubicBezTo>
                  <a:cubicBezTo>
                    <a:pt x="6326" y="9863"/>
                    <a:pt x="6408" y="9740"/>
                    <a:pt x="6531" y="9658"/>
                  </a:cubicBezTo>
                  <a:cubicBezTo>
                    <a:pt x="6629" y="9590"/>
                    <a:pt x="6772" y="9550"/>
                    <a:pt x="6906" y="9550"/>
                  </a:cubicBezTo>
                  <a:cubicBezTo>
                    <a:pt x="6954" y="9550"/>
                    <a:pt x="7001" y="9555"/>
                    <a:pt x="7044" y="9565"/>
                  </a:cubicBezTo>
                  <a:cubicBezTo>
                    <a:pt x="7259" y="9658"/>
                    <a:pt x="7392" y="9781"/>
                    <a:pt x="7474" y="9996"/>
                  </a:cubicBezTo>
                  <a:cubicBezTo>
                    <a:pt x="7515" y="10119"/>
                    <a:pt x="7649" y="10211"/>
                    <a:pt x="7772" y="10211"/>
                  </a:cubicBezTo>
                  <a:lnTo>
                    <a:pt x="13451" y="10211"/>
                  </a:lnTo>
                  <a:cubicBezTo>
                    <a:pt x="13625" y="10211"/>
                    <a:pt x="13758" y="10078"/>
                    <a:pt x="13758" y="9914"/>
                  </a:cubicBezTo>
                  <a:lnTo>
                    <a:pt x="13758" y="1200"/>
                  </a:lnTo>
                  <a:cubicBezTo>
                    <a:pt x="13758" y="1026"/>
                    <a:pt x="13625" y="893"/>
                    <a:pt x="13451" y="893"/>
                  </a:cubicBezTo>
                  <a:lnTo>
                    <a:pt x="12005" y="893"/>
                  </a:lnTo>
                  <a:lnTo>
                    <a:pt x="12005" y="298"/>
                  </a:lnTo>
                  <a:cubicBezTo>
                    <a:pt x="12005" y="124"/>
                    <a:pt x="11872" y="1"/>
                    <a:pt x="11708" y="1"/>
                  </a:cubicBezTo>
                  <a:lnTo>
                    <a:pt x="8633" y="1"/>
                  </a:lnTo>
                  <a:cubicBezTo>
                    <a:pt x="7987" y="1"/>
                    <a:pt x="7351" y="257"/>
                    <a:pt x="6880" y="729"/>
                  </a:cubicBezTo>
                  <a:cubicBezTo>
                    <a:pt x="6408" y="257"/>
                    <a:pt x="5762" y="1"/>
                    <a:pt x="5127"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98"/>
            <p:cNvSpPr/>
            <p:nvPr/>
          </p:nvSpPr>
          <p:spPr>
            <a:xfrm>
              <a:off x="1090863" y="3756750"/>
              <a:ext cx="47950" cy="15125"/>
            </a:xfrm>
            <a:custGeom>
              <a:avLst/>
              <a:gdLst/>
              <a:ahLst/>
              <a:cxnLst/>
              <a:rect l="l" t="t" r="r" b="b"/>
              <a:pathLst>
                <a:path w="1918" h="605" extrusionOk="0">
                  <a:moveTo>
                    <a:pt x="297" y="0"/>
                  </a:moveTo>
                  <a:cubicBezTo>
                    <a:pt x="123" y="0"/>
                    <a:pt x="0" y="174"/>
                    <a:pt x="0" y="390"/>
                  </a:cubicBezTo>
                  <a:cubicBezTo>
                    <a:pt x="41" y="513"/>
                    <a:pt x="164" y="605"/>
                    <a:pt x="297" y="605"/>
                  </a:cubicBezTo>
                  <a:lnTo>
                    <a:pt x="1620" y="605"/>
                  </a:lnTo>
                  <a:cubicBezTo>
                    <a:pt x="1794" y="605"/>
                    <a:pt x="1917" y="472"/>
                    <a:pt x="1917" y="256"/>
                  </a:cubicBezTo>
                  <a:cubicBezTo>
                    <a:pt x="1876" y="133"/>
                    <a:pt x="1743"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98"/>
            <p:cNvSpPr/>
            <p:nvPr/>
          </p:nvSpPr>
          <p:spPr>
            <a:xfrm>
              <a:off x="1090863" y="3800575"/>
              <a:ext cx="47950" cy="15125"/>
            </a:xfrm>
            <a:custGeom>
              <a:avLst/>
              <a:gdLst/>
              <a:ahLst/>
              <a:cxnLst/>
              <a:rect l="l" t="t" r="r" b="b"/>
              <a:pathLst>
                <a:path w="1918" h="605" extrusionOk="0">
                  <a:moveTo>
                    <a:pt x="297" y="0"/>
                  </a:moveTo>
                  <a:cubicBezTo>
                    <a:pt x="123" y="0"/>
                    <a:pt x="0" y="174"/>
                    <a:pt x="0" y="349"/>
                  </a:cubicBezTo>
                  <a:cubicBezTo>
                    <a:pt x="41" y="513"/>
                    <a:pt x="164" y="605"/>
                    <a:pt x="297" y="605"/>
                  </a:cubicBezTo>
                  <a:lnTo>
                    <a:pt x="1620" y="605"/>
                  </a:lnTo>
                  <a:cubicBezTo>
                    <a:pt x="1794" y="605"/>
                    <a:pt x="1917" y="472"/>
                    <a:pt x="1917" y="256"/>
                  </a:cubicBezTo>
                  <a:cubicBezTo>
                    <a:pt x="1876" y="133"/>
                    <a:pt x="1743"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98"/>
            <p:cNvSpPr/>
            <p:nvPr/>
          </p:nvSpPr>
          <p:spPr>
            <a:xfrm>
              <a:off x="1090863" y="3844400"/>
              <a:ext cx="47950" cy="14875"/>
            </a:xfrm>
            <a:custGeom>
              <a:avLst/>
              <a:gdLst/>
              <a:ahLst/>
              <a:cxnLst/>
              <a:rect l="l" t="t" r="r" b="b"/>
              <a:pathLst>
                <a:path w="1918" h="595" extrusionOk="0">
                  <a:moveTo>
                    <a:pt x="297" y="0"/>
                  </a:moveTo>
                  <a:cubicBezTo>
                    <a:pt x="123" y="0"/>
                    <a:pt x="0" y="174"/>
                    <a:pt x="0" y="338"/>
                  </a:cubicBezTo>
                  <a:cubicBezTo>
                    <a:pt x="41" y="513"/>
                    <a:pt x="164" y="595"/>
                    <a:pt x="297" y="595"/>
                  </a:cubicBezTo>
                  <a:lnTo>
                    <a:pt x="1620" y="595"/>
                  </a:lnTo>
                  <a:cubicBezTo>
                    <a:pt x="1794" y="595"/>
                    <a:pt x="1917" y="431"/>
                    <a:pt x="1917" y="256"/>
                  </a:cubicBezTo>
                  <a:cubicBezTo>
                    <a:pt x="1876" y="133"/>
                    <a:pt x="1743"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98"/>
            <p:cNvSpPr/>
            <p:nvPr/>
          </p:nvSpPr>
          <p:spPr>
            <a:xfrm>
              <a:off x="1210288" y="3800575"/>
              <a:ext cx="49225" cy="15125"/>
            </a:xfrm>
            <a:custGeom>
              <a:avLst/>
              <a:gdLst/>
              <a:ahLst/>
              <a:cxnLst/>
              <a:rect l="l" t="t" r="r" b="b"/>
              <a:pathLst>
                <a:path w="1969" h="605" extrusionOk="0">
                  <a:moveTo>
                    <a:pt x="349" y="0"/>
                  </a:moveTo>
                  <a:cubicBezTo>
                    <a:pt x="174" y="0"/>
                    <a:pt x="0" y="174"/>
                    <a:pt x="41" y="349"/>
                  </a:cubicBezTo>
                  <a:cubicBezTo>
                    <a:pt x="41" y="513"/>
                    <a:pt x="215" y="605"/>
                    <a:pt x="349" y="605"/>
                  </a:cubicBezTo>
                  <a:lnTo>
                    <a:pt x="1630" y="605"/>
                  </a:lnTo>
                  <a:cubicBezTo>
                    <a:pt x="1835" y="605"/>
                    <a:pt x="1968" y="472"/>
                    <a:pt x="1927" y="256"/>
                  </a:cubicBezTo>
                  <a:cubicBezTo>
                    <a:pt x="1927" y="133"/>
                    <a:pt x="1794" y="0"/>
                    <a:pt x="163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98"/>
            <p:cNvSpPr/>
            <p:nvPr/>
          </p:nvSpPr>
          <p:spPr>
            <a:xfrm>
              <a:off x="1210288" y="3756750"/>
              <a:ext cx="49225" cy="15125"/>
            </a:xfrm>
            <a:custGeom>
              <a:avLst/>
              <a:gdLst/>
              <a:ahLst/>
              <a:cxnLst/>
              <a:rect l="l" t="t" r="r" b="b"/>
              <a:pathLst>
                <a:path w="1969" h="605" extrusionOk="0">
                  <a:moveTo>
                    <a:pt x="349" y="0"/>
                  </a:moveTo>
                  <a:cubicBezTo>
                    <a:pt x="174" y="0"/>
                    <a:pt x="0" y="174"/>
                    <a:pt x="41" y="390"/>
                  </a:cubicBezTo>
                  <a:cubicBezTo>
                    <a:pt x="41" y="513"/>
                    <a:pt x="215" y="605"/>
                    <a:pt x="349" y="605"/>
                  </a:cubicBezTo>
                  <a:lnTo>
                    <a:pt x="1630" y="605"/>
                  </a:lnTo>
                  <a:cubicBezTo>
                    <a:pt x="1835" y="605"/>
                    <a:pt x="1968" y="472"/>
                    <a:pt x="1927" y="256"/>
                  </a:cubicBezTo>
                  <a:cubicBezTo>
                    <a:pt x="1927" y="133"/>
                    <a:pt x="1794" y="0"/>
                    <a:pt x="163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98"/>
            <p:cNvSpPr/>
            <p:nvPr/>
          </p:nvSpPr>
          <p:spPr>
            <a:xfrm>
              <a:off x="1210288" y="3844400"/>
              <a:ext cx="49225" cy="14875"/>
            </a:xfrm>
            <a:custGeom>
              <a:avLst/>
              <a:gdLst/>
              <a:ahLst/>
              <a:cxnLst/>
              <a:rect l="l" t="t" r="r" b="b"/>
              <a:pathLst>
                <a:path w="1969" h="595" extrusionOk="0">
                  <a:moveTo>
                    <a:pt x="349" y="0"/>
                  </a:moveTo>
                  <a:cubicBezTo>
                    <a:pt x="174" y="0"/>
                    <a:pt x="0" y="174"/>
                    <a:pt x="41" y="338"/>
                  </a:cubicBezTo>
                  <a:cubicBezTo>
                    <a:pt x="41" y="513"/>
                    <a:pt x="215" y="595"/>
                    <a:pt x="349" y="595"/>
                  </a:cubicBezTo>
                  <a:lnTo>
                    <a:pt x="1630" y="595"/>
                  </a:lnTo>
                  <a:cubicBezTo>
                    <a:pt x="1835" y="595"/>
                    <a:pt x="1968" y="431"/>
                    <a:pt x="1927" y="256"/>
                  </a:cubicBezTo>
                  <a:cubicBezTo>
                    <a:pt x="1927" y="133"/>
                    <a:pt x="1794" y="0"/>
                    <a:pt x="163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9" name="Google Shape;1269;p98"/>
          <p:cNvGrpSpPr/>
          <p:nvPr/>
        </p:nvGrpSpPr>
        <p:grpSpPr>
          <a:xfrm>
            <a:off x="7765863" y="3657550"/>
            <a:ext cx="288325" cy="345000"/>
            <a:chOff x="7765863" y="3657550"/>
            <a:chExt cx="288325" cy="345000"/>
          </a:xfrm>
        </p:grpSpPr>
        <p:sp>
          <p:nvSpPr>
            <p:cNvPr id="1270" name="Google Shape;1270;p98"/>
            <p:cNvSpPr/>
            <p:nvPr/>
          </p:nvSpPr>
          <p:spPr>
            <a:xfrm>
              <a:off x="7942188" y="3665000"/>
              <a:ext cx="69475" cy="68825"/>
            </a:xfrm>
            <a:custGeom>
              <a:avLst/>
              <a:gdLst/>
              <a:ahLst/>
              <a:cxnLst/>
              <a:rect l="l" t="t" r="r" b="b"/>
              <a:pathLst>
                <a:path w="2779" h="2753" extrusionOk="0">
                  <a:moveTo>
                    <a:pt x="0" y="0"/>
                  </a:moveTo>
                  <a:lnTo>
                    <a:pt x="0" y="2440"/>
                  </a:lnTo>
                  <a:cubicBezTo>
                    <a:pt x="0" y="2522"/>
                    <a:pt x="0" y="2604"/>
                    <a:pt x="82" y="2645"/>
                  </a:cubicBezTo>
                  <a:cubicBezTo>
                    <a:pt x="134" y="2720"/>
                    <a:pt x="208" y="2753"/>
                    <a:pt x="287" y="2753"/>
                  </a:cubicBezTo>
                  <a:cubicBezTo>
                    <a:pt x="349" y="2753"/>
                    <a:pt x="413" y="2732"/>
                    <a:pt x="472" y="2696"/>
                  </a:cubicBezTo>
                  <a:lnTo>
                    <a:pt x="1364" y="1968"/>
                  </a:lnTo>
                  <a:lnTo>
                    <a:pt x="2266" y="2696"/>
                  </a:lnTo>
                  <a:cubicBezTo>
                    <a:pt x="2348" y="2737"/>
                    <a:pt x="2389" y="2737"/>
                    <a:pt x="2481" y="2737"/>
                  </a:cubicBezTo>
                  <a:cubicBezTo>
                    <a:pt x="2522" y="2737"/>
                    <a:pt x="2604" y="2696"/>
                    <a:pt x="2645" y="2645"/>
                  </a:cubicBezTo>
                  <a:cubicBezTo>
                    <a:pt x="2737" y="2604"/>
                    <a:pt x="2778" y="2522"/>
                    <a:pt x="2778" y="2440"/>
                  </a:cubicBezTo>
                  <a:lnTo>
                    <a:pt x="2778" y="0"/>
                  </a:lnTo>
                  <a:lnTo>
                    <a:pt x="2173" y="0"/>
                  </a:lnTo>
                  <a:lnTo>
                    <a:pt x="2173" y="1835"/>
                  </a:lnTo>
                  <a:lnTo>
                    <a:pt x="1538" y="1323"/>
                  </a:lnTo>
                  <a:cubicBezTo>
                    <a:pt x="1497" y="1282"/>
                    <a:pt x="1433" y="1261"/>
                    <a:pt x="1369" y="1261"/>
                  </a:cubicBezTo>
                  <a:cubicBezTo>
                    <a:pt x="1305" y="1261"/>
                    <a:pt x="1241" y="1282"/>
                    <a:pt x="1199" y="1323"/>
                  </a:cubicBezTo>
                  <a:lnTo>
                    <a:pt x="595" y="1835"/>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98"/>
            <p:cNvSpPr/>
            <p:nvPr/>
          </p:nvSpPr>
          <p:spPr>
            <a:xfrm>
              <a:off x="7765863" y="3657550"/>
              <a:ext cx="288325" cy="345000"/>
            </a:xfrm>
            <a:custGeom>
              <a:avLst/>
              <a:gdLst/>
              <a:ahLst/>
              <a:cxnLst/>
              <a:rect l="l" t="t" r="r" b="b"/>
              <a:pathLst>
                <a:path w="11533" h="13800" extrusionOk="0">
                  <a:moveTo>
                    <a:pt x="10979" y="595"/>
                  </a:moveTo>
                  <a:lnTo>
                    <a:pt x="10979" y="10980"/>
                  </a:lnTo>
                  <a:lnTo>
                    <a:pt x="2358" y="10980"/>
                  </a:lnTo>
                  <a:lnTo>
                    <a:pt x="2358" y="595"/>
                  </a:lnTo>
                  <a:close/>
                  <a:moveTo>
                    <a:pt x="1753" y="595"/>
                  </a:moveTo>
                  <a:lnTo>
                    <a:pt x="1753" y="10980"/>
                  </a:lnTo>
                  <a:lnTo>
                    <a:pt x="1415" y="10980"/>
                  </a:lnTo>
                  <a:cubicBezTo>
                    <a:pt x="1117" y="10980"/>
                    <a:pt x="861" y="11062"/>
                    <a:pt x="605" y="11236"/>
                  </a:cubicBezTo>
                  <a:lnTo>
                    <a:pt x="605" y="1405"/>
                  </a:lnTo>
                  <a:cubicBezTo>
                    <a:pt x="605" y="985"/>
                    <a:pt x="984" y="595"/>
                    <a:pt x="1415" y="595"/>
                  </a:cubicBezTo>
                  <a:close/>
                  <a:moveTo>
                    <a:pt x="10979" y="11575"/>
                  </a:moveTo>
                  <a:lnTo>
                    <a:pt x="10979" y="13194"/>
                  </a:lnTo>
                  <a:lnTo>
                    <a:pt x="1497" y="13194"/>
                  </a:lnTo>
                  <a:cubicBezTo>
                    <a:pt x="1076" y="13194"/>
                    <a:pt x="687" y="12856"/>
                    <a:pt x="687" y="12385"/>
                  </a:cubicBezTo>
                  <a:cubicBezTo>
                    <a:pt x="646" y="11964"/>
                    <a:pt x="1025" y="11575"/>
                    <a:pt x="1497" y="11575"/>
                  </a:cubicBezTo>
                  <a:close/>
                  <a:moveTo>
                    <a:pt x="1415" y="1"/>
                  </a:moveTo>
                  <a:cubicBezTo>
                    <a:pt x="646" y="1"/>
                    <a:pt x="0" y="636"/>
                    <a:pt x="0" y="1405"/>
                  </a:cubicBezTo>
                  <a:lnTo>
                    <a:pt x="0" y="12385"/>
                  </a:lnTo>
                  <a:cubicBezTo>
                    <a:pt x="0" y="13153"/>
                    <a:pt x="646" y="13799"/>
                    <a:pt x="1415" y="13799"/>
                  </a:cubicBezTo>
                  <a:lnTo>
                    <a:pt x="11277" y="13799"/>
                  </a:lnTo>
                  <a:cubicBezTo>
                    <a:pt x="11410" y="13799"/>
                    <a:pt x="11533" y="13666"/>
                    <a:pt x="11533" y="13502"/>
                  </a:cubicBezTo>
                  <a:lnTo>
                    <a:pt x="11533" y="11277"/>
                  </a:lnTo>
                  <a:lnTo>
                    <a:pt x="11533" y="298"/>
                  </a:lnTo>
                  <a:cubicBezTo>
                    <a:pt x="11533" y="124"/>
                    <a:pt x="11410" y="1"/>
                    <a:pt x="1123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98"/>
            <p:cNvSpPr/>
            <p:nvPr/>
          </p:nvSpPr>
          <p:spPr>
            <a:xfrm>
              <a:off x="7854538" y="3762125"/>
              <a:ext cx="157125" cy="69475"/>
            </a:xfrm>
            <a:custGeom>
              <a:avLst/>
              <a:gdLst/>
              <a:ahLst/>
              <a:cxnLst/>
              <a:rect l="l" t="t" r="r" b="b"/>
              <a:pathLst>
                <a:path w="6285" h="2779" extrusionOk="0">
                  <a:moveTo>
                    <a:pt x="5679" y="605"/>
                  </a:moveTo>
                  <a:lnTo>
                    <a:pt x="5679" y="2184"/>
                  </a:lnTo>
                  <a:lnTo>
                    <a:pt x="605" y="2184"/>
                  </a:lnTo>
                  <a:lnTo>
                    <a:pt x="605" y="605"/>
                  </a:lnTo>
                  <a:close/>
                  <a:moveTo>
                    <a:pt x="297" y="0"/>
                  </a:moveTo>
                  <a:cubicBezTo>
                    <a:pt x="133" y="0"/>
                    <a:pt x="0" y="175"/>
                    <a:pt x="0" y="298"/>
                  </a:cubicBezTo>
                  <a:lnTo>
                    <a:pt x="0" y="2481"/>
                  </a:lnTo>
                  <a:cubicBezTo>
                    <a:pt x="0" y="2656"/>
                    <a:pt x="133" y="2779"/>
                    <a:pt x="297" y="2779"/>
                  </a:cubicBezTo>
                  <a:lnTo>
                    <a:pt x="5987" y="2779"/>
                  </a:lnTo>
                  <a:cubicBezTo>
                    <a:pt x="6110" y="2779"/>
                    <a:pt x="6284" y="2656"/>
                    <a:pt x="6284" y="2481"/>
                  </a:cubicBezTo>
                  <a:lnTo>
                    <a:pt x="6284" y="298"/>
                  </a:lnTo>
                  <a:cubicBezTo>
                    <a:pt x="6284" y="175"/>
                    <a:pt x="6110" y="0"/>
                    <a:pt x="5987"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98"/>
            <p:cNvSpPr/>
            <p:nvPr/>
          </p:nvSpPr>
          <p:spPr>
            <a:xfrm>
              <a:off x="7869638" y="3855150"/>
              <a:ext cx="125875" cy="14900"/>
            </a:xfrm>
            <a:custGeom>
              <a:avLst/>
              <a:gdLst/>
              <a:ahLst/>
              <a:cxnLst/>
              <a:rect l="l" t="t" r="r" b="b"/>
              <a:pathLst>
                <a:path w="5035" h="596" extrusionOk="0">
                  <a:moveTo>
                    <a:pt x="339" y="1"/>
                  </a:moveTo>
                  <a:cubicBezTo>
                    <a:pt x="165" y="1"/>
                    <a:pt x="1" y="165"/>
                    <a:pt x="42" y="339"/>
                  </a:cubicBezTo>
                  <a:cubicBezTo>
                    <a:pt x="42" y="513"/>
                    <a:pt x="165" y="595"/>
                    <a:pt x="339" y="595"/>
                  </a:cubicBezTo>
                  <a:lnTo>
                    <a:pt x="4696" y="595"/>
                  </a:lnTo>
                  <a:cubicBezTo>
                    <a:pt x="4870" y="595"/>
                    <a:pt x="5034" y="472"/>
                    <a:pt x="4993" y="257"/>
                  </a:cubicBezTo>
                  <a:cubicBezTo>
                    <a:pt x="4952" y="124"/>
                    <a:pt x="4819" y="1"/>
                    <a:pt x="469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4" name="Google Shape;1274;p98"/>
          <p:cNvGrpSpPr/>
          <p:nvPr/>
        </p:nvGrpSpPr>
        <p:grpSpPr>
          <a:xfrm>
            <a:off x="6941638" y="3657550"/>
            <a:ext cx="344975" cy="345050"/>
            <a:chOff x="6941638" y="3657550"/>
            <a:chExt cx="344975" cy="345050"/>
          </a:xfrm>
        </p:grpSpPr>
        <p:sp>
          <p:nvSpPr>
            <p:cNvPr id="1275" name="Google Shape;1275;p98"/>
            <p:cNvSpPr/>
            <p:nvPr/>
          </p:nvSpPr>
          <p:spPr>
            <a:xfrm>
              <a:off x="6971363" y="3723675"/>
              <a:ext cx="76900" cy="15150"/>
            </a:xfrm>
            <a:custGeom>
              <a:avLst/>
              <a:gdLst/>
              <a:ahLst/>
              <a:cxnLst/>
              <a:rect l="l" t="t" r="r" b="b"/>
              <a:pathLst>
                <a:path w="3076" h="606" extrusionOk="0">
                  <a:moveTo>
                    <a:pt x="0" y="1"/>
                  </a:moveTo>
                  <a:lnTo>
                    <a:pt x="0" y="606"/>
                  </a:lnTo>
                  <a:lnTo>
                    <a:pt x="3076" y="606"/>
                  </a:lnTo>
                  <a:lnTo>
                    <a:pt x="3076"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98"/>
            <p:cNvSpPr/>
            <p:nvPr/>
          </p:nvSpPr>
          <p:spPr>
            <a:xfrm>
              <a:off x="6971363" y="3767500"/>
              <a:ext cx="76900" cy="14900"/>
            </a:xfrm>
            <a:custGeom>
              <a:avLst/>
              <a:gdLst/>
              <a:ahLst/>
              <a:cxnLst/>
              <a:rect l="l" t="t" r="r" b="b"/>
              <a:pathLst>
                <a:path w="3076" h="596" extrusionOk="0">
                  <a:moveTo>
                    <a:pt x="0" y="1"/>
                  </a:moveTo>
                  <a:lnTo>
                    <a:pt x="0" y="595"/>
                  </a:lnTo>
                  <a:lnTo>
                    <a:pt x="3076" y="595"/>
                  </a:lnTo>
                  <a:lnTo>
                    <a:pt x="3076"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98"/>
            <p:cNvSpPr/>
            <p:nvPr/>
          </p:nvSpPr>
          <p:spPr>
            <a:xfrm>
              <a:off x="7048238" y="3702400"/>
              <a:ext cx="87675" cy="14900"/>
            </a:xfrm>
            <a:custGeom>
              <a:avLst/>
              <a:gdLst/>
              <a:ahLst/>
              <a:cxnLst/>
              <a:rect l="l" t="t" r="r" b="b"/>
              <a:pathLst>
                <a:path w="3507" h="596" extrusionOk="0">
                  <a:moveTo>
                    <a:pt x="1" y="1"/>
                  </a:moveTo>
                  <a:lnTo>
                    <a:pt x="1" y="595"/>
                  </a:lnTo>
                  <a:lnTo>
                    <a:pt x="3507" y="595"/>
                  </a:lnTo>
                  <a:lnTo>
                    <a:pt x="3507"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98"/>
            <p:cNvSpPr/>
            <p:nvPr/>
          </p:nvSpPr>
          <p:spPr>
            <a:xfrm>
              <a:off x="7178688" y="3730075"/>
              <a:ext cx="76925" cy="13875"/>
            </a:xfrm>
            <a:custGeom>
              <a:avLst/>
              <a:gdLst/>
              <a:ahLst/>
              <a:cxnLst/>
              <a:rect l="l" t="t" r="r" b="b"/>
              <a:pathLst>
                <a:path w="3077" h="555" extrusionOk="0">
                  <a:moveTo>
                    <a:pt x="1" y="1"/>
                  </a:moveTo>
                  <a:lnTo>
                    <a:pt x="1" y="555"/>
                  </a:lnTo>
                  <a:lnTo>
                    <a:pt x="3076" y="555"/>
                  </a:lnTo>
                  <a:lnTo>
                    <a:pt x="3076"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98"/>
            <p:cNvSpPr/>
            <p:nvPr/>
          </p:nvSpPr>
          <p:spPr>
            <a:xfrm>
              <a:off x="7178688" y="3773900"/>
              <a:ext cx="76925" cy="14900"/>
            </a:xfrm>
            <a:custGeom>
              <a:avLst/>
              <a:gdLst/>
              <a:ahLst/>
              <a:cxnLst/>
              <a:rect l="l" t="t" r="r" b="b"/>
              <a:pathLst>
                <a:path w="3077" h="596" extrusionOk="0">
                  <a:moveTo>
                    <a:pt x="1" y="1"/>
                  </a:moveTo>
                  <a:lnTo>
                    <a:pt x="1" y="596"/>
                  </a:lnTo>
                  <a:lnTo>
                    <a:pt x="3076" y="596"/>
                  </a:lnTo>
                  <a:lnTo>
                    <a:pt x="3076"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98"/>
            <p:cNvSpPr/>
            <p:nvPr/>
          </p:nvSpPr>
          <p:spPr>
            <a:xfrm>
              <a:off x="7002363" y="3817550"/>
              <a:ext cx="15150" cy="25850"/>
            </a:xfrm>
            <a:custGeom>
              <a:avLst/>
              <a:gdLst/>
              <a:ahLst/>
              <a:cxnLst/>
              <a:rect l="l" t="t" r="r" b="b"/>
              <a:pathLst>
                <a:path w="606" h="1034" extrusionOk="0">
                  <a:moveTo>
                    <a:pt x="324" y="0"/>
                  </a:moveTo>
                  <a:cubicBezTo>
                    <a:pt x="302" y="0"/>
                    <a:pt x="280" y="3"/>
                    <a:pt x="257" y="8"/>
                  </a:cubicBezTo>
                  <a:cubicBezTo>
                    <a:pt x="93" y="8"/>
                    <a:pt x="1" y="131"/>
                    <a:pt x="1" y="305"/>
                  </a:cubicBezTo>
                  <a:lnTo>
                    <a:pt x="1" y="736"/>
                  </a:lnTo>
                  <a:cubicBezTo>
                    <a:pt x="1" y="859"/>
                    <a:pt x="93" y="992"/>
                    <a:pt x="257" y="1033"/>
                  </a:cubicBezTo>
                  <a:cubicBezTo>
                    <a:pt x="431" y="1033"/>
                    <a:pt x="606" y="900"/>
                    <a:pt x="606" y="736"/>
                  </a:cubicBezTo>
                  <a:lnTo>
                    <a:pt x="606" y="305"/>
                  </a:lnTo>
                  <a:cubicBezTo>
                    <a:pt x="606" y="118"/>
                    <a:pt x="473" y="0"/>
                    <a:pt x="324"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98"/>
            <p:cNvSpPr/>
            <p:nvPr/>
          </p:nvSpPr>
          <p:spPr>
            <a:xfrm>
              <a:off x="7084638" y="3762950"/>
              <a:ext cx="14900" cy="36625"/>
            </a:xfrm>
            <a:custGeom>
              <a:avLst/>
              <a:gdLst/>
              <a:ahLst/>
              <a:cxnLst/>
              <a:rect l="l" t="t" r="r" b="b"/>
              <a:pathLst>
                <a:path w="596" h="1465" extrusionOk="0">
                  <a:moveTo>
                    <a:pt x="293" y="1"/>
                  </a:moveTo>
                  <a:cubicBezTo>
                    <a:pt x="268" y="1"/>
                    <a:pt x="243" y="3"/>
                    <a:pt x="216" y="8"/>
                  </a:cubicBezTo>
                  <a:cubicBezTo>
                    <a:pt x="83" y="8"/>
                    <a:pt x="1" y="142"/>
                    <a:pt x="1" y="316"/>
                  </a:cubicBezTo>
                  <a:lnTo>
                    <a:pt x="1" y="1167"/>
                  </a:lnTo>
                  <a:cubicBezTo>
                    <a:pt x="1" y="1290"/>
                    <a:pt x="83" y="1423"/>
                    <a:pt x="216" y="1464"/>
                  </a:cubicBezTo>
                  <a:cubicBezTo>
                    <a:pt x="431" y="1464"/>
                    <a:pt x="595" y="1341"/>
                    <a:pt x="595" y="1167"/>
                  </a:cubicBezTo>
                  <a:lnTo>
                    <a:pt x="595" y="265"/>
                  </a:lnTo>
                  <a:cubicBezTo>
                    <a:pt x="595" y="121"/>
                    <a:pt x="469" y="1"/>
                    <a:pt x="29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98"/>
            <p:cNvSpPr/>
            <p:nvPr/>
          </p:nvSpPr>
          <p:spPr>
            <a:xfrm>
              <a:off x="6941638" y="3657550"/>
              <a:ext cx="344975" cy="345050"/>
            </a:xfrm>
            <a:custGeom>
              <a:avLst/>
              <a:gdLst/>
              <a:ahLst/>
              <a:cxnLst/>
              <a:rect l="l" t="t" r="r" b="b"/>
              <a:pathLst>
                <a:path w="13799" h="13802" extrusionOk="0">
                  <a:moveTo>
                    <a:pt x="7474" y="595"/>
                  </a:moveTo>
                  <a:lnTo>
                    <a:pt x="7474" y="7474"/>
                  </a:lnTo>
                  <a:lnTo>
                    <a:pt x="4572" y="7474"/>
                  </a:lnTo>
                  <a:lnTo>
                    <a:pt x="4572" y="1200"/>
                  </a:lnTo>
                  <a:lnTo>
                    <a:pt x="4572" y="595"/>
                  </a:lnTo>
                  <a:close/>
                  <a:moveTo>
                    <a:pt x="12261" y="1713"/>
                  </a:moveTo>
                  <a:lnTo>
                    <a:pt x="12261" y="7474"/>
                  </a:lnTo>
                  <a:lnTo>
                    <a:pt x="9780" y="7474"/>
                  </a:lnTo>
                  <a:lnTo>
                    <a:pt x="9780" y="1713"/>
                  </a:lnTo>
                  <a:close/>
                  <a:moveTo>
                    <a:pt x="3968" y="1498"/>
                  </a:moveTo>
                  <a:lnTo>
                    <a:pt x="3968" y="9227"/>
                  </a:lnTo>
                  <a:lnTo>
                    <a:pt x="1497" y="9227"/>
                  </a:lnTo>
                  <a:lnTo>
                    <a:pt x="1497" y="1498"/>
                  </a:lnTo>
                  <a:close/>
                  <a:moveTo>
                    <a:pt x="7474" y="8069"/>
                  </a:moveTo>
                  <a:lnTo>
                    <a:pt x="7474" y="9227"/>
                  </a:lnTo>
                  <a:lnTo>
                    <a:pt x="4572" y="9227"/>
                  </a:lnTo>
                  <a:lnTo>
                    <a:pt x="4572" y="8069"/>
                  </a:lnTo>
                  <a:close/>
                  <a:moveTo>
                    <a:pt x="12261" y="8069"/>
                  </a:moveTo>
                  <a:lnTo>
                    <a:pt x="12261" y="9227"/>
                  </a:lnTo>
                  <a:lnTo>
                    <a:pt x="9780" y="9227"/>
                  </a:lnTo>
                  <a:lnTo>
                    <a:pt x="9780" y="8069"/>
                  </a:lnTo>
                  <a:close/>
                  <a:moveTo>
                    <a:pt x="13194" y="9822"/>
                  </a:moveTo>
                  <a:lnTo>
                    <a:pt x="13194" y="10980"/>
                  </a:lnTo>
                  <a:lnTo>
                    <a:pt x="595" y="10980"/>
                  </a:lnTo>
                  <a:lnTo>
                    <a:pt x="595" y="9822"/>
                  </a:lnTo>
                  <a:close/>
                  <a:moveTo>
                    <a:pt x="3332" y="11575"/>
                  </a:moveTo>
                  <a:lnTo>
                    <a:pt x="3332" y="12600"/>
                  </a:lnTo>
                  <a:cubicBezTo>
                    <a:pt x="3332" y="12913"/>
                    <a:pt x="3077" y="13200"/>
                    <a:pt x="2763" y="13200"/>
                  </a:cubicBezTo>
                  <a:cubicBezTo>
                    <a:pt x="2737" y="13200"/>
                    <a:pt x="2712" y="13198"/>
                    <a:pt x="2686" y="13194"/>
                  </a:cubicBezTo>
                  <a:cubicBezTo>
                    <a:pt x="2389" y="13153"/>
                    <a:pt x="2174" y="12897"/>
                    <a:pt x="2174" y="12600"/>
                  </a:cubicBezTo>
                  <a:lnTo>
                    <a:pt x="2174" y="11575"/>
                  </a:lnTo>
                  <a:close/>
                  <a:moveTo>
                    <a:pt x="11615" y="11575"/>
                  </a:moveTo>
                  <a:lnTo>
                    <a:pt x="11615" y="12600"/>
                  </a:lnTo>
                  <a:cubicBezTo>
                    <a:pt x="11615" y="12913"/>
                    <a:pt x="11360" y="13200"/>
                    <a:pt x="11054" y="13200"/>
                  </a:cubicBezTo>
                  <a:cubicBezTo>
                    <a:pt x="11029" y="13200"/>
                    <a:pt x="11005" y="13198"/>
                    <a:pt x="10980" y="13194"/>
                  </a:cubicBezTo>
                  <a:cubicBezTo>
                    <a:pt x="10672" y="13153"/>
                    <a:pt x="10467" y="12897"/>
                    <a:pt x="10467" y="12600"/>
                  </a:cubicBezTo>
                  <a:lnTo>
                    <a:pt x="10467" y="11575"/>
                  </a:lnTo>
                  <a:close/>
                  <a:moveTo>
                    <a:pt x="4265" y="1"/>
                  </a:moveTo>
                  <a:cubicBezTo>
                    <a:pt x="4101" y="1"/>
                    <a:pt x="3968" y="124"/>
                    <a:pt x="3968" y="298"/>
                  </a:cubicBezTo>
                  <a:lnTo>
                    <a:pt x="3968" y="944"/>
                  </a:lnTo>
                  <a:lnTo>
                    <a:pt x="1189" y="944"/>
                  </a:lnTo>
                  <a:cubicBezTo>
                    <a:pt x="1025" y="944"/>
                    <a:pt x="892" y="1067"/>
                    <a:pt x="892" y="1200"/>
                  </a:cubicBezTo>
                  <a:lnTo>
                    <a:pt x="892" y="9227"/>
                  </a:lnTo>
                  <a:lnTo>
                    <a:pt x="257" y="9227"/>
                  </a:lnTo>
                  <a:cubicBezTo>
                    <a:pt x="123" y="9227"/>
                    <a:pt x="0" y="9350"/>
                    <a:pt x="0" y="9524"/>
                  </a:cubicBezTo>
                  <a:lnTo>
                    <a:pt x="0" y="11277"/>
                  </a:lnTo>
                  <a:cubicBezTo>
                    <a:pt x="0" y="11452"/>
                    <a:pt x="123" y="11575"/>
                    <a:pt x="257" y="11575"/>
                  </a:cubicBezTo>
                  <a:lnTo>
                    <a:pt x="1579" y="11575"/>
                  </a:lnTo>
                  <a:lnTo>
                    <a:pt x="1579" y="12600"/>
                  </a:lnTo>
                  <a:cubicBezTo>
                    <a:pt x="1579" y="13263"/>
                    <a:pt x="2095" y="13801"/>
                    <a:pt x="2748" y="13801"/>
                  </a:cubicBezTo>
                  <a:cubicBezTo>
                    <a:pt x="2772" y="13801"/>
                    <a:pt x="2795" y="13801"/>
                    <a:pt x="2819" y="13799"/>
                  </a:cubicBezTo>
                  <a:cubicBezTo>
                    <a:pt x="3414" y="13758"/>
                    <a:pt x="3886" y="13246"/>
                    <a:pt x="3886" y="12600"/>
                  </a:cubicBezTo>
                  <a:lnTo>
                    <a:pt x="3886" y="11575"/>
                  </a:lnTo>
                  <a:lnTo>
                    <a:pt x="9862" y="11575"/>
                  </a:lnTo>
                  <a:lnTo>
                    <a:pt x="9862" y="12600"/>
                  </a:lnTo>
                  <a:cubicBezTo>
                    <a:pt x="9862" y="13263"/>
                    <a:pt x="10378" y="13801"/>
                    <a:pt x="11031" y="13801"/>
                  </a:cubicBezTo>
                  <a:cubicBezTo>
                    <a:pt x="11055" y="13801"/>
                    <a:pt x="11079" y="13801"/>
                    <a:pt x="11103" y="13799"/>
                  </a:cubicBezTo>
                  <a:cubicBezTo>
                    <a:pt x="11748" y="13758"/>
                    <a:pt x="12210" y="13246"/>
                    <a:pt x="12210" y="12600"/>
                  </a:cubicBezTo>
                  <a:lnTo>
                    <a:pt x="12210" y="11575"/>
                  </a:lnTo>
                  <a:lnTo>
                    <a:pt x="13491" y="11575"/>
                  </a:lnTo>
                  <a:cubicBezTo>
                    <a:pt x="13624" y="11575"/>
                    <a:pt x="13799" y="11452"/>
                    <a:pt x="13799" y="11277"/>
                  </a:cubicBezTo>
                  <a:lnTo>
                    <a:pt x="13799" y="9524"/>
                  </a:lnTo>
                  <a:cubicBezTo>
                    <a:pt x="13799" y="9350"/>
                    <a:pt x="13624" y="9227"/>
                    <a:pt x="13491" y="9227"/>
                  </a:cubicBezTo>
                  <a:lnTo>
                    <a:pt x="12856" y="9227"/>
                  </a:lnTo>
                  <a:lnTo>
                    <a:pt x="12856" y="1457"/>
                  </a:lnTo>
                  <a:cubicBezTo>
                    <a:pt x="12856" y="1282"/>
                    <a:pt x="12722" y="1149"/>
                    <a:pt x="12558" y="1149"/>
                  </a:cubicBezTo>
                  <a:lnTo>
                    <a:pt x="9483" y="1149"/>
                  </a:lnTo>
                  <a:cubicBezTo>
                    <a:pt x="9350" y="1149"/>
                    <a:pt x="9227" y="1282"/>
                    <a:pt x="9227" y="1457"/>
                  </a:cubicBezTo>
                  <a:lnTo>
                    <a:pt x="9227" y="9227"/>
                  </a:lnTo>
                  <a:lnTo>
                    <a:pt x="8027" y="9227"/>
                  </a:lnTo>
                  <a:lnTo>
                    <a:pt x="8027" y="298"/>
                  </a:lnTo>
                  <a:cubicBezTo>
                    <a:pt x="8027" y="124"/>
                    <a:pt x="7904" y="1"/>
                    <a:pt x="777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3" name="Google Shape;1283;p98"/>
          <p:cNvGrpSpPr/>
          <p:nvPr/>
        </p:nvGrpSpPr>
        <p:grpSpPr>
          <a:xfrm>
            <a:off x="6290138" y="3657550"/>
            <a:ext cx="343975" cy="345000"/>
            <a:chOff x="6290138" y="3657550"/>
            <a:chExt cx="343975" cy="345000"/>
          </a:xfrm>
        </p:grpSpPr>
        <p:sp>
          <p:nvSpPr>
            <p:cNvPr id="1284" name="Google Shape;1284;p98"/>
            <p:cNvSpPr/>
            <p:nvPr/>
          </p:nvSpPr>
          <p:spPr>
            <a:xfrm>
              <a:off x="6358588" y="3790050"/>
              <a:ext cx="207100" cy="87425"/>
            </a:xfrm>
            <a:custGeom>
              <a:avLst/>
              <a:gdLst/>
              <a:ahLst/>
              <a:cxnLst/>
              <a:rect l="l" t="t" r="r" b="b"/>
              <a:pathLst>
                <a:path w="8284" h="3497" extrusionOk="0">
                  <a:moveTo>
                    <a:pt x="4142" y="1"/>
                  </a:moveTo>
                  <a:cubicBezTo>
                    <a:pt x="2132" y="1"/>
                    <a:pt x="379" y="1405"/>
                    <a:pt x="0" y="3415"/>
                  </a:cubicBezTo>
                  <a:lnTo>
                    <a:pt x="595" y="3497"/>
                  </a:lnTo>
                  <a:cubicBezTo>
                    <a:pt x="892" y="1836"/>
                    <a:pt x="2430" y="595"/>
                    <a:pt x="4142" y="595"/>
                  </a:cubicBezTo>
                  <a:cubicBezTo>
                    <a:pt x="5895" y="595"/>
                    <a:pt x="7391" y="1836"/>
                    <a:pt x="7730" y="3497"/>
                  </a:cubicBezTo>
                  <a:lnTo>
                    <a:pt x="8283" y="3415"/>
                  </a:lnTo>
                  <a:cubicBezTo>
                    <a:pt x="7904" y="1405"/>
                    <a:pt x="6192" y="1"/>
                    <a:pt x="41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98"/>
            <p:cNvSpPr/>
            <p:nvPr/>
          </p:nvSpPr>
          <p:spPr>
            <a:xfrm>
              <a:off x="6290138" y="3746225"/>
              <a:ext cx="343975" cy="256325"/>
            </a:xfrm>
            <a:custGeom>
              <a:avLst/>
              <a:gdLst/>
              <a:ahLst/>
              <a:cxnLst/>
              <a:rect l="l" t="t" r="r" b="b"/>
              <a:pathLst>
                <a:path w="13759" h="10253" extrusionOk="0">
                  <a:moveTo>
                    <a:pt x="6880" y="595"/>
                  </a:moveTo>
                  <a:cubicBezTo>
                    <a:pt x="9525" y="595"/>
                    <a:pt x="11749" y="2471"/>
                    <a:pt x="12221" y="5034"/>
                  </a:cubicBezTo>
                  <a:lnTo>
                    <a:pt x="12180" y="5034"/>
                  </a:lnTo>
                  <a:cubicBezTo>
                    <a:pt x="11196" y="5034"/>
                    <a:pt x="10170" y="4870"/>
                    <a:pt x="9186" y="4522"/>
                  </a:cubicBezTo>
                  <a:lnTo>
                    <a:pt x="9104" y="4522"/>
                  </a:lnTo>
                  <a:cubicBezTo>
                    <a:pt x="9012" y="4481"/>
                    <a:pt x="8930" y="4440"/>
                    <a:pt x="8848" y="4440"/>
                  </a:cubicBezTo>
                  <a:cubicBezTo>
                    <a:pt x="8335" y="3845"/>
                    <a:pt x="7649" y="3497"/>
                    <a:pt x="6880" y="3497"/>
                  </a:cubicBezTo>
                  <a:cubicBezTo>
                    <a:pt x="6111" y="3497"/>
                    <a:pt x="5424" y="3845"/>
                    <a:pt x="4952" y="4440"/>
                  </a:cubicBezTo>
                  <a:cubicBezTo>
                    <a:pt x="4870" y="4440"/>
                    <a:pt x="4747" y="4481"/>
                    <a:pt x="4655" y="4522"/>
                  </a:cubicBezTo>
                  <a:lnTo>
                    <a:pt x="4573" y="4522"/>
                  </a:lnTo>
                  <a:cubicBezTo>
                    <a:pt x="3630" y="4870"/>
                    <a:pt x="2605" y="5034"/>
                    <a:pt x="1580" y="5034"/>
                  </a:cubicBezTo>
                  <a:cubicBezTo>
                    <a:pt x="2051" y="2471"/>
                    <a:pt x="4235" y="595"/>
                    <a:pt x="6880" y="595"/>
                  </a:cubicBezTo>
                  <a:close/>
                  <a:moveTo>
                    <a:pt x="6880" y="4101"/>
                  </a:moveTo>
                  <a:cubicBezTo>
                    <a:pt x="7259" y="4101"/>
                    <a:pt x="7649" y="4183"/>
                    <a:pt x="7946" y="4440"/>
                  </a:cubicBezTo>
                  <a:cubicBezTo>
                    <a:pt x="7515" y="4522"/>
                    <a:pt x="7136" y="4829"/>
                    <a:pt x="6880" y="5168"/>
                  </a:cubicBezTo>
                  <a:cubicBezTo>
                    <a:pt x="6623" y="4829"/>
                    <a:pt x="6285" y="4522"/>
                    <a:pt x="5814" y="4440"/>
                  </a:cubicBezTo>
                  <a:cubicBezTo>
                    <a:pt x="6111" y="4183"/>
                    <a:pt x="6490" y="4101"/>
                    <a:pt x="6880" y="4101"/>
                  </a:cubicBezTo>
                  <a:close/>
                  <a:moveTo>
                    <a:pt x="5424" y="4952"/>
                  </a:moveTo>
                  <a:cubicBezTo>
                    <a:pt x="6070" y="4952"/>
                    <a:pt x="6582" y="5506"/>
                    <a:pt x="6582" y="6152"/>
                  </a:cubicBezTo>
                  <a:lnTo>
                    <a:pt x="6582" y="7136"/>
                  </a:lnTo>
                  <a:cubicBezTo>
                    <a:pt x="6193" y="6880"/>
                    <a:pt x="5773" y="6787"/>
                    <a:pt x="5301" y="6787"/>
                  </a:cubicBezTo>
                  <a:lnTo>
                    <a:pt x="1067" y="6787"/>
                  </a:lnTo>
                  <a:lnTo>
                    <a:pt x="1067" y="6152"/>
                  </a:lnTo>
                  <a:cubicBezTo>
                    <a:pt x="1067" y="5854"/>
                    <a:pt x="1282" y="5598"/>
                    <a:pt x="1580" y="5598"/>
                  </a:cubicBezTo>
                  <a:cubicBezTo>
                    <a:pt x="2646" y="5598"/>
                    <a:pt x="3722" y="5424"/>
                    <a:pt x="4788" y="5086"/>
                  </a:cubicBezTo>
                  <a:lnTo>
                    <a:pt x="4870" y="5086"/>
                  </a:lnTo>
                  <a:cubicBezTo>
                    <a:pt x="5086" y="4993"/>
                    <a:pt x="5209" y="4952"/>
                    <a:pt x="5424" y="4952"/>
                  </a:cubicBezTo>
                  <a:close/>
                  <a:moveTo>
                    <a:pt x="8376" y="4952"/>
                  </a:moveTo>
                  <a:cubicBezTo>
                    <a:pt x="8592" y="4952"/>
                    <a:pt x="8715" y="4993"/>
                    <a:pt x="8930" y="5086"/>
                  </a:cubicBezTo>
                  <a:lnTo>
                    <a:pt x="9012" y="5086"/>
                  </a:lnTo>
                  <a:cubicBezTo>
                    <a:pt x="10037" y="5424"/>
                    <a:pt x="11103" y="5598"/>
                    <a:pt x="12221" y="5598"/>
                  </a:cubicBezTo>
                  <a:cubicBezTo>
                    <a:pt x="12477" y="5598"/>
                    <a:pt x="12733" y="5854"/>
                    <a:pt x="12733" y="6152"/>
                  </a:cubicBezTo>
                  <a:lnTo>
                    <a:pt x="12733" y="6787"/>
                  </a:lnTo>
                  <a:lnTo>
                    <a:pt x="8458" y="6787"/>
                  </a:lnTo>
                  <a:cubicBezTo>
                    <a:pt x="8028" y="6787"/>
                    <a:pt x="7567" y="6880"/>
                    <a:pt x="7177" y="7136"/>
                  </a:cubicBezTo>
                  <a:lnTo>
                    <a:pt x="7177" y="6152"/>
                  </a:lnTo>
                  <a:cubicBezTo>
                    <a:pt x="7177" y="5506"/>
                    <a:pt x="7690" y="4952"/>
                    <a:pt x="8376" y="4952"/>
                  </a:cubicBezTo>
                  <a:close/>
                  <a:moveTo>
                    <a:pt x="5301" y="7341"/>
                  </a:moveTo>
                  <a:cubicBezTo>
                    <a:pt x="5814" y="7392"/>
                    <a:pt x="6326" y="7556"/>
                    <a:pt x="6664" y="7946"/>
                  </a:cubicBezTo>
                  <a:cubicBezTo>
                    <a:pt x="6746" y="7987"/>
                    <a:pt x="6798" y="8028"/>
                    <a:pt x="6880" y="8028"/>
                  </a:cubicBezTo>
                  <a:cubicBezTo>
                    <a:pt x="6962" y="8028"/>
                    <a:pt x="7054" y="7987"/>
                    <a:pt x="7095" y="7946"/>
                  </a:cubicBezTo>
                  <a:cubicBezTo>
                    <a:pt x="7474" y="7556"/>
                    <a:pt x="8458" y="7392"/>
                    <a:pt x="8458" y="7392"/>
                  </a:cubicBezTo>
                  <a:lnTo>
                    <a:pt x="13205" y="7392"/>
                  </a:lnTo>
                  <a:lnTo>
                    <a:pt x="13205" y="8540"/>
                  </a:lnTo>
                  <a:lnTo>
                    <a:pt x="8243" y="8540"/>
                  </a:lnTo>
                  <a:cubicBezTo>
                    <a:pt x="7946" y="8540"/>
                    <a:pt x="7690" y="8715"/>
                    <a:pt x="7649" y="9012"/>
                  </a:cubicBezTo>
                  <a:cubicBezTo>
                    <a:pt x="7567" y="9350"/>
                    <a:pt x="7259" y="9606"/>
                    <a:pt x="6880" y="9606"/>
                  </a:cubicBezTo>
                  <a:cubicBezTo>
                    <a:pt x="6541" y="9606"/>
                    <a:pt x="6193" y="9350"/>
                    <a:pt x="6152" y="9012"/>
                  </a:cubicBezTo>
                  <a:cubicBezTo>
                    <a:pt x="6070" y="8715"/>
                    <a:pt x="5814" y="8540"/>
                    <a:pt x="5516" y="8540"/>
                  </a:cubicBezTo>
                  <a:lnTo>
                    <a:pt x="596" y="8540"/>
                  </a:lnTo>
                  <a:lnTo>
                    <a:pt x="596" y="7341"/>
                  </a:lnTo>
                  <a:close/>
                  <a:moveTo>
                    <a:pt x="6921" y="1"/>
                  </a:moveTo>
                  <a:cubicBezTo>
                    <a:pt x="5424" y="1"/>
                    <a:pt x="3979" y="554"/>
                    <a:pt x="2861" y="1539"/>
                  </a:cubicBezTo>
                  <a:cubicBezTo>
                    <a:pt x="1836" y="2523"/>
                    <a:pt x="1159" y="3804"/>
                    <a:pt x="985" y="5209"/>
                  </a:cubicBezTo>
                  <a:cubicBezTo>
                    <a:pt x="688" y="5424"/>
                    <a:pt x="473" y="5762"/>
                    <a:pt x="473" y="6152"/>
                  </a:cubicBezTo>
                  <a:lnTo>
                    <a:pt x="473" y="6787"/>
                  </a:lnTo>
                  <a:lnTo>
                    <a:pt x="298" y="6787"/>
                  </a:lnTo>
                  <a:cubicBezTo>
                    <a:pt x="134" y="6787"/>
                    <a:pt x="1" y="6921"/>
                    <a:pt x="1" y="7085"/>
                  </a:cubicBezTo>
                  <a:lnTo>
                    <a:pt x="1" y="8797"/>
                  </a:lnTo>
                  <a:cubicBezTo>
                    <a:pt x="1" y="8971"/>
                    <a:pt x="134" y="9094"/>
                    <a:pt x="298" y="9094"/>
                  </a:cubicBezTo>
                  <a:lnTo>
                    <a:pt x="5516" y="9094"/>
                  </a:lnTo>
                  <a:cubicBezTo>
                    <a:pt x="5557" y="9094"/>
                    <a:pt x="5557" y="9135"/>
                    <a:pt x="5557" y="9135"/>
                  </a:cubicBezTo>
                  <a:cubicBezTo>
                    <a:pt x="5680" y="9781"/>
                    <a:pt x="6234" y="10252"/>
                    <a:pt x="6880" y="10252"/>
                  </a:cubicBezTo>
                  <a:cubicBezTo>
                    <a:pt x="7515" y="10252"/>
                    <a:pt x="8120" y="9781"/>
                    <a:pt x="8202" y="9135"/>
                  </a:cubicBezTo>
                  <a:cubicBezTo>
                    <a:pt x="8243" y="9135"/>
                    <a:pt x="8243" y="9094"/>
                    <a:pt x="8243" y="9094"/>
                  </a:cubicBezTo>
                  <a:lnTo>
                    <a:pt x="13502" y="9094"/>
                  </a:lnTo>
                  <a:cubicBezTo>
                    <a:pt x="13625" y="9094"/>
                    <a:pt x="13758" y="8971"/>
                    <a:pt x="13758" y="8797"/>
                  </a:cubicBezTo>
                  <a:lnTo>
                    <a:pt x="13758" y="7044"/>
                  </a:lnTo>
                  <a:cubicBezTo>
                    <a:pt x="13758" y="6921"/>
                    <a:pt x="13625" y="6787"/>
                    <a:pt x="13502" y="6787"/>
                  </a:cubicBezTo>
                  <a:lnTo>
                    <a:pt x="13328" y="6787"/>
                  </a:lnTo>
                  <a:lnTo>
                    <a:pt x="13328" y="6152"/>
                  </a:lnTo>
                  <a:cubicBezTo>
                    <a:pt x="13328" y="5762"/>
                    <a:pt x="13113" y="5424"/>
                    <a:pt x="12815" y="5209"/>
                  </a:cubicBezTo>
                  <a:cubicBezTo>
                    <a:pt x="12641" y="3804"/>
                    <a:pt x="11964" y="2523"/>
                    <a:pt x="10939" y="1539"/>
                  </a:cubicBezTo>
                  <a:cubicBezTo>
                    <a:pt x="9822" y="554"/>
                    <a:pt x="8376" y="1"/>
                    <a:pt x="692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98"/>
            <p:cNvSpPr/>
            <p:nvPr/>
          </p:nvSpPr>
          <p:spPr>
            <a:xfrm>
              <a:off x="6290138" y="3657550"/>
              <a:ext cx="81275" cy="92800"/>
            </a:xfrm>
            <a:custGeom>
              <a:avLst/>
              <a:gdLst/>
              <a:ahLst/>
              <a:cxnLst/>
              <a:rect l="l" t="t" r="r" b="b"/>
              <a:pathLst>
                <a:path w="3251" h="3712" extrusionOk="0">
                  <a:moveTo>
                    <a:pt x="1621" y="1149"/>
                  </a:moveTo>
                  <a:cubicBezTo>
                    <a:pt x="1795" y="1405"/>
                    <a:pt x="2051" y="1662"/>
                    <a:pt x="2308" y="1877"/>
                  </a:cubicBezTo>
                  <a:cubicBezTo>
                    <a:pt x="2051" y="2051"/>
                    <a:pt x="1795" y="2307"/>
                    <a:pt x="1621" y="2605"/>
                  </a:cubicBezTo>
                  <a:cubicBezTo>
                    <a:pt x="1457" y="2307"/>
                    <a:pt x="1241" y="2051"/>
                    <a:pt x="944" y="1877"/>
                  </a:cubicBezTo>
                  <a:cubicBezTo>
                    <a:pt x="1241" y="1662"/>
                    <a:pt x="1457" y="1405"/>
                    <a:pt x="1621" y="1149"/>
                  </a:cubicBezTo>
                  <a:close/>
                  <a:moveTo>
                    <a:pt x="1621" y="1"/>
                  </a:moveTo>
                  <a:cubicBezTo>
                    <a:pt x="1498" y="1"/>
                    <a:pt x="1364" y="124"/>
                    <a:pt x="1364" y="257"/>
                  </a:cubicBezTo>
                  <a:cubicBezTo>
                    <a:pt x="1241" y="852"/>
                    <a:pt x="811" y="1323"/>
                    <a:pt x="257" y="1580"/>
                  </a:cubicBezTo>
                  <a:lnTo>
                    <a:pt x="175" y="1580"/>
                  </a:lnTo>
                  <a:cubicBezTo>
                    <a:pt x="83" y="1621"/>
                    <a:pt x="1" y="1754"/>
                    <a:pt x="1" y="1877"/>
                  </a:cubicBezTo>
                  <a:cubicBezTo>
                    <a:pt x="1" y="2010"/>
                    <a:pt x="83" y="2092"/>
                    <a:pt x="175" y="2133"/>
                  </a:cubicBezTo>
                  <a:lnTo>
                    <a:pt x="257" y="2174"/>
                  </a:lnTo>
                  <a:cubicBezTo>
                    <a:pt x="811" y="2389"/>
                    <a:pt x="1241" y="2861"/>
                    <a:pt x="1364" y="3456"/>
                  </a:cubicBezTo>
                  <a:cubicBezTo>
                    <a:pt x="1364" y="3589"/>
                    <a:pt x="1498" y="3712"/>
                    <a:pt x="1621" y="3712"/>
                  </a:cubicBezTo>
                  <a:cubicBezTo>
                    <a:pt x="1795" y="3712"/>
                    <a:pt x="1877" y="3589"/>
                    <a:pt x="1928" y="3456"/>
                  </a:cubicBezTo>
                  <a:cubicBezTo>
                    <a:pt x="2051" y="2861"/>
                    <a:pt x="2441" y="2389"/>
                    <a:pt x="2994" y="2174"/>
                  </a:cubicBezTo>
                  <a:lnTo>
                    <a:pt x="3076" y="2133"/>
                  </a:lnTo>
                  <a:cubicBezTo>
                    <a:pt x="3158" y="2092"/>
                    <a:pt x="3251" y="2010"/>
                    <a:pt x="3251" y="1877"/>
                  </a:cubicBezTo>
                  <a:cubicBezTo>
                    <a:pt x="3251" y="1754"/>
                    <a:pt x="3158" y="1621"/>
                    <a:pt x="3076" y="1580"/>
                  </a:cubicBezTo>
                  <a:lnTo>
                    <a:pt x="2994" y="1580"/>
                  </a:lnTo>
                  <a:cubicBezTo>
                    <a:pt x="2441" y="1323"/>
                    <a:pt x="2051" y="852"/>
                    <a:pt x="1928" y="257"/>
                  </a:cubicBezTo>
                  <a:cubicBezTo>
                    <a:pt x="1928" y="124"/>
                    <a:pt x="1795" y="1"/>
                    <a:pt x="162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98"/>
            <p:cNvSpPr/>
            <p:nvPr/>
          </p:nvSpPr>
          <p:spPr>
            <a:xfrm>
              <a:off x="6552838" y="3679850"/>
              <a:ext cx="81275" cy="92025"/>
            </a:xfrm>
            <a:custGeom>
              <a:avLst/>
              <a:gdLst/>
              <a:ahLst/>
              <a:cxnLst/>
              <a:rect l="l" t="t" r="r" b="b"/>
              <a:pathLst>
                <a:path w="3251" h="3681" extrusionOk="0">
                  <a:moveTo>
                    <a:pt x="1620" y="1118"/>
                  </a:moveTo>
                  <a:cubicBezTo>
                    <a:pt x="1795" y="1415"/>
                    <a:pt x="2051" y="1672"/>
                    <a:pt x="2307" y="1846"/>
                  </a:cubicBezTo>
                  <a:cubicBezTo>
                    <a:pt x="2051" y="2051"/>
                    <a:pt x="1795" y="2266"/>
                    <a:pt x="1620" y="2564"/>
                  </a:cubicBezTo>
                  <a:cubicBezTo>
                    <a:pt x="1456" y="2266"/>
                    <a:pt x="1241" y="2051"/>
                    <a:pt x="944" y="1846"/>
                  </a:cubicBezTo>
                  <a:cubicBezTo>
                    <a:pt x="1241" y="1672"/>
                    <a:pt x="1456" y="1415"/>
                    <a:pt x="1620" y="1118"/>
                  </a:cubicBezTo>
                  <a:close/>
                  <a:moveTo>
                    <a:pt x="1620" y="1"/>
                  </a:moveTo>
                  <a:cubicBezTo>
                    <a:pt x="1497" y="1"/>
                    <a:pt x="1364" y="93"/>
                    <a:pt x="1323" y="216"/>
                  </a:cubicBezTo>
                  <a:cubicBezTo>
                    <a:pt x="1241" y="862"/>
                    <a:pt x="811" y="1333"/>
                    <a:pt x="257" y="1538"/>
                  </a:cubicBezTo>
                  <a:lnTo>
                    <a:pt x="216" y="1590"/>
                  </a:lnTo>
                  <a:cubicBezTo>
                    <a:pt x="83" y="1631"/>
                    <a:pt x="1" y="1713"/>
                    <a:pt x="1" y="1846"/>
                  </a:cubicBezTo>
                  <a:cubicBezTo>
                    <a:pt x="1" y="1969"/>
                    <a:pt x="83" y="2102"/>
                    <a:pt x="216" y="2143"/>
                  </a:cubicBezTo>
                  <a:lnTo>
                    <a:pt x="257" y="2143"/>
                  </a:lnTo>
                  <a:cubicBezTo>
                    <a:pt x="811" y="2359"/>
                    <a:pt x="1241" y="2871"/>
                    <a:pt x="1323" y="3425"/>
                  </a:cubicBezTo>
                  <a:cubicBezTo>
                    <a:pt x="1364" y="3589"/>
                    <a:pt x="1497" y="3681"/>
                    <a:pt x="1620" y="3681"/>
                  </a:cubicBezTo>
                  <a:cubicBezTo>
                    <a:pt x="1754" y="3681"/>
                    <a:pt x="1877" y="3589"/>
                    <a:pt x="1928" y="3425"/>
                  </a:cubicBezTo>
                  <a:cubicBezTo>
                    <a:pt x="2051" y="2871"/>
                    <a:pt x="2441" y="2400"/>
                    <a:pt x="2994" y="2143"/>
                  </a:cubicBezTo>
                  <a:lnTo>
                    <a:pt x="3076" y="2143"/>
                  </a:lnTo>
                  <a:cubicBezTo>
                    <a:pt x="3209" y="2102"/>
                    <a:pt x="3250" y="1969"/>
                    <a:pt x="3250" y="1846"/>
                  </a:cubicBezTo>
                  <a:cubicBezTo>
                    <a:pt x="3250" y="1713"/>
                    <a:pt x="3209" y="1631"/>
                    <a:pt x="3076" y="1590"/>
                  </a:cubicBezTo>
                  <a:lnTo>
                    <a:pt x="2994" y="1538"/>
                  </a:lnTo>
                  <a:cubicBezTo>
                    <a:pt x="2441" y="1333"/>
                    <a:pt x="2051" y="862"/>
                    <a:pt x="1928" y="216"/>
                  </a:cubicBezTo>
                  <a:cubicBezTo>
                    <a:pt x="1877" y="93"/>
                    <a:pt x="1754" y="1"/>
                    <a:pt x="162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8" name="Google Shape;1288;p98"/>
          <p:cNvGrpSpPr/>
          <p:nvPr/>
        </p:nvGrpSpPr>
        <p:grpSpPr>
          <a:xfrm>
            <a:off x="4006113" y="3669350"/>
            <a:ext cx="344725" cy="321400"/>
            <a:chOff x="4006113" y="3669350"/>
            <a:chExt cx="344725" cy="321400"/>
          </a:xfrm>
        </p:grpSpPr>
        <p:sp>
          <p:nvSpPr>
            <p:cNvPr id="1289" name="Google Shape;1289;p98"/>
            <p:cNvSpPr/>
            <p:nvPr/>
          </p:nvSpPr>
          <p:spPr>
            <a:xfrm>
              <a:off x="4023038" y="3669350"/>
              <a:ext cx="309875" cy="199675"/>
            </a:xfrm>
            <a:custGeom>
              <a:avLst/>
              <a:gdLst/>
              <a:ahLst/>
              <a:cxnLst/>
              <a:rect l="l" t="t" r="r" b="b"/>
              <a:pathLst>
                <a:path w="12395" h="7987" extrusionOk="0">
                  <a:moveTo>
                    <a:pt x="6192" y="0"/>
                  </a:moveTo>
                  <a:cubicBezTo>
                    <a:pt x="6069" y="0"/>
                    <a:pt x="5936" y="82"/>
                    <a:pt x="5895" y="216"/>
                  </a:cubicBezTo>
                  <a:cubicBezTo>
                    <a:pt x="5598" y="1323"/>
                    <a:pt x="4572" y="2092"/>
                    <a:pt x="3424" y="2092"/>
                  </a:cubicBezTo>
                  <a:cubicBezTo>
                    <a:pt x="2778" y="2092"/>
                    <a:pt x="2348" y="1876"/>
                    <a:pt x="2225" y="1794"/>
                  </a:cubicBezTo>
                  <a:cubicBezTo>
                    <a:pt x="2143" y="1753"/>
                    <a:pt x="2092" y="1753"/>
                    <a:pt x="2010" y="1753"/>
                  </a:cubicBezTo>
                  <a:cubicBezTo>
                    <a:pt x="1887" y="1753"/>
                    <a:pt x="1712" y="1876"/>
                    <a:pt x="1712" y="2051"/>
                  </a:cubicBezTo>
                  <a:cubicBezTo>
                    <a:pt x="1712" y="2092"/>
                    <a:pt x="1753" y="2133"/>
                    <a:pt x="1753" y="2174"/>
                  </a:cubicBezTo>
                  <a:cubicBezTo>
                    <a:pt x="2143" y="2861"/>
                    <a:pt x="2184" y="3670"/>
                    <a:pt x="1887" y="4398"/>
                  </a:cubicBezTo>
                  <a:cubicBezTo>
                    <a:pt x="1579" y="5167"/>
                    <a:pt x="984" y="5680"/>
                    <a:pt x="216" y="5936"/>
                  </a:cubicBezTo>
                  <a:cubicBezTo>
                    <a:pt x="93" y="5977"/>
                    <a:pt x="0" y="6059"/>
                    <a:pt x="0" y="6192"/>
                  </a:cubicBezTo>
                  <a:cubicBezTo>
                    <a:pt x="0" y="6315"/>
                    <a:pt x="93" y="6449"/>
                    <a:pt x="216" y="6490"/>
                  </a:cubicBezTo>
                  <a:cubicBezTo>
                    <a:pt x="984" y="6705"/>
                    <a:pt x="1579" y="7258"/>
                    <a:pt x="1887" y="7986"/>
                  </a:cubicBezTo>
                  <a:lnTo>
                    <a:pt x="2440" y="7771"/>
                  </a:lnTo>
                  <a:cubicBezTo>
                    <a:pt x="2143" y="7084"/>
                    <a:pt x="1671" y="6531"/>
                    <a:pt x="1066" y="6192"/>
                  </a:cubicBezTo>
                  <a:cubicBezTo>
                    <a:pt x="1671" y="5854"/>
                    <a:pt x="2143" y="5290"/>
                    <a:pt x="2440" y="4655"/>
                  </a:cubicBezTo>
                  <a:cubicBezTo>
                    <a:pt x="2696" y="3968"/>
                    <a:pt x="2737" y="3240"/>
                    <a:pt x="2563" y="2563"/>
                  </a:cubicBezTo>
                  <a:lnTo>
                    <a:pt x="2563" y="2563"/>
                  </a:lnTo>
                  <a:cubicBezTo>
                    <a:pt x="2819" y="2645"/>
                    <a:pt x="3117" y="2686"/>
                    <a:pt x="3424" y="2686"/>
                  </a:cubicBezTo>
                  <a:cubicBezTo>
                    <a:pt x="4101" y="2686"/>
                    <a:pt x="4747" y="2471"/>
                    <a:pt x="5300" y="2051"/>
                  </a:cubicBezTo>
                  <a:cubicBezTo>
                    <a:pt x="5680" y="1794"/>
                    <a:pt x="5987" y="1446"/>
                    <a:pt x="6192" y="1067"/>
                  </a:cubicBezTo>
                  <a:cubicBezTo>
                    <a:pt x="6541" y="1661"/>
                    <a:pt x="7094" y="2133"/>
                    <a:pt x="7781" y="2430"/>
                  </a:cubicBezTo>
                  <a:cubicBezTo>
                    <a:pt x="8165" y="2585"/>
                    <a:pt x="8583" y="2661"/>
                    <a:pt x="9004" y="2661"/>
                  </a:cubicBezTo>
                  <a:cubicBezTo>
                    <a:pt x="9281" y="2661"/>
                    <a:pt x="9559" y="2628"/>
                    <a:pt x="9831" y="2563"/>
                  </a:cubicBezTo>
                  <a:lnTo>
                    <a:pt x="9831" y="2563"/>
                  </a:lnTo>
                  <a:cubicBezTo>
                    <a:pt x="9657" y="3240"/>
                    <a:pt x="9698" y="3968"/>
                    <a:pt x="9954" y="4655"/>
                  </a:cubicBezTo>
                  <a:cubicBezTo>
                    <a:pt x="10252" y="5290"/>
                    <a:pt x="10723" y="5854"/>
                    <a:pt x="11369" y="6192"/>
                  </a:cubicBezTo>
                  <a:cubicBezTo>
                    <a:pt x="10723" y="6531"/>
                    <a:pt x="10252" y="7084"/>
                    <a:pt x="9954" y="7771"/>
                  </a:cubicBezTo>
                  <a:lnTo>
                    <a:pt x="10508" y="7986"/>
                  </a:lnTo>
                  <a:cubicBezTo>
                    <a:pt x="10805" y="7258"/>
                    <a:pt x="11451" y="6705"/>
                    <a:pt x="12179" y="6490"/>
                  </a:cubicBezTo>
                  <a:cubicBezTo>
                    <a:pt x="12302" y="6449"/>
                    <a:pt x="12394" y="6315"/>
                    <a:pt x="12394" y="6192"/>
                  </a:cubicBezTo>
                  <a:cubicBezTo>
                    <a:pt x="12394" y="6059"/>
                    <a:pt x="12302" y="5977"/>
                    <a:pt x="12179" y="5936"/>
                  </a:cubicBezTo>
                  <a:cubicBezTo>
                    <a:pt x="11451" y="5680"/>
                    <a:pt x="10805" y="5167"/>
                    <a:pt x="10508" y="4398"/>
                  </a:cubicBezTo>
                  <a:cubicBezTo>
                    <a:pt x="10211" y="3670"/>
                    <a:pt x="10252" y="2861"/>
                    <a:pt x="10641" y="2174"/>
                  </a:cubicBezTo>
                  <a:cubicBezTo>
                    <a:pt x="10682" y="2133"/>
                    <a:pt x="10682" y="2092"/>
                    <a:pt x="10682" y="2051"/>
                  </a:cubicBezTo>
                  <a:cubicBezTo>
                    <a:pt x="10682" y="1876"/>
                    <a:pt x="10549" y="1753"/>
                    <a:pt x="10385" y="1753"/>
                  </a:cubicBezTo>
                  <a:lnTo>
                    <a:pt x="10252" y="1753"/>
                  </a:lnTo>
                  <a:cubicBezTo>
                    <a:pt x="9844" y="1966"/>
                    <a:pt x="9410" y="2072"/>
                    <a:pt x="8979" y="2072"/>
                  </a:cubicBezTo>
                  <a:cubicBezTo>
                    <a:pt x="8642" y="2072"/>
                    <a:pt x="8306" y="2007"/>
                    <a:pt x="7986" y="1876"/>
                  </a:cubicBezTo>
                  <a:cubicBezTo>
                    <a:pt x="7269" y="1579"/>
                    <a:pt x="6705" y="985"/>
                    <a:pt x="6500" y="216"/>
                  </a:cubicBezTo>
                  <a:cubicBezTo>
                    <a:pt x="6448" y="82"/>
                    <a:pt x="6325" y="0"/>
                    <a:pt x="619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98"/>
            <p:cNvSpPr/>
            <p:nvPr/>
          </p:nvSpPr>
          <p:spPr>
            <a:xfrm>
              <a:off x="4006113" y="3751625"/>
              <a:ext cx="344725" cy="239125"/>
            </a:xfrm>
            <a:custGeom>
              <a:avLst/>
              <a:gdLst/>
              <a:ahLst/>
              <a:cxnLst/>
              <a:rect l="l" t="t" r="r" b="b"/>
              <a:pathLst>
                <a:path w="13789" h="9565" extrusionOk="0">
                  <a:moveTo>
                    <a:pt x="6869" y="595"/>
                  </a:moveTo>
                  <a:cubicBezTo>
                    <a:pt x="8151" y="595"/>
                    <a:pt x="9227" y="1620"/>
                    <a:pt x="9227" y="2901"/>
                  </a:cubicBezTo>
                  <a:cubicBezTo>
                    <a:pt x="9227" y="3240"/>
                    <a:pt x="9135" y="3537"/>
                    <a:pt x="9012" y="3844"/>
                  </a:cubicBezTo>
                  <a:cubicBezTo>
                    <a:pt x="8837" y="3752"/>
                    <a:pt x="8663" y="3711"/>
                    <a:pt x="8366" y="3711"/>
                  </a:cubicBezTo>
                  <a:cubicBezTo>
                    <a:pt x="7771" y="3711"/>
                    <a:pt x="7218" y="4049"/>
                    <a:pt x="6869" y="4521"/>
                  </a:cubicBezTo>
                  <a:cubicBezTo>
                    <a:pt x="6572" y="4049"/>
                    <a:pt x="6018" y="3711"/>
                    <a:pt x="5383" y="3711"/>
                  </a:cubicBezTo>
                  <a:cubicBezTo>
                    <a:pt x="5126" y="3711"/>
                    <a:pt x="4911" y="3752"/>
                    <a:pt x="4737" y="3844"/>
                  </a:cubicBezTo>
                  <a:cubicBezTo>
                    <a:pt x="4614" y="3537"/>
                    <a:pt x="4563" y="3240"/>
                    <a:pt x="4563" y="2901"/>
                  </a:cubicBezTo>
                  <a:cubicBezTo>
                    <a:pt x="4563" y="1620"/>
                    <a:pt x="5588" y="595"/>
                    <a:pt x="6869" y="595"/>
                  </a:cubicBezTo>
                  <a:close/>
                  <a:moveTo>
                    <a:pt x="5424" y="4306"/>
                  </a:moveTo>
                  <a:cubicBezTo>
                    <a:pt x="6059" y="4306"/>
                    <a:pt x="6572" y="4870"/>
                    <a:pt x="6572" y="5505"/>
                  </a:cubicBezTo>
                  <a:lnTo>
                    <a:pt x="6572" y="6489"/>
                  </a:lnTo>
                  <a:cubicBezTo>
                    <a:pt x="6193" y="6233"/>
                    <a:pt x="5762" y="6100"/>
                    <a:pt x="5290" y="6100"/>
                  </a:cubicBezTo>
                  <a:lnTo>
                    <a:pt x="1067" y="6100"/>
                  </a:lnTo>
                  <a:lnTo>
                    <a:pt x="1067" y="5505"/>
                  </a:lnTo>
                  <a:cubicBezTo>
                    <a:pt x="1067" y="5208"/>
                    <a:pt x="1282" y="4952"/>
                    <a:pt x="1579" y="4952"/>
                  </a:cubicBezTo>
                  <a:cubicBezTo>
                    <a:pt x="2646" y="4952"/>
                    <a:pt x="3753" y="4777"/>
                    <a:pt x="4778" y="4439"/>
                  </a:cubicBezTo>
                  <a:lnTo>
                    <a:pt x="4870" y="4439"/>
                  </a:lnTo>
                  <a:cubicBezTo>
                    <a:pt x="5075" y="4357"/>
                    <a:pt x="5208" y="4306"/>
                    <a:pt x="5424" y="4306"/>
                  </a:cubicBezTo>
                  <a:close/>
                  <a:moveTo>
                    <a:pt x="8325" y="4306"/>
                  </a:moveTo>
                  <a:cubicBezTo>
                    <a:pt x="8540" y="4306"/>
                    <a:pt x="8663" y="4357"/>
                    <a:pt x="8878" y="4439"/>
                  </a:cubicBezTo>
                  <a:lnTo>
                    <a:pt x="8971" y="4439"/>
                  </a:lnTo>
                  <a:cubicBezTo>
                    <a:pt x="10037" y="4777"/>
                    <a:pt x="11103" y="4952"/>
                    <a:pt x="12169" y="4952"/>
                  </a:cubicBezTo>
                  <a:cubicBezTo>
                    <a:pt x="12467" y="4952"/>
                    <a:pt x="12682" y="5208"/>
                    <a:pt x="12682" y="5505"/>
                  </a:cubicBezTo>
                  <a:lnTo>
                    <a:pt x="12682" y="6100"/>
                  </a:lnTo>
                  <a:lnTo>
                    <a:pt x="8458" y="6100"/>
                  </a:lnTo>
                  <a:cubicBezTo>
                    <a:pt x="7987" y="6100"/>
                    <a:pt x="7556" y="6233"/>
                    <a:pt x="7177" y="6489"/>
                  </a:cubicBezTo>
                  <a:lnTo>
                    <a:pt x="7177" y="5505"/>
                  </a:lnTo>
                  <a:cubicBezTo>
                    <a:pt x="7177" y="4870"/>
                    <a:pt x="7689" y="4306"/>
                    <a:pt x="8325" y="4306"/>
                  </a:cubicBezTo>
                  <a:close/>
                  <a:moveTo>
                    <a:pt x="13194" y="6705"/>
                  </a:moveTo>
                  <a:lnTo>
                    <a:pt x="13194" y="7853"/>
                  </a:lnTo>
                  <a:lnTo>
                    <a:pt x="8243" y="7853"/>
                  </a:lnTo>
                  <a:cubicBezTo>
                    <a:pt x="7946" y="7853"/>
                    <a:pt x="7689" y="8068"/>
                    <a:pt x="7638" y="8324"/>
                  </a:cubicBezTo>
                  <a:cubicBezTo>
                    <a:pt x="7556" y="8714"/>
                    <a:pt x="7259" y="8970"/>
                    <a:pt x="6869" y="8970"/>
                  </a:cubicBezTo>
                  <a:cubicBezTo>
                    <a:pt x="6531" y="8970"/>
                    <a:pt x="6193" y="8714"/>
                    <a:pt x="6152" y="8324"/>
                  </a:cubicBezTo>
                  <a:cubicBezTo>
                    <a:pt x="6059" y="8068"/>
                    <a:pt x="5844" y="7853"/>
                    <a:pt x="5547" y="7853"/>
                  </a:cubicBezTo>
                  <a:lnTo>
                    <a:pt x="595" y="7853"/>
                  </a:lnTo>
                  <a:lnTo>
                    <a:pt x="595" y="6705"/>
                  </a:lnTo>
                  <a:lnTo>
                    <a:pt x="5290" y="6705"/>
                  </a:lnTo>
                  <a:cubicBezTo>
                    <a:pt x="5803" y="6705"/>
                    <a:pt x="6316" y="6920"/>
                    <a:pt x="6664" y="7299"/>
                  </a:cubicBezTo>
                  <a:cubicBezTo>
                    <a:pt x="6746" y="7340"/>
                    <a:pt x="6828" y="7381"/>
                    <a:pt x="6869" y="7381"/>
                  </a:cubicBezTo>
                  <a:cubicBezTo>
                    <a:pt x="6961" y="7381"/>
                    <a:pt x="7043" y="7340"/>
                    <a:pt x="7084" y="7299"/>
                  </a:cubicBezTo>
                  <a:cubicBezTo>
                    <a:pt x="7474" y="6920"/>
                    <a:pt x="7946" y="6705"/>
                    <a:pt x="8458" y="6705"/>
                  </a:cubicBezTo>
                  <a:close/>
                  <a:moveTo>
                    <a:pt x="6869" y="0"/>
                  </a:moveTo>
                  <a:cubicBezTo>
                    <a:pt x="5249" y="0"/>
                    <a:pt x="3968" y="1323"/>
                    <a:pt x="3968" y="2901"/>
                  </a:cubicBezTo>
                  <a:cubicBezTo>
                    <a:pt x="3968" y="3281"/>
                    <a:pt x="4009" y="3670"/>
                    <a:pt x="4183" y="4008"/>
                  </a:cubicBezTo>
                  <a:cubicBezTo>
                    <a:pt x="3434" y="4234"/>
                    <a:pt x="2677" y="4364"/>
                    <a:pt x="1899" y="4364"/>
                  </a:cubicBezTo>
                  <a:cubicBezTo>
                    <a:pt x="1793" y="4364"/>
                    <a:pt x="1686" y="4362"/>
                    <a:pt x="1579" y="4357"/>
                  </a:cubicBezTo>
                  <a:cubicBezTo>
                    <a:pt x="975" y="4357"/>
                    <a:pt x="462" y="4870"/>
                    <a:pt x="462" y="5505"/>
                  </a:cubicBezTo>
                  <a:lnTo>
                    <a:pt x="462" y="6100"/>
                  </a:lnTo>
                  <a:lnTo>
                    <a:pt x="298" y="6100"/>
                  </a:lnTo>
                  <a:cubicBezTo>
                    <a:pt x="124" y="6100"/>
                    <a:pt x="1" y="6274"/>
                    <a:pt x="1" y="6407"/>
                  </a:cubicBezTo>
                  <a:lnTo>
                    <a:pt x="1" y="8150"/>
                  </a:lnTo>
                  <a:cubicBezTo>
                    <a:pt x="1" y="8324"/>
                    <a:pt x="124" y="8458"/>
                    <a:pt x="298" y="8458"/>
                  </a:cubicBezTo>
                  <a:lnTo>
                    <a:pt x="5547" y="8458"/>
                  </a:lnTo>
                  <a:cubicBezTo>
                    <a:pt x="5680" y="9093"/>
                    <a:pt x="6234" y="9565"/>
                    <a:pt x="6869" y="9565"/>
                  </a:cubicBezTo>
                  <a:cubicBezTo>
                    <a:pt x="7556" y="9565"/>
                    <a:pt x="8110" y="9093"/>
                    <a:pt x="8243" y="8458"/>
                  </a:cubicBezTo>
                  <a:lnTo>
                    <a:pt x="13492" y="8458"/>
                  </a:lnTo>
                  <a:cubicBezTo>
                    <a:pt x="13625" y="8458"/>
                    <a:pt x="13789" y="8324"/>
                    <a:pt x="13789" y="8150"/>
                  </a:cubicBezTo>
                  <a:lnTo>
                    <a:pt x="13789" y="6407"/>
                  </a:lnTo>
                  <a:cubicBezTo>
                    <a:pt x="13789" y="6274"/>
                    <a:pt x="13625" y="6100"/>
                    <a:pt x="13492" y="6100"/>
                  </a:cubicBezTo>
                  <a:lnTo>
                    <a:pt x="13276" y="6100"/>
                  </a:lnTo>
                  <a:lnTo>
                    <a:pt x="13276" y="5505"/>
                  </a:lnTo>
                  <a:cubicBezTo>
                    <a:pt x="13276" y="4870"/>
                    <a:pt x="12815" y="4357"/>
                    <a:pt x="12169" y="4357"/>
                  </a:cubicBezTo>
                  <a:cubicBezTo>
                    <a:pt x="12067" y="4362"/>
                    <a:pt x="11965" y="4364"/>
                    <a:pt x="11861" y="4364"/>
                  </a:cubicBezTo>
                  <a:cubicBezTo>
                    <a:pt x="11103" y="4364"/>
                    <a:pt x="10314" y="4234"/>
                    <a:pt x="9565" y="4008"/>
                  </a:cubicBezTo>
                  <a:cubicBezTo>
                    <a:pt x="9740" y="3670"/>
                    <a:pt x="9781" y="3281"/>
                    <a:pt x="9781" y="2901"/>
                  </a:cubicBezTo>
                  <a:cubicBezTo>
                    <a:pt x="9781" y="1323"/>
                    <a:pt x="8499" y="0"/>
                    <a:pt x="686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1" name="Google Shape;1291;p98"/>
          <p:cNvGrpSpPr/>
          <p:nvPr/>
        </p:nvGrpSpPr>
        <p:grpSpPr>
          <a:xfrm>
            <a:off x="1063938" y="3093725"/>
            <a:ext cx="222225" cy="345000"/>
            <a:chOff x="1063938" y="3093725"/>
            <a:chExt cx="222225" cy="345000"/>
          </a:xfrm>
        </p:grpSpPr>
        <p:sp>
          <p:nvSpPr>
            <p:cNvPr id="1292" name="Google Shape;1292;p98"/>
            <p:cNvSpPr/>
            <p:nvPr/>
          </p:nvSpPr>
          <p:spPr>
            <a:xfrm>
              <a:off x="1063938" y="3093725"/>
              <a:ext cx="222225" cy="345000"/>
            </a:xfrm>
            <a:custGeom>
              <a:avLst/>
              <a:gdLst/>
              <a:ahLst/>
              <a:cxnLst/>
              <a:rect l="l" t="t" r="r" b="b"/>
              <a:pathLst>
                <a:path w="8889" h="13800" extrusionOk="0">
                  <a:moveTo>
                    <a:pt x="6326" y="595"/>
                  </a:moveTo>
                  <a:lnTo>
                    <a:pt x="6326" y="1282"/>
                  </a:lnTo>
                  <a:cubicBezTo>
                    <a:pt x="6326" y="1538"/>
                    <a:pt x="6110" y="1795"/>
                    <a:pt x="5813" y="1795"/>
                  </a:cubicBezTo>
                  <a:lnTo>
                    <a:pt x="3076" y="1795"/>
                  </a:lnTo>
                  <a:cubicBezTo>
                    <a:pt x="2779" y="1795"/>
                    <a:pt x="2563" y="1538"/>
                    <a:pt x="2563" y="1282"/>
                  </a:cubicBezTo>
                  <a:lnTo>
                    <a:pt x="2563" y="595"/>
                  </a:lnTo>
                  <a:close/>
                  <a:moveTo>
                    <a:pt x="7607" y="595"/>
                  </a:moveTo>
                  <a:cubicBezTo>
                    <a:pt x="7997" y="595"/>
                    <a:pt x="8294" y="893"/>
                    <a:pt x="8294" y="1282"/>
                  </a:cubicBezTo>
                  <a:lnTo>
                    <a:pt x="8294" y="11872"/>
                  </a:lnTo>
                  <a:cubicBezTo>
                    <a:pt x="8294" y="12600"/>
                    <a:pt x="7740" y="13194"/>
                    <a:pt x="7013" y="13194"/>
                  </a:cubicBezTo>
                  <a:lnTo>
                    <a:pt x="1928" y="13194"/>
                  </a:lnTo>
                  <a:cubicBezTo>
                    <a:pt x="1159" y="13194"/>
                    <a:pt x="605" y="12600"/>
                    <a:pt x="605" y="11872"/>
                  </a:cubicBezTo>
                  <a:lnTo>
                    <a:pt x="605" y="1661"/>
                  </a:lnTo>
                  <a:cubicBezTo>
                    <a:pt x="605" y="1067"/>
                    <a:pt x="1077" y="595"/>
                    <a:pt x="1631" y="595"/>
                  </a:cubicBezTo>
                  <a:lnTo>
                    <a:pt x="1969" y="595"/>
                  </a:lnTo>
                  <a:lnTo>
                    <a:pt x="1969" y="1497"/>
                  </a:lnTo>
                  <a:cubicBezTo>
                    <a:pt x="1969" y="1969"/>
                    <a:pt x="2358" y="2389"/>
                    <a:pt x="2871" y="2389"/>
                  </a:cubicBezTo>
                  <a:lnTo>
                    <a:pt x="6367" y="2389"/>
                  </a:lnTo>
                  <a:cubicBezTo>
                    <a:pt x="6664" y="2389"/>
                    <a:pt x="6920" y="2133"/>
                    <a:pt x="6920" y="1795"/>
                  </a:cubicBezTo>
                  <a:lnTo>
                    <a:pt x="6920" y="595"/>
                  </a:lnTo>
                  <a:close/>
                  <a:moveTo>
                    <a:pt x="1928" y="1"/>
                  </a:moveTo>
                  <a:cubicBezTo>
                    <a:pt x="862" y="1"/>
                    <a:pt x="1" y="852"/>
                    <a:pt x="1" y="1918"/>
                  </a:cubicBezTo>
                  <a:lnTo>
                    <a:pt x="1" y="11872"/>
                  </a:lnTo>
                  <a:cubicBezTo>
                    <a:pt x="1" y="12938"/>
                    <a:pt x="862" y="13799"/>
                    <a:pt x="1928" y="13799"/>
                  </a:cubicBezTo>
                  <a:lnTo>
                    <a:pt x="7013" y="13799"/>
                  </a:lnTo>
                  <a:cubicBezTo>
                    <a:pt x="8038" y="13799"/>
                    <a:pt x="8889" y="12938"/>
                    <a:pt x="8889" y="11872"/>
                  </a:cubicBezTo>
                  <a:lnTo>
                    <a:pt x="8889" y="1918"/>
                  </a:lnTo>
                  <a:cubicBezTo>
                    <a:pt x="8889" y="852"/>
                    <a:pt x="8038" y="1"/>
                    <a:pt x="701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98"/>
            <p:cNvSpPr/>
            <p:nvPr/>
          </p:nvSpPr>
          <p:spPr>
            <a:xfrm>
              <a:off x="1106738" y="3182400"/>
              <a:ext cx="59750" cy="58725"/>
            </a:xfrm>
            <a:custGeom>
              <a:avLst/>
              <a:gdLst/>
              <a:ahLst/>
              <a:cxnLst/>
              <a:rect l="l" t="t" r="r" b="b"/>
              <a:pathLst>
                <a:path w="2390" h="2349" extrusionOk="0">
                  <a:moveTo>
                    <a:pt x="339" y="1"/>
                  </a:moveTo>
                  <a:cubicBezTo>
                    <a:pt x="175" y="1"/>
                    <a:pt x="42" y="83"/>
                    <a:pt x="1" y="257"/>
                  </a:cubicBezTo>
                  <a:cubicBezTo>
                    <a:pt x="1" y="421"/>
                    <a:pt x="134" y="595"/>
                    <a:pt x="298" y="595"/>
                  </a:cubicBezTo>
                  <a:lnTo>
                    <a:pt x="903" y="595"/>
                  </a:lnTo>
                  <a:lnTo>
                    <a:pt x="903" y="2051"/>
                  </a:lnTo>
                  <a:cubicBezTo>
                    <a:pt x="903" y="2174"/>
                    <a:pt x="985" y="2307"/>
                    <a:pt x="1159" y="2348"/>
                  </a:cubicBezTo>
                  <a:cubicBezTo>
                    <a:pt x="1323" y="2348"/>
                    <a:pt x="1497" y="2215"/>
                    <a:pt x="1497" y="2051"/>
                  </a:cubicBezTo>
                  <a:lnTo>
                    <a:pt x="1497" y="595"/>
                  </a:lnTo>
                  <a:lnTo>
                    <a:pt x="2051" y="595"/>
                  </a:lnTo>
                  <a:cubicBezTo>
                    <a:pt x="2225" y="595"/>
                    <a:pt x="2348" y="472"/>
                    <a:pt x="2348" y="339"/>
                  </a:cubicBezTo>
                  <a:cubicBezTo>
                    <a:pt x="2389" y="165"/>
                    <a:pt x="2225" y="1"/>
                    <a:pt x="205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98"/>
            <p:cNvSpPr/>
            <p:nvPr/>
          </p:nvSpPr>
          <p:spPr>
            <a:xfrm>
              <a:off x="1194388" y="3182400"/>
              <a:ext cx="48975" cy="14900"/>
            </a:xfrm>
            <a:custGeom>
              <a:avLst/>
              <a:gdLst/>
              <a:ahLst/>
              <a:cxnLst/>
              <a:rect l="l" t="t" r="r" b="b"/>
              <a:pathLst>
                <a:path w="1959" h="596" extrusionOk="0">
                  <a:moveTo>
                    <a:pt x="339" y="1"/>
                  </a:moveTo>
                  <a:cubicBezTo>
                    <a:pt x="124" y="1"/>
                    <a:pt x="1" y="165"/>
                    <a:pt x="42" y="339"/>
                  </a:cubicBezTo>
                  <a:cubicBezTo>
                    <a:pt x="42" y="472"/>
                    <a:pt x="165" y="595"/>
                    <a:pt x="339" y="595"/>
                  </a:cubicBezTo>
                  <a:lnTo>
                    <a:pt x="1620" y="595"/>
                  </a:lnTo>
                  <a:cubicBezTo>
                    <a:pt x="1795" y="595"/>
                    <a:pt x="1959" y="421"/>
                    <a:pt x="1918" y="257"/>
                  </a:cubicBezTo>
                  <a:cubicBezTo>
                    <a:pt x="1918" y="83"/>
                    <a:pt x="1754" y="1"/>
                    <a:pt x="162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98"/>
            <p:cNvSpPr/>
            <p:nvPr/>
          </p:nvSpPr>
          <p:spPr>
            <a:xfrm>
              <a:off x="1194388" y="3226225"/>
              <a:ext cx="48975" cy="14900"/>
            </a:xfrm>
            <a:custGeom>
              <a:avLst/>
              <a:gdLst/>
              <a:ahLst/>
              <a:cxnLst/>
              <a:rect l="l" t="t" r="r" b="b"/>
              <a:pathLst>
                <a:path w="1959" h="596" extrusionOk="0">
                  <a:moveTo>
                    <a:pt x="339" y="1"/>
                  </a:moveTo>
                  <a:cubicBezTo>
                    <a:pt x="124" y="1"/>
                    <a:pt x="1" y="165"/>
                    <a:pt x="42" y="339"/>
                  </a:cubicBezTo>
                  <a:cubicBezTo>
                    <a:pt x="42" y="513"/>
                    <a:pt x="165" y="595"/>
                    <a:pt x="339" y="595"/>
                  </a:cubicBezTo>
                  <a:lnTo>
                    <a:pt x="1620" y="595"/>
                  </a:lnTo>
                  <a:cubicBezTo>
                    <a:pt x="1795" y="595"/>
                    <a:pt x="1959" y="462"/>
                    <a:pt x="1918" y="257"/>
                  </a:cubicBezTo>
                  <a:cubicBezTo>
                    <a:pt x="1918" y="124"/>
                    <a:pt x="1754" y="1"/>
                    <a:pt x="162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98"/>
            <p:cNvSpPr/>
            <p:nvPr/>
          </p:nvSpPr>
          <p:spPr>
            <a:xfrm>
              <a:off x="1106738" y="3269800"/>
              <a:ext cx="136625" cy="15150"/>
            </a:xfrm>
            <a:custGeom>
              <a:avLst/>
              <a:gdLst/>
              <a:ahLst/>
              <a:cxnLst/>
              <a:rect l="l" t="t" r="r" b="b"/>
              <a:pathLst>
                <a:path w="5465" h="606" extrusionOk="0">
                  <a:moveTo>
                    <a:pt x="339" y="0"/>
                  </a:moveTo>
                  <a:cubicBezTo>
                    <a:pt x="134" y="0"/>
                    <a:pt x="1" y="175"/>
                    <a:pt x="42" y="349"/>
                  </a:cubicBezTo>
                  <a:cubicBezTo>
                    <a:pt x="42" y="513"/>
                    <a:pt x="175" y="605"/>
                    <a:pt x="339" y="605"/>
                  </a:cubicBezTo>
                  <a:lnTo>
                    <a:pt x="5126" y="605"/>
                  </a:lnTo>
                  <a:cubicBezTo>
                    <a:pt x="5301" y="605"/>
                    <a:pt x="5465" y="431"/>
                    <a:pt x="5424" y="257"/>
                  </a:cubicBezTo>
                  <a:cubicBezTo>
                    <a:pt x="5424" y="134"/>
                    <a:pt x="5260" y="0"/>
                    <a:pt x="512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98"/>
            <p:cNvSpPr/>
            <p:nvPr/>
          </p:nvSpPr>
          <p:spPr>
            <a:xfrm>
              <a:off x="1106738" y="3313625"/>
              <a:ext cx="136625" cy="15150"/>
            </a:xfrm>
            <a:custGeom>
              <a:avLst/>
              <a:gdLst/>
              <a:ahLst/>
              <a:cxnLst/>
              <a:rect l="l" t="t" r="r" b="b"/>
              <a:pathLst>
                <a:path w="5465" h="606" extrusionOk="0">
                  <a:moveTo>
                    <a:pt x="339" y="0"/>
                  </a:moveTo>
                  <a:cubicBezTo>
                    <a:pt x="134" y="0"/>
                    <a:pt x="1" y="175"/>
                    <a:pt x="42" y="349"/>
                  </a:cubicBezTo>
                  <a:cubicBezTo>
                    <a:pt x="42" y="513"/>
                    <a:pt x="175" y="605"/>
                    <a:pt x="339" y="605"/>
                  </a:cubicBezTo>
                  <a:lnTo>
                    <a:pt x="5126" y="605"/>
                  </a:lnTo>
                  <a:cubicBezTo>
                    <a:pt x="5301" y="605"/>
                    <a:pt x="5465" y="431"/>
                    <a:pt x="5424" y="257"/>
                  </a:cubicBezTo>
                  <a:cubicBezTo>
                    <a:pt x="5424" y="134"/>
                    <a:pt x="5260" y="0"/>
                    <a:pt x="5126"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98"/>
            <p:cNvSpPr/>
            <p:nvPr/>
          </p:nvSpPr>
          <p:spPr>
            <a:xfrm>
              <a:off x="1106738" y="3357450"/>
              <a:ext cx="136625" cy="14875"/>
            </a:xfrm>
            <a:custGeom>
              <a:avLst/>
              <a:gdLst/>
              <a:ahLst/>
              <a:cxnLst/>
              <a:rect l="l" t="t" r="r" b="b"/>
              <a:pathLst>
                <a:path w="5465" h="595" extrusionOk="0">
                  <a:moveTo>
                    <a:pt x="339" y="0"/>
                  </a:moveTo>
                  <a:cubicBezTo>
                    <a:pt x="134" y="0"/>
                    <a:pt x="1" y="175"/>
                    <a:pt x="42" y="339"/>
                  </a:cubicBezTo>
                  <a:cubicBezTo>
                    <a:pt x="42" y="513"/>
                    <a:pt x="175" y="595"/>
                    <a:pt x="339" y="595"/>
                  </a:cubicBezTo>
                  <a:lnTo>
                    <a:pt x="5126" y="595"/>
                  </a:lnTo>
                  <a:cubicBezTo>
                    <a:pt x="5301" y="595"/>
                    <a:pt x="5465" y="431"/>
                    <a:pt x="5424" y="257"/>
                  </a:cubicBezTo>
                  <a:cubicBezTo>
                    <a:pt x="5424" y="134"/>
                    <a:pt x="5260" y="0"/>
                    <a:pt x="512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9" name="Google Shape;1299;p98"/>
          <p:cNvGrpSpPr/>
          <p:nvPr/>
        </p:nvGrpSpPr>
        <p:grpSpPr>
          <a:xfrm>
            <a:off x="5522313" y="3680625"/>
            <a:ext cx="343950" cy="299375"/>
            <a:chOff x="5522313" y="3680625"/>
            <a:chExt cx="343950" cy="299375"/>
          </a:xfrm>
        </p:grpSpPr>
        <p:sp>
          <p:nvSpPr>
            <p:cNvPr id="1300" name="Google Shape;1300;p98"/>
            <p:cNvSpPr/>
            <p:nvPr/>
          </p:nvSpPr>
          <p:spPr>
            <a:xfrm>
              <a:off x="5538463" y="3680625"/>
              <a:ext cx="313975" cy="75125"/>
            </a:xfrm>
            <a:custGeom>
              <a:avLst/>
              <a:gdLst/>
              <a:ahLst/>
              <a:cxnLst/>
              <a:rect l="l" t="t" r="r" b="b"/>
              <a:pathLst>
                <a:path w="12559" h="3005" extrusionOk="0">
                  <a:moveTo>
                    <a:pt x="1216" y="0"/>
                  </a:moveTo>
                  <a:cubicBezTo>
                    <a:pt x="1128" y="0"/>
                    <a:pt x="1055" y="44"/>
                    <a:pt x="1025" y="103"/>
                  </a:cubicBezTo>
                  <a:lnTo>
                    <a:pt x="0" y="1559"/>
                  </a:lnTo>
                  <a:lnTo>
                    <a:pt x="472" y="1897"/>
                  </a:lnTo>
                  <a:lnTo>
                    <a:pt x="1364" y="616"/>
                  </a:lnTo>
                  <a:lnTo>
                    <a:pt x="3752" y="1087"/>
                  </a:lnTo>
                  <a:cubicBezTo>
                    <a:pt x="4870" y="1302"/>
                    <a:pt x="5639" y="1897"/>
                    <a:pt x="5977" y="2789"/>
                  </a:cubicBezTo>
                  <a:cubicBezTo>
                    <a:pt x="6018" y="2922"/>
                    <a:pt x="6151" y="3004"/>
                    <a:pt x="6274" y="3004"/>
                  </a:cubicBezTo>
                  <a:cubicBezTo>
                    <a:pt x="6367" y="3004"/>
                    <a:pt x="6490" y="2922"/>
                    <a:pt x="6531" y="2789"/>
                  </a:cubicBezTo>
                  <a:cubicBezTo>
                    <a:pt x="6961" y="1682"/>
                    <a:pt x="8027" y="1251"/>
                    <a:pt x="8837" y="1087"/>
                  </a:cubicBezTo>
                  <a:lnTo>
                    <a:pt x="11185" y="616"/>
                  </a:lnTo>
                  <a:lnTo>
                    <a:pt x="12087" y="1897"/>
                  </a:lnTo>
                  <a:lnTo>
                    <a:pt x="12558" y="1507"/>
                  </a:lnTo>
                  <a:lnTo>
                    <a:pt x="11574" y="103"/>
                  </a:lnTo>
                  <a:cubicBezTo>
                    <a:pt x="11515" y="44"/>
                    <a:pt x="11429" y="0"/>
                    <a:pt x="11355" y="0"/>
                  </a:cubicBezTo>
                  <a:cubicBezTo>
                    <a:pt x="11326" y="0"/>
                    <a:pt x="11300" y="7"/>
                    <a:pt x="11277" y="21"/>
                  </a:cubicBezTo>
                  <a:lnTo>
                    <a:pt x="8714" y="482"/>
                  </a:lnTo>
                  <a:cubicBezTo>
                    <a:pt x="7597" y="739"/>
                    <a:pt x="6746" y="1251"/>
                    <a:pt x="6274" y="2020"/>
                  </a:cubicBezTo>
                  <a:cubicBezTo>
                    <a:pt x="5762" y="1251"/>
                    <a:pt x="4952" y="739"/>
                    <a:pt x="3845" y="482"/>
                  </a:cubicBezTo>
                  <a:lnTo>
                    <a:pt x="1323" y="21"/>
                  </a:lnTo>
                  <a:cubicBezTo>
                    <a:pt x="1286" y="7"/>
                    <a:pt x="1250" y="0"/>
                    <a:pt x="1216"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98"/>
            <p:cNvSpPr/>
            <p:nvPr/>
          </p:nvSpPr>
          <p:spPr>
            <a:xfrm>
              <a:off x="5522313" y="3713175"/>
              <a:ext cx="343950" cy="266825"/>
            </a:xfrm>
            <a:custGeom>
              <a:avLst/>
              <a:gdLst/>
              <a:ahLst/>
              <a:cxnLst/>
              <a:rect l="l" t="t" r="r" b="b"/>
              <a:pathLst>
                <a:path w="13758" h="10673" extrusionOk="0">
                  <a:moveTo>
                    <a:pt x="646" y="677"/>
                  </a:moveTo>
                  <a:lnTo>
                    <a:pt x="5301" y="1579"/>
                  </a:lnTo>
                  <a:lnTo>
                    <a:pt x="5301" y="9052"/>
                  </a:lnTo>
                  <a:lnTo>
                    <a:pt x="646" y="7515"/>
                  </a:lnTo>
                  <a:lnTo>
                    <a:pt x="646" y="677"/>
                  </a:lnTo>
                  <a:close/>
                  <a:moveTo>
                    <a:pt x="13204" y="677"/>
                  </a:moveTo>
                  <a:lnTo>
                    <a:pt x="13204" y="7515"/>
                  </a:lnTo>
                  <a:lnTo>
                    <a:pt x="8499" y="9052"/>
                  </a:lnTo>
                  <a:lnTo>
                    <a:pt x="8499" y="1620"/>
                  </a:lnTo>
                  <a:lnTo>
                    <a:pt x="13204" y="677"/>
                  </a:lnTo>
                  <a:close/>
                  <a:moveTo>
                    <a:pt x="5854" y="1661"/>
                  </a:moveTo>
                  <a:lnTo>
                    <a:pt x="6879" y="1876"/>
                  </a:lnTo>
                  <a:lnTo>
                    <a:pt x="6961" y="1876"/>
                  </a:lnTo>
                  <a:lnTo>
                    <a:pt x="7904" y="1702"/>
                  </a:lnTo>
                  <a:lnTo>
                    <a:pt x="7904" y="9432"/>
                  </a:lnTo>
                  <a:lnTo>
                    <a:pt x="7904" y="9483"/>
                  </a:lnTo>
                  <a:cubicBezTo>
                    <a:pt x="7689" y="9862"/>
                    <a:pt x="7310" y="10078"/>
                    <a:pt x="6879" y="10078"/>
                  </a:cubicBezTo>
                  <a:cubicBezTo>
                    <a:pt x="6449" y="10078"/>
                    <a:pt x="6069" y="9862"/>
                    <a:pt x="5895" y="9483"/>
                  </a:cubicBezTo>
                  <a:lnTo>
                    <a:pt x="5854" y="9432"/>
                  </a:lnTo>
                  <a:lnTo>
                    <a:pt x="5854" y="1661"/>
                  </a:lnTo>
                  <a:close/>
                  <a:moveTo>
                    <a:pt x="349" y="0"/>
                  </a:moveTo>
                  <a:cubicBezTo>
                    <a:pt x="216" y="0"/>
                    <a:pt x="93" y="41"/>
                    <a:pt x="42" y="164"/>
                  </a:cubicBezTo>
                  <a:cubicBezTo>
                    <a:pt x="1" y="205"/>
                    <a:pt x="1" y="257"/>
                    <a:pt x="1" y="298"/>
                  </a:cubicBezTo>
                  <a:lnTo>
                    <a:pt x="1" y="7730"/>
                  </a:lnTo>
                  <a:cubicBezTo>
                    <a:pt x="1" y="7853"/>
                    <a:pt x="93" y="7986"/>
                    <a:pt x="216" y="8027"/>
                  </a:cubicBezTo>
                  <a:lnTo>
                    <a:pt x="5383" y="9739"/>
                  </a:lnTo>
                  <a:cubicBezTo>
                    <a:pt x="5639" y="10293"/>
                    <a:pt x="6244" y="10672"/>
                    <a:pt x="6879" y="10672"/>
                  </a:cubicBezTo>
                  <a:cubicBezTo>
                    <a:pt x="7525" y="10672"/>
                    <a:pt x="8120" y="10293"/>
                    <a:pt x="8417" y="9739"/>
                  </a:cubicBezTo>
                  <a:lnTo>
                    <a:pt x="13584" y="8027"/>
                  </a:lnTo>
                  <a:cubicBezTo>
                    <a:pt x="13717" y="7986"/>
                    <a:pt x="13758" y="7853"/>
                    <a:pt x="13758" y="7730"/>
                  </a:cubicBezTo>
                  <a:lnTo>
                    <a:pt x="13758" y="298"/>
                  </a:lnTo>
                  <a:cubicBezTo>
                    <a:pt x="13758" y="205"/>
                    <a:pt x="13717" y="123"/>
                    <a:pt x="13676" y="82"/>
                  </a:cubicBezTo>
                  <a:cubicBezTo>
                    <a:pt x="13584" y="0"/>
                    <a:pt x="13502" y="0"/>
                    <a:pt x="13420" y="0"/>
                  </a:cubicBezTo>
                  <a:lnTo>
                    <a:pt x="6920" y="1323"/>
                  </a:lnTo>
                  <a:lnTo>
                    <a:pt x="349"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98"/>
            <p:cNvSpPr/>
            <p:nvPr/>
          </p:nvSpPr>
          <p:spPr>
            <a:xfrm>
              <a:off x="5763738" y="3811325"/>
              <a:ext cx="59725" cy="25650"/>
            </a:xfrm>
            <a:custGeom>
              <a:avLst/>
              <a:gdLst/>
              <a:ahLst/>
              <a:cxnLst/>
              <a:rect l="l" t="t" r="r" b="b"/>
              <a:pathLst>
                <a:path w="2389" h="1026" extrusionOk="0">
                  <a:moveTo>
                    <a:pt x="1969" y="1"/>
                  </a:moveTo>
                  <a:lnTo>
                    <a:pt x="257" y="472"/>
                  </a:lnTo>
                  <a:cubicBezTo>
                    <a:pt x="82" y="513"/>
                    <a:pt x="0" y="636"/>
                    <a:pt x="0" y="811"/>
                  </a:cubicBezTo>
                  <a:cubicBezTo>
                    <a:pt x="41" y="944"/>
                    <a:pt x="175" y="1026"/>
                    <a:pt x="298" y="1026"/>
                  </a:cubicBezTo>
                  <a:lnTo>
                    <a:pt x="380" y="1026"/>
                  </a:lnTo>
                  <a:lnTo>
                    <a:pt x="2133" y="595"/>
                  </a:lnTo>
                  <a:cubicBezTo>
                    <a:pt x="2307" y="554"/>
                    <a:pt x="2389" y="380"/>
                    <a:pt x="2348" y="257"/>
                  </a:cubicBezTo>
                  <a:cubicBezTo>
                    <a:pt x="2307" y="83"/>
                    <a:pt x="2133" y="1"/>
                    <a:pt x="1969"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98"/>
            <p:cNvSpPr/>
            <p:nvPr/>
          </p:nvSpPr>
          <p:spPr>
            <a:xfrm>
              <a:off x="5763738" y="3768275"/>
              <a:ext cx="59725" cy="24875"/>
            </a:xfrm>
            <a:custGeom>
              <a:avLst/>
              <a:gdLst/>
              <a:ahLst/>
              <a:cxnLst/>
              <a:rect l="l" t="t" r="r" b="b"/>
              <a:pathLst>
                <a:path w="2389" h="995" extrusionOk="0">
                  <a:moveTo>
                    <a:pt x="2053" y="0"/>
                  </a:moveTo>
                  <a:cubicBezTo>
                    <a:pt x="2025" y="0"/>
                    <a:pt x="1997" y="4"/>
                    <a:pt x="1969" y="11"/>
                  </a:cubicBezTo>
                  <a:lnTo>
                    <a:pt x="257" y="441"/>
                  </a:lnTo>
                  <a:cubicBezTo>
                    <a:pt x="82" y="482"/>
                    <a:pt x="0" y="616"/>
                    <a:pt x="0" y="780"/>
                  </a:cubicBezTo>
                  <a:cubicBezTo>
                    <a:pt x="41" y="913"/>
                    <a:pt x="175" y="995"/>
                    <a:pt x="298" y="995"/>
                  </a:cubicBezTo>
                  <a:lnTo>
                    <a:pt x="380" y="995"/>
                  </a:lnTo>
                  <a:lnTo>
                    <a:pt x="2133" y="564"/>
                  </a:lnTo>
                  <a:cubicBezTo>
                    <a:pt x="2307" y="523"/>
                    <a:pt x="2389" y="359"/>
                    <a:pt x="2348" y="226"/>
                  </a:cubicBezTo>
                  <a:cubicBezTo>
                    <a:pt x="2314" y="81"/>
                    <a:pt x="2188" y="0"/>
                    <a:pt x="205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4" name="Google Shape;1304;p98"/>
          <p:cNvGrpSpPr/>
          <p:nvPr/>
        </p:nvGrpSpPr>
        <p:grpSpPr>
          <a:xfrm>
            <a:off x="4803688" y="3657550"/>
            <a:ext cx="266050" cy="345000"/>
            <a:chOff x="4803688" y="3657550"/>
            <a:chExt cx="266050" cy="345000"/>
          </a:xfrm>
        </p:grpSpPr>
        <p:sp>
          <p:nvSpPr>
            <p:cNvPr id="1305" name="Google Shape;1305;p98"/>
            <p:cNvSpPr/>
            <p:nvPr/>
          </p:nvSpPr>
          <p:spPr>
            <a:xfrm>
              <a:off x="4803688" y="3657550"/>
              <a:ext cx="266050" cy="345000"/>
            </a:xfrm>
            <a:custGeom>
              <a:avLst/>
              <a:gdLst/>
              <a:ahLst/>
              <a:cxnLst/>
              <a:rect l="l" t="t" r="r" b="b"/>
              <a:pathLst>
                <a:path w="10642" h="13800" extrusionOk="0">
                  <a:moveTo>
                    <a:pt x="10037" y="595"/>
                  </a:moveTo>
                  <a:lnTo>
                    <a:pt x="10037" y="10980"/>
                  </a:lnTo>
                  <a:lnTo>
                    <a:pt x="2307" y="10980"/>
                  </a:lnTo>
                  <a:lnTo>
                    <a:pt x="2307" y="595"/>
                  </a:lnTo>
                  <a:close/>
                  <a:moveTo>
                    <a:pt x="1753" y="595"/>
                  </a:moveTo>
                  <a:lnTo>
                    <a:pt x="1753" y="10980"/>
                  </a:lnTo>
                  <a:lnTo>
                    <a:pt x="1364" y="10980"/>
                  </a:lnTo>
                  <a:cubicBezTo>
                    <a:pt x="1066" y="10980"/>
                    <a:pt x="810" y="11062"/>
                    <a:pt x="554" y="11236"/>
                  </a:cubicBezTo>
                  <a:lnTo>
                    <a:pt x="554" y="1364"/>
                  </a:lnTo>
                  <a:cubicBezTo>
                    <a:pt x="554" y="944"/>
                    <a:pt x="943" y="595"/>
                    <a:pt x="1364" y="595"/>
                  </a:cubicBezTo>
                  <a:close/>
                  <a:moveTo>
                    <a:pt x="10037" y="11575"/>
                  </a:moveTo>
                  <a:lnTo>
                    <a:pt x="10037" y="13153"/>
                  </a:lnTo>
                  <a:lnTo>
                    <a:pt x="1456" y="13153"/>
                  </a:lnTo>
                  <a:cubicBezTo>
                    <a:pt x="1025" y="13153"/>
                    <a:pt x="646" y="12815"/>
                    <a:pt x="646" y="12385"/>
                  </a:cubicBezTo>
                  <a:cubicBezTo>
                    <a:pt x="595" y="11913"/>
                    <a:pt x="984" y="11575"/>
                    <a:pt x="1456" y="11575"/>
                  </a:cubicBezTo>
                  <a:close/>
                  <a:moveTo>
                    <a:pt x="1364" y="1"/>
                  </a:moveTo>
                  <a:cubicBezTo>
                    <a:pt x="595" y="1"/>
                    <a:pt x="0" y="636"/>
                    <a:pt x="0" y="1364"/>
                  </a:cubicBezTo>
                  <a:lnTo>
                    <a:pt x="0" y="12385"/>
                  </a:lnTo>
                  <a:cubicBezTo>
                    <a:pt x="0" y="13153"/>
                    <a:pt x="595" y="13799"/>
                    <a:pt x="1415" y="13799"/>
                  </a:cubicBezTo>
                  <a:lnTo>
                    <a:pt x="10334" y="13799"/>
                  </a:lnTo>
                  <a:cubicBezTo>
                    <a:pt x="10508" y="13799"/>
                    <a:pt x="10641" y="13666"/>
                    <a:pt x="10641" y="13502"/>
                  </a:cubicBezTo>
                  <a:lnTo>
                    <a:pt x="10641" y="11277"/>
                  </a:lnTo>
                  <a:lnTo>
                    <a:pt x="10641" y="298"/>
                  </a:lnTo>
                  <a:cubicBezTo>
                    <a:pt x="10641" y="124"/>
                    <a:pt x="10508" y="1"/>
                    <a:pt x="10334"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98"/>
            <p:cNvSpPr/>
            <p:nvPr/>
          </p:nvSpPr>
          <p:spPr>
            <a:xfrm>
              <a:off x="4895438" y="3746225"/>
              <a:ext cx="125100" cy="113050"/>
            </a:xfrm>
            <a:custGeom>
              <a:avLst/>
              <a:gdLst/>
              <a:ahLst/>
              <a:cxnLst/>
              <a:rect l="l" t="t" r="r" b="b"/>
              <a:pathLst>
                <a:path w="5004" h="4522" extrusionOk="0">
                  <a:moveTo>
                    <a:pt x="3588" y="595"/>
                  </a:moveTo>
                  <a:cubicBezTo>
                    <a:pt x="4060" y="595"/>
                    <a:pt x="4409" y="934"/>
                    <a:pt x="4409" y="1364"/>
                  </a:cubicBezTo>
                  <a:cubicBezTo>
                    <a:pt x="4409" y="1580"/>
                    <a:pt x="4316" y="1795"/>
                    <a:pt x="4193" y="1959"/>
                  </a:cubicBezTo>
                  <a:lnTo>
                    <a:pt x="2522" y="3804"/>
                  </a:lnTo>
                  <a:lnTo>
                    <a:pt x="820" y="1959"/>
                  </a:lnTo>
                  <a:cubicBezTo>
                    <a:pt x="687" y="1795"/>
                    <a:pt x="605" y="1580"/>
                    <a:pt x="605" y="1364"/>
                  </a:cubicBezTo>
                  <a:cubicBezTo>
                    <a:pt x="605" y="934"/>
                    <a:pt x="943" y="595"/>
                    <a:pt x="1415" y="595"/>
                  </a:cubicBezTo>
                  <a:cubicBezTo>
                    <a:pt x="1630" y="595"/>
                    <a:pt x="1794" y="677"/>
                    <a:pt x="1969" y="811"/>
                  </a:cubicBezTo>
                  <a:lnTo>
                    <a:pt x="2307" y="1149"/>
                  </a:lnTo>
                  <a:cubicBezTo>
                    <a:pt x="2358" y="1190"/>
                    <a:pt x="2440" y="1241"/>
                    <a:pt x="2522" y="1241"/>
                  </a:cubicBezTo>
                  <a:cubicBezTo>
                    <a:pt x="2563" y="1241"/>
                    <a:pt x="2655" y="1190"/>
                    <a:pt x="2697" y="1149"/>
                  </a:cubicBezTo>
                  <a:lnTo>
                    <a:pt x="3035" y="811"/>
                  </a:lnTo>
                  <a:cubicBezTo>
                    <a:pt x="3209" y="677"/>
                    <a:pt x="3383" y="595"/>
                    <a:pt x="3588" y="595"/>
                  </a:cubicBezTo>
                  <a:close/>
                  <a:moveTo>
                    <a:pt x="1415" y="1"/>
                  </a:moveTo>
                  <a:cubicBezTo>
                    <a:pt x="646" y="1"/>
                    <a:pt x="0" y="595"/>
                    <a:pt x="0" y="1364"/>
                  </a:cubicBezTo>
                  <a:cubicBezTo>
                    <a:pt x="0" y="1754"/>
                    <a:pt x="175" y="2092"/>
                    <a:pt x="390" y="2348"/>
                  </a:cubicBezTo>
                  <a:lnTo>
                    <a:pt x="2266" y="4440"/>
                  </a:lnTo>
                  <a:cubicBezTo>
                    <a:pt x="2358" y="4481"/>
                    <a:pt x="2440" y="4522"/>
                    <a:pt x="2522" y="4522"/>
                  </a:cubicBezTo>
                  <a:cubicBezTo>
                    <a:pt x="2563" y="4522"/>
                    <a:pt x="2655" y="4481"/>
                    <a:pt x="2738" y="4440"/>
                  </a:cubicBezTo>
                  <a:lnTo>
                    <a:pt x="4614" y="2348"/>
                  </a:lnTo>
                  <a:cubicBezTo>
                    <a:pt x="4870" y="2092"/>
                    <a:pt x="5003" y="1754"/>
                    <a:pt x="5003" y="1364"/>
                  </a:cubicBezTo>
                  <a:cubicBezTo>
                    <a:pt x="5003" y="595"/>
                    <a:pt x="4357" y="1"/>
                    <a:pt x="3588" y="1"/>
                  </a:cubicBezTo>
                  <a:cubicBezTo>
                    <a:pt x="3250" y="1"/>
                    <a:pt x="2912" y="124"/>
                    <a:pt x="2655" y="380"/>
                  </a:cubicBezTo>
                  <a:lnTo>
                    <a:pt x="2522" y="513"/>
                  </a:lnTo>
                  <a:lnTo>
                    <a:pt x="2358" y="380"/>
                  </a:lnTo>
                  <a:cubicBezTo>
                    <a:pt x="2102" y="124"/>
                    <a:pt x="1753" y="1"/>
                    <a:pt x="1415"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98"/>
            <p:cNvSpPr/>
            <p:nvPr/>
          </p:nvSpPr>
          <p:spPr>
            <a:xfrm>
              <a:off x="4906188" y="3888225"/>
              <a:ext cx="103575" cy="14875"/>
            </a:xfrm>
            <a:custGeom>
              <a:avLst/>
              <a:gdLst/>
              <a:ahLst/>
              <a:cxnLst/>
              <a:rect l="l" t="t" r="r" b="b"/>
              <a:pathLst>
                <a:path w="4143" h="595" extrusionOk="0">
                  <a:moveTo>
                    <a:pt x="339" y="0"/>
                  </a:moveTo>
                  <a:cubicBezTo>
                    <a:pt x="134" y="0"/>
                    <a:pt x="1" y="174"/>
                    <a:pt x="42" y="338"/>
                  </a:cubicBezTo>
                  <a:cubicBezTo>
                    <a:pt x="42" y="472"/>
                    <a:pt x="175" y="595"/>
                    <a:pt x="339" y="595"/>
                  </a:cubicBezTo>
                  <a:lnTo>
                    <a:pt x="3804" y="595"/>
                  </a:lnTo>
                  <a:cubicBezTo>
                    <a:pt x="4020" y="595"/>
                    <a:pt x="4143" y="431"/>
                    <a:pt x="4102" y="256"/>
                  </a:cubicBezTo>
                  <a:cubicBezTo>
                    <a:pt x="4102" y="82"/>
                    <a:pt x="3979" y="0"/>
                    <a:pt x="3804"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98"/>
            <p:cNvSpPr/>
            <p:nvPr/>
          </p:nvSpPr>
          <p:spPr>
            <a:xfrm>
              <a:off x="4922338" y="3702400"/>
              <a:ext cx="71525" cy="13875"/>
            </a:xfrm>
            <a:custGeom>
              <a:avLst/>
              <a:gdLst/>
              <a:ahLst/>
              <a:cxnLst/>
              <a:rect l="l" t="t" r="r" b="b"/>
              <a:pathLst>
                <a:path w="2861" h="555" extrusionOk="0">
                  <a:moveTo>
                    <a:pt x="339" y="1"/>
                  </a:moveTo>
                  <a:cubicBezTo>
                    <a:pt x="165" y="1"/>
                    <a:pt x="1" y="124"/>
                    <a:pt x="42" y="339"/>
                  </a:cubicBezTo>
                  <a:cubicBezTo>
                    <a:pt x="83" y="472"/>
                    <a:pt x="206" y="554"/>
                    <a:pt x="339" y="554"/>
                  </a:cubicBezTo>
                  <a:lnTo>
                    <a:pt x="2512" y="554"/>
                  </a:lnTo>
                  <a:cubicBezTo>
                    <a:pt x="2687" y="554"/>
                    <a:pt x="2861" y="431"/>
                    <a:pt x="2820" y="216"/>
                  </a:cubicBezTo>
                  <a:cubicBezTo>
                    <a:pt x="2769" y="83"/>
                    <a:pt x="2646" y="1"/>
                    <a:pt x="25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9" name="Google Shape;1309;p98"/>
          <p:cNvGrpSpPr/>
          <p:nvPr/>
        </p:nvGrpSpPr>
        <p:grpSpPr>
          <a:xfrm>
            <a:off x="2532463" y="3657550"/>
            <a:ext cx="278600" cy="345000"/>
            <a:chOff x="2532463" y="3657550"/>
            <a:chExt cx="278600" cy="345000"/>
          </a:xfrm>
        </p:grpSpPr>
        <p:sp>
          <p:nvSpPr>
            <p:cNvPr id="1310" name="Google Shape;1310;p98"/>
            <p:cNvSpPr/>
            <p:nvPr/>
          </p:nvSpPr>
          <p:spPr>
            <a:xfrm>
              <a:off x="2752363"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98"/>
            <p:cNvSpPr/>
            <p:nvPr/>
          </p:nvSpPr>
          <p:spPr>
            <a:xfrm>
              <a:off x="2708538"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98"/>
            <p:cNvSpPr/>
            <p:nvPr/>
          </p:nvSpPr>
          <p:spPr>
            <a:xfrm>
              <a:off x="2598588" y="3950225"/>
              <a:ext cx="58725" cy="52325"/>
            </a:xfrm>
            <a:custGeom>
              <a:avLst/>
              <a:gdLst/>
              <a:ahLst/>
              <a:cxnLst/>
              <a:rect l="l" t="t" r="r" b="b"/>
              <a:pathLst>
                <a:path w="2349" h="2093" extrusionOk="0">
                  <a:moveTo>
                    <a:pt x="1" y="1"/>
                  </a:moveTo>
                  <a:lnTo>
                    <a:pt x="1" y="1795"/>
                  </a:lnTo>
                  <a:cubicBezTo>
                    <a:pt x="1" y="1918"/>
                    <a:pt x="83" y="2051"/>
                    <a:pt x="216" y="2051"/>
                  </a:cubicBezTo>
                  <a:cubicBezTo>
                    <a:pt x="257" y="2072"/>
                    <a:pt x="288" y="2082"/>
                    <a:pt x="313" y="2082"/>
                  </a:cubicBezTo>
                  <a:cubicBezTo>
                    <a:pt x="339" y="2082"/>
                    <a:pt x="359" y="2072"/>
                    <a:pt x="380" y="2051"/>
                  </a:cubicBezTo>
                  <a:lnTo>
                    <a:pt x="1200" y="1836"/>
                  </a:lnTo>
                  <a:lnTo>
                    <a:pt x="1969" y="2051"/>
                  </a:lnTo>
                  <a:cubicBezTo>
                    <a:pt x="2010" y="2092"/>
                    <a:pt x="2010" y="2092"/>
                    <a:pt x="2051" y="2092"/>
                  </a:cubicBezTo>
                  <a:cubicBezTo>
                    <a:pt x="2133" y="2092"/>
                    <a:pt x="2266" y="2051"/>
                    <a:pt x="2307" y="1918"/>
                  </a:cubicBezTo>
                  <a:cubicBezTo>
                    <a:pt x="2348" y="1877"/>
                    <a:pt x="2348" y="1836"/>
                    <a:pt x="2348" y="1795"/>
                  </a:cubicBezTo>
                  <a:lnTo>
                    <a:pt x="2348" y="1"/>
                  </a:lnTo>
                  <a:lnTo>
                    <a:pt x="1754" y="1"/>
                  </a:lnTo>
                  <a:lnTo>
                    <a:pt x="1754" y="1405"/>
                  </a:lnTo>
                  <a:lnTo>
                    <a:pt x="1241" y="1231"/>
                  </a:lnTo>
                  <a:lnTo>
                    <a:pt x="1108" y="1231"/>
                  </a:lnTo>
                  <a:lnTo>
                    <a:pt x="595" y="1405"/>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98"/>
            <p:cNvSpPr/>
            <p:nvPr/>
          </p:nvSpPr>
          <p:spPr>
            <a:xfrm>
              <a:off x="2532463" y="3657550"/>
              <a:ext cx="278600" cy="300150"/>
            </a:xfrm>
            <a:custGeom>
              <a:avLst/>
              <a:gdLst/>
              <a:ahLst/>
              <a:cxnLst/>
              <a:rect l="l" t="t" r="r" b="b"/>
              <a:pathLst>
                <a:path w="11144" h="12006" extrusionOk="0">
                  <a:moveTo>
                    <a:pt x="9606" y="595"/>
                  </a:moveTo>
                  <a:cubicBezTo>
                    <a:pt x="10119" y="595"/>
                    <a:pt x="10549" y="1026"/>
                    <a:pt x="10549" y="1539"/>
                  </a:cubicBezTo>
                  <a:lnTo>
                    <a:pt x="10549" y="10509"/>
                  </a:lnTo>
                  <a:cubicBezTo>
                    <a:pt x="10549" y="11021"/>
                    <a:pt x="10119" y="11400"/>
                    <a:pt x="9606" y="11400"/>
                  </a:cubicBezTo>
                  <a:lnTo>
                    <a:pt x="2000" y="11400"/>
                  </a:lnTo>
                  <a:cubicBezTo>
                    <a:pt x="1702" y="11400"/>
                    <a:pt x="1487" y="11195"/>
                    <a:pt x="1487" y="10888"/>
                  </a:cubicBezTo>
                  <a:lnTo>
                    <a:pt x="1487" y="10252"/>
                  </a:lnTo>
                  <a:lnTo>
                    <a:pt x="2051" y="10252"/>
                  </a:lnTo>
                  <a:cubicBezTo>
                    <a:pt x="2215" y="10252"/>
                    <a:pt x="2348" y="10170"/>
                    <a:pt x="2389" y="9996"/>
                  </a:cubicBezTo>
                  <a:cubicBezTo>
                    <a:pt x="2389" y="9822"/>
                    <a:pt x="2256" y="9658"/>
                    <a:pt x="2092" y="9658"/>
                  </a:cubicBezTo>
                  <a:lnTo>
                    <a:pt x="1487" y="9658"/>
                  </a:lnTo>
                  <a:lnTo>
                    <a:pt x="1487" y="7648"/>
                  </a:lnTo>
                  <a:lnTo>
                    <a:pt x="2051" y="7648"/>
                  </a:lnTo>
                  <a:cubicBezTo>
                    <a:pt x="2215" y="7648"/>
                    <a:pt x="2348" y="7556"/>
                    <a:pt x="2389" y="7392"/>
                  </a:cubicBezTo>
                  <a:cubicBezTo>
                    <a:pt x="2389" y="7218"/>
                    <a:pt x="2256" y="7044"/>
                    <a:pt x="2092" y="7044"/>
                  </a:cubicBezTo>
                  <a:lnTo>
                    <a:pt x="1487" y="7044"/>
                  </a:lnTo>
                  <a:lnTo>
                    <a:pt x="1487" y="4993"/>
                  </a:lnTo>
                  <a:lnTo>
                    <a:pt x="2051" y="4993"/>
                  </a:lnTo>
                  <a:cubicBezTo>
                    <a:pt x="2215" y="4993"/>
                    <a:pt x="2348" y="4911"/>
                    <a:pt x="2389" y="4788"/>
                  </a:cubicBezTo>
                  <a:cubicBezTo>
                    <a:pt x="2389" y="4573"/>
                    <a:pt x="2256" y="4440"/>
                    <a:pt x="2092" y="4440"/>
                  </a:cubicBezTo>
                  <a:lnTo>
                    <a:pt x="1487" y="4440"/>
                  </a:lnTo>
                  <a:lnTo>
                    <a:pt x="1487" y="2389"/>
                  </a:lnTo>
                  <a:lnTo>
                    <a:pt x="2051" y="2389"/>
                  </a:lnTo>
                  <a:cubicBezTo>
                    <a:pt x="2215" y="2389"/>
                    <a:pt x="2348" y="2307"/>
                    <a:pt x="2389" y="2133"/>
                  </a:cubicBezTo>
                  <a:cubicBezTo>
                    <a:pt x="2389" y="1969"/>
                    <a:pt x="2256" y="1795"/>
                    <a:pt x="2092" y="1795"/>
                  </a:cubicBezTo>
                  <a:lnTo>
                    <a:pt x="1487" y="1795"/>
                  </a:lnTo>
                  <a:lnTo>
                    <a:pt x="1487" y="1108"/>
                  </a:lnTo>
                  <a:cubicBezTo>
                    <a:pt x="1487" y="811"/>
                    <a:pt x="1702" y="595"/>
                    <a:pt x="2000" y="595"/>
                  </a:cubicBezTo>
                  <a:close/>
                  <a:moveTo>
                    <a:pt x="2000" y="1"/>
                  </a:moveTo>
                  <a:cubicBezTo>
                    <a:pt x="1405" y="1"/>
                    <a:pt x="893" y="513"/>
                    <a:pt x="893" y="1108"/>
                  </a:cubicBezTo>
                  <a:lnTo>
                    <a:pt x="893" y="1795"/>
                  </a:lnTo>
                  <a:lnTo>
                    <a:pt x="339" y="1795"/>
                  </a:lnTo>
                  <a:cubicBezTo>
                    <a:pt x="165" y="1795"/>
                    <a:pt x="42" y="1918"/>
                    <a:pt x="42" y="2051"/>
                  </a:cubicBezTo>
                  <a:cubicBezTo>
                    <a:pt x="1" y="2266"/>
                    <a:pt x="165" y="2389"/>
                    <a:pt x="339" y="2389"/>
                  </a:cubicBezTo>
                  <a:lnTo>
                    <a:pt x="893" y="2389"/>
                  </a:lnTo>
                  <a:lnTo>
                    <a:pt x="893" y="4440"/>
                  </a:lnTo>
                  <a:lnTo>
                    <a:pt x="339" y="4440"/>
                  </a:lnTo>
                  <a:cubicBezTo>
                    <a:pt x="165" y="4440"/>
                    <a:pt x="42" y="4532"/>
                    <a:pt x="42" y="4655"/>
                  </a:cubicBezTo>
                  <a:cubicBezTo>
                    <a:pt x="1" y="4870"/>
                    <a:pt x="165" y="4993"/>
                    <a:pt x="339" y="4993"/>
                  </a:cubicBezTo>
                  <a:lnTo>
                    <a:pt x="893" y="4993"/>
                  </a:lnTo>
                  <a:lnTo>
                    <a:pt x="893" y="7044"/>
                  </a:lnTo>
                  <a:lnTo>
                    <a:pt x="339" y="7044"/>
                  </a:lnTo>
                  <a:cubicBezTo>
                    <a:pt x="165" y="7044"/>
                    <a:pt x="42" y="7177"/>
                    <a:pt x="42" y="7300"/>
                  </a:cubicBezTo>
                  <a:cubicBezTo>
                    <a:pt x="1" y="7474"/>
                    <a:pt x="165" y="7648"/>
                    <a:pt x="339" y="7648"/>
                  </a:cubicBezTo>
                  <a:lnTo>
                    <a:pt x="893" y="7648"/>
                  </a:lnTo>
                  <a:lnTo>
                    <a:pt x="893" y="9658"/>
                  </a:lnTo>
                  <a:lnTo>
                    <a:pt x="339" y="9658"/>
                  </a:lnTo>
                  <a:cubicBezTo>
                    <a:pt x="165" y="9658"/>
                    <a:pt x="42" y="9781"/>
                    <a:pt x="42" y="9914"/>
                  </a:cubicBezTo>
                  <a:cubicBezTo>
                    <a:pt x="1" y="10078"/>
                    <a:pt x="165" y="10252"/>
                    <a:pt x="339" y="10252"/>
                  </a:cubicBezTo>
                  <a:lnTo>
                    <a:pt x="893" y="10252"/>
                  </a:lnTo>
                  <a:lnTo>
                    <a:pt x="893" y="10888"/>
                  </a:lnTo>
                  <a:cubicBezTo>
                    <a:pt x="893" y="11534"/>
                    <a:pt x="1405" y="12005"/>
                    <a:pt x="2000" y="12005"/>
                  </a:cubicBezTo>
                  <a:lnTo>
                    <a:pt x="9606" y="12005"/>
                  </a:lnTo>
                  <a:cubicBezTo>
                    <a:pt x="10457" y="12005"/>
                    <a:pt x="11144" y="11318"/>
                    <a:pt x="11144" y="10509"/>
                  </a:cubicBezTo>
                  <a:lnTo>
                    <a:pt x="11144" y="1539"/>
                  </a:lnTo>
                  <a:cubicBezTo>
                    <a:pt x="11144" y="688"/>
                    <a:pt x="10457" y="1"/>
                    <a:pt x="960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98"/>
            <p:cNvSpPr/>
            <p:nvPr/>
          </p:nvSpPr>
          <p:spPr>
            <a:xfrm>
              <a:off x="2619863" y="3702400"/>
              <a:ext cx="60000" cy="14900"/>
            </a:xfrm>
            <a:custGeom>
              <a:avLst/>
              <a:gdLst/>
              <a:ahLst/>
              <a:cxnLst/>
              <a:rect l="l" t="t" r="r" b="b"/>
              <a:pathLst>
                <a:path w="2400" h="596" extrusionOk="0">
                  <a:moveTo>
                    <a:pt x="349" y="1"/>
                  </a:moveTo>
                  <a:cubicBezTo>
                    <a:pt x="134" y="1"/>
                    <a:pt x="0" y="175"/>
                    <a:pt x="41" y="339"/>
                  </a:cubicBezTo>
                  <a:cubicBezTo>
                    <a:pt x="41" y="513"/>
                    <a:pt x="175" y="595"/>
                    <a:pt x="349" y="595"/>
                  </a:cubicBezTo>
                  <a:lnTo>
                    <a:pt x="2092" y="595"/>
                  </a:lnTo>
                  <a:cubicBezTo>
                    <a:pt x="2266" y="595"/>
                    <a:pt x="2399" y="472"/>
                    <a:pt x="2348" y="257"/>
                  </a:cubicBezTo>
                  <a:cubicBezTo>
                    <a:pt x="2348" y="124"/>
                    <a:pt x="2225" y="1"/>
                    <a:pt x="20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98"/>
            <p:cNvSpPr/>
            <p:nvPr/>
          </p:nvSpPr>
          <p:spPr>
            <a:xfrm>
              <a:off x="2619863" y="3746225"/>
              <a:ext cx="38475" cy="14900"/>
            </a:xfrm>
            <a:custGeom>
              <a:avLst/>
              <a:gdLst/>
              <a:ahLst/>
              <a:cxnLst/>
              <a:rect l="l" t="t" r="r" b="b"/>
              <a:pathLst>
                <a:path w="1539" h="596" extrusionOk="0">
                  <a:moveTo>
                    <a:pt x="349" y="1"/>
                  </a:moveTo>
                  <a:cubicBezTo>
                    <a:pt x="134" y="1"/>
                    <a:pt x="0" y="165"/>
                    <a:pt x="41" y="339"/>
                  </a:cubicBezTo>
                  <a:cubicBezTo>
                    <a:pt x="41" y="513"/>
                    <a:pt x="175" y="595"/>
                    <a:pt x="349" y="595"/>
                  </a:cubicBezTo>
                  <a:lnTo>
                    <a:pt x="1200" y="595"/>
                  </a:lnTo>
                  <a:cubicBezTo>
                    <a:pt x="1374" y="595"/>
                    <a:pt x="1538" y="421"/>
                    <a:pt x="1497" y="257"/>
                  </a:cubicBezTo>
                  <a:cubicBezTo>
                    <a:pt x="1456" y="124"/>
                    <a:pt x="1323" y="1"/>
                    <a:pt x="120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6" name="Google Shape;1316;p98"/>
          <p:cNvGrpSpPr/>
          <p:nvPr/>
        </p:nvGrpSpPr>
        <p:grpSpPr>
          <a:xfrm>
            <a:off x="3247763" y="3702400"/>
            <a:ext cx="345000" cy="255300"/>
            <a:chOff x="3247763" y="3702400"/>
            <a:chExt cx="345000" cy="255300"/>
          </a:xfrm>
        </p:grpSpPr>
        <p:sp>
          <p:nvSpPr>
            <p:cNvPr id="1317" name="Google Shape;1317;p98"/>
            <p:cNvSpPr/>
            <p:nvPr/>
          </p:nvSpPr>
          <p:spPr>
            <a:xfrm>
              <a:off x="3466638" y="3704450"/>
              <a:ext cx="47175" cy="212500"/>
            </a:xfrm>
            <a:custGeom>
              <a:avLst/>
              <a:gdLst/>
              <a:ahLst/>
              <a:cxnLst/>
              <a:rect l="l" t="t" r="r" b="b"/>
              <a:pathLst>
                <a:path w="1887" h="8500" extrusionOk="0">
                  <a:moveTo>
                    <a:pt x="564" y="1"/>
                  </a:moveTo>
                  <a:lnTo>
                    <a:pt x="134" y="431"/>
                  </a:lnTo>
                  <a:lnTo>
                    <a:pt x="984" y="1323"/>
                  </a:lnTo>
                  <a:lnTo>
                    <a:pt x="134" y="2184"/>
                  </a:lnTo>
                  <a:cubicBezTo>
                    <a:pt x="52" y="2266"/>
                    <a:pt x="52" y="2307"/>
                    <a:pt x="52" y="2400"/>
                  </a:cubicBezTo>
                  <a:cubicBezTo>
                    <a:pt x="52" y="2482"/>
                    <a:pt x="52" y="2564"/>
                    <a:pt x="134" y="2605"/>
                  </a:cubicBezTo>
                  <a:lnTo>
                    <a:pt x="984" y="3507"/>
                  </a:lnTo>
                  <a:lnTo>
                    <a:pt x="134" y="4399"/>
                  </a:lnTo>
                  <a:cubicBezTo>
                    <a:pt x="0" y="4491"/>
                    <a:pt x="0" y="4706"/>
                    <a:pt x="134" y="4788"/>
                  </a:cubicBezTo>
                  <a:lnTo>
                    <a:pt x="984" y="5680"/>
                  </a:lnTo>
                  <a:lnTo>
                    <a:pt x="134" y="6582"/>
                  </a:lnTo>
                  <a:cubicBezTo>
                    <a:pt x="0" y="6664"/>
                    <a:pt x="0" y="6839"/>
                    <a:pt x="93" y="6962"/>
                  </a:cubicBezTo>
                  <a:lnTo>
                    <a:pt x="1415" y="8499"/>
                  </a:lnTo>
                  <a:lnTo>
                    <a:pt x="1887" y="8120"/>
                  </a:lnTo>
                  <a:lnTo>
                    <a:pt x="728" y="6798"/>
                  </a:lnTo>
                  <a:lnTo>
                    <a:pt x="1630" y="5895"/>
                  </a:lnTo>
                  <a:cubicBezTo>
                    <a:pt x="1671" y="5854"/>
                    <a:pt x="1712" y="5772"/>
                    <a:pt x="1712" y="5680"/>
                  </a:cubicBezTo>
                  <a:cubicBezTo>
                    <a:pt x="1712" y="5598"/>
                    <a:pt x="1671" y="5516"/>
                    <a:pt x="1630" y="5475"/>
                  </a:cubicBezTo>
                  <a:lnTo>
                    <a:pt x="728" y="4573"/>
                  </a:lnTo>
                  <a:lnTo>
                    <a:pt x="1630" y="3722"/>
                  </a:lnTo>
                  <a:cubicBezTo>
                    <a:pt x="1671" y="3630"/>
                    <a:pt x="1712" y="3589"/>
                    <a:pt x="1712" y="3507"/>
                  </a:cubicBezTo>
                  <a:cubicBezTo>
                    <a:pt x="1712" y="3425"/>
                    <a:pt x="1671" y="3333"/>
                    <a:pt x="1630" y="3292"/>
                  </a:cubicBezTo>
                  <a:lnTo>
                    <a:pt x="728" y="2400"/>
                  </a:lnTo>
                  <a:lnTo>
                    <a:pt x="1630" y="1539"/>
                  </a:lnTo>
                  <a:cubicBezTo>
                    <a:pt x="1753" y="1416"/>
                    <a:pt x="1753" y="1200"/>
                    <a:pt x="1630" y="1118"/>
                  </a:cubicBezTo>
                  <a:lnTo>
                    <a:pt x="564"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98"/>
            <p:cNvSpPr/>
            <p:nvPr/>
          </p:nvSpPr>
          <p:spPr>
            <a:xfrm>
              <a:off x="3247763" y="3702400"/>
              <a:ext cx="345000" cy="255300"/>
            </a:xfrm>
            <a:custGeom>
              <a:avLst/>
              <a:gdLst/>
              <a:ahLst/>
              <a:cxnLst/>
              <a:rect l="l" t="t" r="r" b="b"/>
              <a:pathLst>
                <a:path w="13800" h="10212" extrusionOk="0">
                  <a:moveTo>
                    <a:pt x="5167" y="595"/>
                  </a:moveTo>
                  <a:cubicBezTo>
                    <a:pt x="5731" y="595"/>
                    <a:pt x="6244" y="852"/>
                    <a:pt x="6623" y="1282"/>
                  </a:cubicBezTo>
                  <a:lnTo>
                    <a:pt x="6623" y="2092"/>
                  </a:lnTo>
                  <a:lnTo>
                    <a:pt x="6623" y="8540"/>
                  </a:lnTo>
                  <a:cubicBezTo>
                    <a:pt x="6192" y="8243"/>
                    <a:pt x="5680" y="8069"/>
                    <a:pt x="5167" y="8069"/>
                  </a:cubicBezTo>
                  <a:lnTo>
                    <a:pt x="605" y="8069"/>
                  </a:lnTo>
                  <a:lnTo>
                    <a:pt x="605" y="595"/>
                  </a:lnTo>
                  <a:close/>
                  <a:moveTo>
                    <a:pt x="13204" y="595"/>
                  </a:moveTo>
                  <a:lnTo>
                    <a:pt x="13204" y="8069"/>
                  </a:lnTo>
                  <a:lnTo>
                    <a:pt x="8632" y="8069"/>
                  </a:lnTo>
                  <a:cubicBezTo>
                    <a:pt x="8120" y="8069"/>
                    <a:pt x="7607" y="8243"/>
                    <a:pt x="7177" y="8540"/>
                  </a:cubicBezTo>
                  <a:lnTo>
                    <a:pt x="7177" y="2092"/>
                  </a:lnTo>
                  <a:lnTo>
                    <a:pt x="7177" y="1282"/>
                  </a:lnTo>
                  <a:cubicBezTo>
                    <a:pt x="7566" y="852"/>
                    <a:pt x="8079" y="595"/>
                    <a:pt x="8632" y="595"/>
                  </a:cubicBezTo>
                  <a:close/>
                  <a:moveTo>
                    <a:pt x="5167" y="8674"/>
                  </a:moveTo>
                  <a:cubicBezTo>
                    <a:pt x="5598" y="8674"/>
                    <a:pt x="6028" y="8838"/>
                    <a:pt x="6367" y="9094"/>
                  </a:cubicBezTo>
                  <a:cubicBezTo>
                    <a:pt x="6151" y="9227"/>
                    <a:pt x="5936" y="9401"/>
                    <a:pt x="5854" y="9606"/>
                  </a:cubicBezTo>
                  <a:lnTo>
                    <a:pt x="605" y="9606"/>
                  </a:lnTo>
                  <a:lnTo>
                    <a:pt x="605" y="8674"/>
                  </a:lnTo>
                  <a:close/>
                  <a:moveTo>
                    <a:pt x="13204" y="8674"/>
                  </a:moveTo>
                  <a:lnTo>
                    <a:pt x="13204" y="9606"/>
                  </a:lnTo>
                  <a:lnTo>
                    <a:pt x="7945" y="9606"/>
                  </a:lnTo>
                  <a:cubicBezTo>
                    <a:pt x="7863" y="9401"/>
                    <a:pt x="7648" y="9227"/>
                    <a:pt x="7433" y="9094"/>
                  </a:cubicBezTo>
                  <a:cubicBezTo>
                    <a:pt x="7781" y="8838"/>
                    <a:pt x="8202" y="8674"/>
                    <a:pt x="8632" y="8674"/>
                  </a:cubicBezTo>
                  <a:close/>
                  <a:moveTo>
                    <a:pt x="298" y="1"/>
                  </a:moveTo>
                  <a:cubicBezTo>
                    <a:pt x="134" y="1"/>
                    <a:pt x="1" y="124"/>
                    <a:pt x="1" y="298"/>
                  </a:cubicBezTo>
                  <a:lnTo>
                    <a:pt x="1" y="8417"/>
                  </a:lnTo>
                  <a:lnTo>
                    <a:pt x="1" y="9914"/>
                  </a:lnTo>
                  <a:cubicBezTo>
                    <a:pt x="1" y="10078"/>
                    <a:pt x="134" y="10211"/>
                    <a:pt x="298" y="10211"/>
                  </a:cubicBezTo>
                  <a:lnTo>
                    <a:pt x="6028" y="10211"/>
                  </a:lnTo>
                  <a:cubicBezTo>
                    <a:pt x="6151" y="10211"/>
                    <a:pt x="6285" y="10119"/>
                    <a:pt x="6326" y="9996"/>
                  </a:cubicBezTo>
                  <a:cubicBezTo>
                    <a:pt x="6408" y="9740"/>
                    <a:pt x="6623" y="9565"/>
                    <a:pt x="6879" y="9565"/>
                  </a:cubicBezTo>
                  <a:lnTo>
                    <a:pt x="6920" y="9565"/>
                  </a:lnTo>
                  <a:cubicBezTo>
                    <a:pt x="7177" y="9565"/>
                    <a:pt x="7392" y="9740"/>
                    <a:pt x="7474" y="9996"/>
                  </a:cubicBezTo>
                  <a:cubicBezTo>
                    <a:pt x="7525" y="10119"/>
                    <a:pt x="7648" y="10211"/>
                    <a:pt x="7781" y="10211"/>
                  </a:cubicBezTo>
                  <a:lnTo>
                    <a:pt x="13502" y="10211"/>
                  </a:lnTo>
                  <a:cubicBezTo>
                    <a:pt x="13676" y="10211"/>
                    <a:pt x="13799" y="10078"/>
                    <a:pt x="13799" y="9914"/>
                  </a:cubicBezTo>
                  <a:lnTo>
                    <a:pt x="13799" y="8376"/>
                  </a:lnTo>
                  <a:lnTo>
                    <a:pt x="13799" y="298"/>
                  </a:lnTo>
                  <a:cubicBezTo>
                    <a:pt x="13799" y="124"/>
                    <a:pt x="13676" y="1"/>
                    <a:pt x="13502" y="1"/>
                  </a:cubicBezTo>
                  <a:lnTo>
                    <a:pt x="8632" y="1"/>
                  </a:lnTo>
                  <a:cubicBezTo>
                    <a:pt x="7986" y="1"/>
                    <a:pt x="7351" y="257"/>
                    <a:pt x="6879" y="729"/>
                  </a:cubicBezTo>
                  <a:cubicBezTo>
                    <a:pt x="6449" y="257"/>
                    <a:pt x="5813" y="1"/>
                    <a:pt x="5167"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98"/>
            <p:cNvSpPr/>
            <p:nvPr/>
          </p:nvSpPr>
          <p:spPr>
            <a:xfrm>
              <a:off x="3291588" y="3751625"/>
              <a:ext cx="93050" cy="14875"/>
            </a:xfrm>
            <a:custGeom>
              <a:avLst/>
              <a:gdLst/>
              <a:ahLst/>
              <a:cxnLst/>
              <a:rect l="l" t="t" r="r" b="b"/>
              <a:pathLst>
                <a:path w="3722" h="595" extrusionOk="0">
                  <a:moveTo>
                    <a:pt x="339" y="0"/>
                  </a:moveTo>
                  <a:cubicBezTo>
                    <a:pt x="175" y="0"/>
                    <a:pt x="1" y="164"/>
                    <a:pt x="42" y="338"/>
                  </a:cubicBezTo>
                  <a:cubicBezTo>
                    <a:pt x="83" y="513"/>
                    <a:pt x="216" y="595"/>
                    <a:pt x="339" y="595"/>
                  </a:cubicBezTo>
                  <a:lnTo>
                    <a:pt x="3373" y="595"/>
                  </a:lnTo>
                  <a:cubicBezTo>
                    <a:pt x="3589" y="595"/>
                    <a:pt x="3722" y="461"/>
                    <a:pt x="3671" y="256"/>
                  </a:cubicBezTo>
                  <a:cubicBezTo>
                    <a:pt x="3671" y="123"/>
                    <a:pt x="3548"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98"/>
            <p:cNvSpPr/>
            <p:nvPr/>
          </p:nvSpPr>
          <p:spPr>
            <a:xfrm>
              <a:off x="3291588" y="3800575"/>
              <a:ext cx="93050" cy="15125"/>
            </a:xfrm>
            <a:custGeom>
              <a:avLst/>
              <a:gdLst/>
              <a:ahLst/>
              <a:cxnLst/>
              <a:rect l="l" t="t" r="r" b="b"/>
              <a:pathLst>
                <a:path w="3722" h="605" extrusionOk="0">
                  <a:moveTo>
                    <a:pt x="339" y="0"/>
                  </a:moveTo>
                  <a:cubicBezTo>
                    <a:pt x="175" y="0"/>
                    <a:pt x="1" y="174"/>
                    <a:pt x="42" y="349"/>
                  </a:cubicBezTo>
                  <a:cubicBezTo>
                    <a:pt x="83" y="513"/>
                    <a:pt x="216" y="605"/>
                    <a:pt x="339" y="605"/>
                  </a:cubicBezTo>
                  <a:lnTo>
                    <a:pt x="3373" y="605"/>
                  </a:lnTo>
                  <a:cubicBezTo>
                    <a:pt x="3589" y="605"/>
                    <a:pt x="3722" y="472"/>
                    <a:pt x="3671" y="256"/>
                  </a:cubicBezTo>
                  <a:cubicBezTo>
                    <a:pt x="3671" y="133"/>
                    <a:pt x="3548"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98"/>
            <p:cNvSpPr/>
            <p:nvPr/>
          </p:nvSpPr>
          <p:spPr>
            <a:xfrm>
              <a:off x="3291588" y="3849775"/>
              <a:ext cx="82300" cy="14875"/>
            </a:xfrm>
            <a:custGeom>
              <a:avLst/>
              <a:gdLst/>
              <a:ahLst/>
              <a:cxnLst/>
              <a:rect l="l" t="t" r="r" b="b"/>
              <a:pathLst>
                <a:path w="3292" h="595" extrusionOk="0">
                  <a:moveTo>
                    <a:pt x="339" y="0"/>
                  </a:moveTo>
                  <a:cubicBezTo>
                    <a:pt x="175" y="0"/>
                    <a:pt x="1" y="175"/>
                    <a:pt x="42" y="339"/>
                  </a:cubicBezTo>
                  <a:cubicBezTo>
                    <a:pt x="83" y="513"/>
                    <a:pt x="216" y="595"/>
                    <a:pt x="339" y="595"/>
                  </a:cubicBezTo>
                  <a:lnTo>
                    <a:pt x="2953" y="595"/>
                  </a:lnTo>
                  <a:cubicBezTo>
                    <a:pt x="3117" y="595"/>
                    <a:pt x="3291" y="431"/>
                    <a:pt x="3250" y="257"/>
                  </a:cubicBezTo>
                  <a:cubicBezTo>
                    <a:pt x="3250" y="123"/>
                    <a:pt x="3076" y="0"/>
                    <a:pt x="295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2" name="Google Shape;1322;p98"/>
          <p:cNvGrpSpPr/>
          <p:nvPr/>
        </p:nvGrpSpPr>
        <p:grpSpPr>
          <a:xfrm>
            <a:off x="1727213" y="3674725"/>
            <a:ext cx="359850" cy="310650"/>
            <a:chOff x="1727213" y="3674725"/>
            <a:chExt cx="359850" cy="310650"/>
          </a:xfrm>
        </p:grpSpPr>
        <p:sp>
          <p:nvSpPr>
            <p:cNvPr id="1323" name="Google Shape;1323;p98"/>
            <p:cNvSpPr/>
            <p:nvPr/>
          </p:nvSpPr>
          <p:spPr>
            <a:xfrm>
              <a:off x="2048588" y="3851825"/>
              <a:ext cx="13875" cy="66400"/>
            </a:xfrm>
            <a:custGeom>
              <a:avLst/>
              <a:gdLst/>
              <a:ahLst/>
              <a:cxnLst/>
              <a:rect l="l" t="t" r="r" b="b"/>
              <a:pathLst>
                <a:path w="555" h="2656" extrusionOk="0">
                  <a:moveTo>
                    <a:pt x="1" y="0"/>
                  </a:moveTo>
                  <a:lnTo>
                    <a:pt x="1" y="2656"/>
                  </a:lnTo>
                  <a:lnTo>
                    <a:pt x="554" y="2656"/>
                  </a:lnTo>
                  <a:lnTo>
                    <a:pt x="5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98"/>
            <p:cNvSpPr/>
            <p:nvPr/>
          </p:nvSpPr>
          <p:spPr>
            <a:xfrm>
              <a:off x="1802038" y="3720600"/>
              <a:ext cx="14900" cy="54350"/>
            </a:xfrm>
            <a:custGeom>
              <a:avLst/>
              <a:gdLst/>
              <a:ahLst/>
              <a:cxnLst/>
              <a:rect l="l" t="t" r="r" b="b"/>
              <a:pathLst>
                <a:path w="596" h="2174" extrusionOk="0">
                  <a:moveTo>
                    <a:pt x="1" y="1"/>
                  </a:moveTo>
                  <a:lnTo>
                    <a:pt x="1" y="2174"/>
                  </a:lnTo>
                  <a:lnTo>
                    <a:pt x="595" y="2174"/>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98"/>
            <p:cNvSpPr/>
            <p:nvPr/>
          </p:nvSpPr>
          <p:spPr>
            <a:xfrm>
              <a:off x="1884063" y="3910500"/>
              <a:ext cx="203000" cy="52575"/>
            </a:xfrm>
            <a:custGeom>
              <a:avLst/>
              <a:gdLst/>
              <a:ahLst/>
              <a:cxnLst/>
              <a:rect l="l" t="t" r="r" b="b"/>
              <a:pathLst>
                <a:path w="8120" h="2103" extrusionOk="0">
                  <a:moveTo>
                    <a:pt x="308" y="1"/>
                  </a:moveTo>
                  <a:cubicBezTo>
                    <a:pt x="134" y="1"/>
                    <a:pt x="0" y="134"/>
                    <a:pt x="0" y="350"/>
                  </a:cubicBezTo>
                  <a:cubicBezTo>
                    <a:pt x="52" y="473"/>
                    <a:pt x="175" y="606"/>
                    <a:pt x="308" y="606"/>
                  </a:cubicBezTo>
                  <a:lnTo>
                    <a:pt x="7012" y="606"/>
                  </a:lnTo>
                  <a:cubicBezTo>
                    <a:pt x="7310" y="606"/>
                    <a:pt x="7525" y="821"/>
                    <a:pt x="7484" y="1118"/>
                  </a:cubicBezTo>
                  <a:cubicBezTo>
                    <a:pt x="7433" y="1334"/>
                    <a:pt x="7228" y="1539"/>
                    <a:pt x="7012" y="1539"/>
                  </a:cubicBezTo>
                  <a:lnTo>
                    <a:pt x="308" y="1539"/>
                  </a:lnTo>
                  <a:cubicBezTo>
                    <a:pt x="134" y="1539"/>
                    <a:pt x="0" y="1672"/>
                    <a:pt x="0" y="1887"/>
                  </a:cubicBezTo>
                  <a:cubicBezTo>
                    <a:pt x="52" y="2010"/>
                    <a:pt x="175" y="2103"/>
                    <a:pt x="308" y="2103"/>
                  </a:cubicBezTo>
                  <a:lnTo>
                    <a:pt x="7012" y="2103"/>
                  </a:lnTo>
                  <a:cubicBezTo>
                    <a:pt x="7648" y="2103"/>
                    <a:pt x="8120" y="1590"/>
                    <a:pt x="8079" y="944"/>
                  </a:cubicBezTo>
                  <a:cubicBezTo>
                    <a:pt x="7997" y="391"/>
                    <a:pt x="7525" y="1"/>
                    <a:pt x="70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98"/>
            <p:cNvSpPr/>
            <p:nvPr/>
          </p:nvSpPr>
          <p:spPr>
            <a:xfrm>
              <a:off x="1727213" y="3674725"/>
              <a:ext cx="358825" cy="288350"/>
            </a:xfrm>
            <a:custGeom>
              <a:avLst/>
              <a:gdLst/>
              <a:ahLst/>
              <a:cxnLst/>
              <a:rect l="l" t="t" r="r" b="b"/>
              <a:pathLst>
                <a:path w="14353" h="11534" extrusionOk="0">
                  <a:moveTo>
                    <a:pt x="10939" y="595"/>
                  </a:moveTo>
                  <a:cubicBezTo>
                    <a:pt x="12220" y="595"/>
                    <a:pt x="13327" y="1661"/>
                    <a:pt x="13286" y="2984"/>
                  </a:cubicBezTo>
                  <a:cubicBezTo>
                    <a:pt x="13286" y="4224"/>
                    <a:pt x="12220" y="5249"/>
                    <a:pt x="10980" y="5249"/>
                  </a:cubicBezTo>
                  <a:lnTo>
                    <a:pt x="2994" y="5249"/>
                  </a:lnTo>
                  <a:cubicBezTo>
                    <a:pt x="2779" y="5249"/>
                    <a:pt x="2563" y="5075"/>
                    <a:pt x="2522" y="4870"/>
                  </a:cubicBezTo>
                  <a:cubicBezTo>
                    <a:pt x="2481" y="4563"/>
                    <a:pt x="2686" y="4306"/>
                    <a:pt x="2994" y="4306"/>
                  </a:cubicBezTo>
                  <a:lnTo>
                    <a:pt x="10939" y="4306"/>
                  </a:lnTo>
                  <a:cubicBezTo>
                    <a:pt x="11708" y="4306"/>
                    <a:pt x="12343" y="3712"/>
                    <a:pt x="12343" y="2943"/>
                  </a:cubicBezTo>
                  <a:cubicBezTo>
                    <a:pt x="12343" y="2174"/>
                    <a:pt x="11749" y="1538"/>
                    <a:pt x="10980" y="1538"/>
                  </a:cubicBezTo>
                  <a:lnTo>
                    <a:pt x="2994" y="1538"/>
                  </a:lnTo>
                  <a:cubicBezTo>
                    <a:pt x="2779" y="1538"/>
                    <a:pt x="2563" y="1364"/>
                    <a:pt x="2522" y="1149"/>
                  </a:cubicBezTo>
                  <a:cubicBezTo>
                    <a:pt x="2481" y="852"/>
                    <a:pt x="2686" y="595"/>
                    <a:pt x="2994" y="595"/>
                  </a:cubicBezTo>
                  <a:close/>
                  <a:moveTo>
                    <a:pt x="2994" y="1"/>
                  </a:moveTo>
                  <a:cubicBezTo>
                    <a:pt x="2430" y="1"/>
                    <a:pt x="1969" y="421"/>
                    <a:pt x="1917" y="975"/>
                  </a:cubicBezTo>
                  <a:cubicBezTo>
                    <a:pt x="1835" y="1579"/>
                    <a:pt x="2348" y="2133"/>
                    <a:pt x="2994" y="2133"/>
                  </a:cubicBezTo>
                  <a:lnTo>
                    <a:pt x="10939" y="2133"/>
                  </a:lnTo>
                  <a:cubicBezTo>
                    <a:pt x="11359" y="2133"/>
                    <a:pt x="11749" y="2471"/>
                    <a:pt x="11749" y="2902"/>
                  </a:cubicBezTo>
                  <a:cubicBezTo>
                    <a:pt x="11790" y="3373"/>
                    <a:pt x="11400" y="3712"/>
                    <a:pt x="10980" y="3712"/>
                  </a:cubicBezTo>
                  <a:lnTo>
                    <a:pt x="2902" y="3712"/>
                  </a:lnTo>
                  <a:cubicBezTo>
                    <a:pt x="2563" y="3712"/>
                    <a:pt x="2225" y="3886"/>
                    <a:pt x="2092" y="4183"/>
                  </a:cubicBezTo>
                  <a:cubicBezTo>
                    <a:pt x="1794" y="4737"/>
                    <a:pt x="1917" y="5290"/>
                    <a:pt x="2307" y="5588"/>
                  </a:cubicBezTo>
                  <a:cubicBezTo>
                    <a:pt x="810" y="6357"/>
                    <a:pt x="0" y="8243"/>
                    <a:pt x="1026" y="10078"/>
                  </a:cubicBezTo>
                  <a:cubicBezTo>
                    <a:pt x="1538" y="10970"/>
                    <a:pt x="2481" y="11534"/>
                    <a:pt x="3455" y="11534"/>
                  </a:cubicBezTo>
                  <a:lnTo>
                    <a:pt x="4398" y="11534"/>
                  </a:lnTo>
                  <a:cubicBezTo>
                    <a:pt x="4532" y="11534"/>
                    <a:pt x="4655" y="11400"/>
                    <a:pt x="4696" y="11277"/>
                  </a:cubicBezTo>
                  <a:cubicBezTo>
                    <a:pt x="4737" y="11103"/>
                    <a:pt x="4573" y="10929"/>
                    <a:pt x="4398" y="10929"/>
                  </a:cubicBezTo>
                  <a:lnTo>
                    <a:pt x="3763" y="10929"/>
                  </a:lnTo>
                  <a:cubicBezTo>
                    <a:pt x="2307" y="10929"/>
                    <a:pt x="1149" y="9781"/>
                    <a:pt x="1149" y="8325"/>
                  </a:cubicBezTo>
                  <a:cubicBezTo>
                    <a:pt x="1200" y="6961"/>
                    <a:pt x="2307" y="5844"/>
                    <a:pt x="3711" y="5844"/>
                  </a:cubicBezTo>
                  <a:lnTo>
                    <a:pt x="13286" y="5844"/>
                  </a:lnTo>
                  <a:cubicBezTo>
                    <a:pt x="13502" y="5844"/>
                    <a:pt x="13707" y="6018"/>
                    <a:pt x="13758" y="6234"/>
                  </a:cubicBezTo>
                  <a:cubicBezTo>
                    <a:pt x="13799" y="6531"/>
                    <a:pt x="13584" y="6787"/>
                    <a:pt x="13286" y="6787"/>
                  </a:cubicBezTo>
                  <a:lnTo>
                    <a:pt x="3763" y="6787"/>
                  </a:lnTo>
                  <a:cubicBezTo>
                    <a:pt x="2943" y="6787"/>
                    <a:pt x="2266" y="7382"/>
                    <a:pt x="2133" y="8151"/>
                  </a:cubicBezTo>
                  <a:cubicBezTo>
                    <a:pt x="2010" y="9135"/>
                    <a:pt x="2779" y="10037"/>
                    <a:pt x="3763" y="10037"/>
                  </a:cubicBezTo>
                  <a:lnTo>
                    <a:pt x="4398" y="10037"/>
                  </a:lnTo>
                  <a:cubicBezTo>
                    <a:pt x="4532" y="10037"/>
                    <a:pt x="4655" y="9904"/>
                    <a:pt x="4696" y="9781"/>
                  </a:cubicBezTo>
                  <a:cubicBezTo>
                    <a:pt x="4737" y="9565"/>
                    <a:pt x="4573" y="9432"/>
                    <a:pt x="4398" y="9432"/>
                  </a:cubicBezTo>
                  <a:lnTo>
                    <a:pt x="3763" y="9432"/>
                  </a:lnTo>
                  <a:cubicBezTo>
                    <a:pt x="3250" y="9432"/>
                    <a:pt x="2820" y="9094"/>
                    <a:pt x="2738" y="8581"/>
                  </a:cubicBezTo>
                  <a:cubicBezTo>
                    <a:pt x="2604" y="7946"/>
                    <a:pt x="3117" y="7382"/>
                    <a:pt x="3763" y="7382"/>
                  </a:cubicBezTo>
                  <a:lnTo>
                    <a:pt x="13286" y="7382"/>
                  </a:lnTo>
                  <a:cubicBezTo>
                    <a:pt x="13881" y="7382"/>
                    <a:pt x="14353" y="6920"/>
                    <a:pt x="14353" y="6316"/>
                  </a:cubicBezTo>
                  <a:cubicBezTo>
                    <a:pt x="14353" y="5721"/>
                    <a:pt x="13881" y="5249"/>
                    <a:pt x="13286" y="5249"/>
                  </a:cubicBezTo>
                  <a:lnTo>
                    <a:pt x="12733" y="5249"/>
                  </a:lnTo>
                  <a:cubicBezTo>
                    <a:pt x="13409" y="4737"/>
                    <a:pt x="13840" y="3927"/>
                    <a:pt x="13881" y="3025"/>
                  </a:cubicBezTo>
                  <a:cubicBezTo>
                    <a:pt x="13922" y="1364"/>
                    <a:pt x="12600" y="1"/>
                    <a:pt x="1093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98"/>
            <p:cNvSpPr/>
            <p:nvPr/>
          </p:nvSpPr>
          <p:spPr>
            <a:xfrm>
              <a:off x="1829738" y="3888050"/>
              <a:ext cx="69475" cy="97325"/>
            </a:xfrm>
            <a:custGeom>
              <a:avLst/>
              <a:gdLst/>
              <a:ahLst/>
              <a:cxnLst/>
              <a:rect l="l" t="t" r="r" b="b"/>
              <a:pathLst>
                <a:path w="2779" h="3893" extrusionOk="0">
                  <a:moveTo>
                    <a:pt x="311" y="1"/>
                  </a:moveTo>
                  <a:cubicBezTo>
                    <a:pt x="293" y="1"/>
                    <a:pt x="275" y="3"/>
                    <a:pt x="256" y="7"/>
                  </a:cubicBezTo>
                  <a:cubicBezTo>
                    <a:pt x="82" y="48"/>
                    <a:pt x="0" y="181"/>
                    <a:pt x="0" y="304"/>
                  </a:cubicBezTo>
                  <a:lnTo>
                    <a:pt x="0" y="3595"/>
                  </a:lnTo>
                  <a:cubicBezTo>
                    <a:pt x="0" y="3677"/>
                    <a:pt x="41" y="3769"/>
                    <a:pt x="123" y="3810"/>
                  </a:cubicBezTo>
                  <a:cubicBezTo>
                    <a:pt x="174" y="3851"/>
                    <a:pt x="215" y="3892"/>
                    <a:pt x="297" y="3892"/>
                  </a:cubicBezTo>
                  <a:cubicBezTo>
                    <a:pt x="338" y="3892"/>
                    <a:pt x="431" y="3851"/>
                    <a:pt x="472" y="3810"/>
                  </a:cubicBezTo>
                  <a:lnTo>
                    <a:pt x="1363" y="3083"/>
                  </a:lnTo>
                  <a:lnTo>
                    <a:pt x="2307" y="3810"/>
                  </a:lnTo>
                  <a:cubicBezTo>
                    <a:pt x="2348" y="3851"/>
                    <a:pt x="2412" y="3872"/>
                    <a:pt x="2476" y="3872"/>
                  </a:cubicBezTo>
                  <a:cubicBezTo>
                    <a:pt x="2540" y="3872"/>
                    <a:pt x="2604" y="3851"/>
                    <a:pt x="2645" y="3810"/>
                  </a:cubicBezTo>
                  <a:cubicBezTo>
                    <a:pt x="2737" y="3769"/>
                    <a:pt x="2778" y="3677"/>
                    <a:pt x="2778" y="3595"/>
                  </a:cubicBezTo>
                  <a:lnTo>
                    <a:pt x="2778" y="304"/>
                  </a:lnTo>
                  <a:cubicBezTo>
                    <a:pt x="2778" y="148"/>
                    <a:pt x="2639" y="1"/>
                    <a:pt x="2484" y="1"/>
                  </a:cubicBezTo>
                  <a:cubicBezTo>
                    <a:pt x="2466" y="1"/>
                    <a:pt x="2448" y="3"/>
                    <a:pt x="2430" y="7"/>
                  </a:cubicBezTo>
                  <a:cubicBezTo>
                    <a:pt x="2266" y="48"/>
                    <a:pt x="2173" y="181"/>
                    <a:pt x="2173" y="304"/>
                  </a:cubicBezTo>
                  <a:lnTo>
                    <a:pt x="2173" y="2949"/>
                  </a:lnTo>
                  <a:lnTo>
                    <a:pt x="1579" y="2488"/>
                  </a:lnTo>
                  <a:cubicBezTo>
                    <a:pt x="1517" y="2442"/>
                    <a:pt x="1453" y="2419"/>
                    <a:pt x="1389" y="2419"/>
                  </a:cubicBezTo>
                  <a:cubicBezTo>
                    <a:pt x="1325" y="2419"/>
                    <a:pt x="1261" y="2442"/>
                    <a:pt x="1199" y="2488"/>
                  </a:cubicBezTo>
                  <a:lnTo>
                    <a:pt x="595" y="2949"/>
                  </a:lnTo>
                  <a:lnTo>
                    <a:pt x="595" y="304"/>
                  </a:lnTo>
                  <a:cubicBezTo>
                    <a:pt x="595" y="148"/>
                    <a:pt x="463" y="1"/>
                    <a:pt x="31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8" name="Google Shape;1328;p98"/>
          <p:cNvGrpSpPr/>
          <p:nvPr/>
        </p:nvGrpSpPr>
        <p:grpSpPr>
          <a:xfrm>
            <a:off x="2508888" y="3074500"/>
            <a:ext cx="344975" cy="345000"/>
            <a:chOff x="2508888" y="3074500"/>
            <a:chExt cx="344975" cy="345000"/>
          </a:xfrm>
        </p:grpSpPr>
        <p:sp>
          <p:nvSpPr>
            <p:cNvPr id="1329" name="Google Shape;1329;p98"/>
            <p:cNvSpPr/>
            <p:nvPr/>
          </p:nvSpPr>
          <p:spPr>
            <a:xfrm>
              <a:off x="2508888" y="3074500"/>
              <a:ext cx="344975" cy="217875"/>
            </a:xfrm>
            <a:custGeom>
              <a:avLst/>
              <a:gdLst/>
              <a:ahLst/>
              <a:cxnLst/>
              <a:rect l="l" t="t" r="r" b="b"/>
              <a:pathLst>
                <a:path w="13799" h="8715" extrusionOk="0">
                  <a:moveTo>
                    <a:pt x="6490" y="1"/>
                  </a:moveTo>
                  <a:cubicBezTo>
                    <a:pt x="4952" y="1"/>
                    <a:pt x="3589" y="985"/>
                    <a:pt x="3076" y="2430"/>
                  </a:cubicBezTo>
                  <a:cubicBezTo>
                    <a:pt x="2307" y="2482"/>
                    <a:pt x="1579" y="2779"/>
                    <a:pt x="985" y="3333"/>
                  </a:cubicBezTo>
                  <a:cubicBezTo>
                    <a:pt x="339" y="3927"/>
                    <a:pt x="0" y="4737"/>
                    <a:pt x="0" y="5598"/>
                  </a:cubicBezTo>
                  <a:cubicBezTo>
                    <a:pt x="0" y="7300"/>
                    <a:pt x="1456" y="8715"/>
                    <a:pt x="3199" y="8715"/>
                  </a:cubicBezTo>
                  <a:lnTo>
                    <a:pt x="3199" y="8120"/>
                  </a:lnTo>
                  <a:cubicBezTo>
                    <a:pt x="1753" y="8120"/>
                    <a:pt x="595" y="7003"/>
                    <a:pt x="595" y="5598"/>
                  </a:cubicBezTo>
                  <a:cubicBezTo>
                    <a:pt x="595" y="4870"/>
                    <a:pt x="892" y="4224"/>
                    <a:pt x="1405" y="3763"/>
                  </a:cubicBezTo>
                  <a:cubicBezTo>
                    <a:pt x="1882" y="3286"/>
                    <a:pt x="2510" y="3031"/>
                    <a:pt x="3148" y="3031"/>
                  </a:cubicBezTo>
                  <a:cubicBezTo>
                    <a:pt x="3196" y="3031"/>
                    <a:pt x="3244" y="3032"/>
                    <a:pt x="3291" y="3035"/>
                  </a:cubicBezTo>
                  <a:cubicBezTo>
                    <a:pt x="3414" y="3035"/>
                    <a:pt x="3548" y="2943"/>
                    <a:pt x="3589" y="2820"/>
                  </a:cubicBezTo>
                  <a:cubicBezTo>
                    <a:pt x="3927" y="1498"/>
                    <a:pt x="5126" y="595"/>
                    <a:pt x="6490" y="595"/>
                  </a:cubicBezTo>
                  <a:cubicBezTo>
                    <a:pt x="7607" y="595"/>
                    <a:pt x="8673" y="1282"/>
                    <a:pt x="9186" y="2307"/>
                  </a:cubicBezTo>
                  <a:cubicBezTo>
                    <a:pt x="9220" y="2410"/>
                    <a:pt x="9347" y="2492"/>
                    <a:pt x="9460" y="2492"/>
                  </a:cubicBezTo>
                  <a:cubicBezTo>
                    <a:pt x="9482" y="2492"/>
                    <a:pt x="9504" y="2488"/>
                    <a:pt x="9524" y="2482"/>
                  </a:cubicBezTo>
                  <a:cubicBezTo>
                    <a:pt x="9682" y="2411"/>
                    <a:pt x="9845" y="2376"/>
                    <a:pt x="10005" y="2376"/>
                  </a:cubicBezTo>
                  <a:cubicBezTo>
                    <a:pt x="10242" y="2376"/>
                    <a:pt x="10475" y="2452"/>
                    <a:pt x="10683" y="2605"/>
                  </a:cubicBezTo>
                  <a:cubicBezTo>
                    <a:pt x="11021" y="2861"/>
                    <a:pt x="11236" y="3199"/>
                    <a:pt x="11236" y="3630"/>
                  </a:cubicBezTo>
                  <a:cubicBezTo>
                    <a:pt x="11236" y="3804"/>
                    <a:pt x="11318" y="3927"/>
                    <a:pt x="11451" y="3927"/>
                  </a:cubicBezTo>
                  <a:cubicBezTo>
                    <a:pt x="12477" y="4142"/>
                    <a:pt x="13194" y="4993"/>
                    <a:pt x="13194" y="6018"/>
                  </a:cubicBezTo>
                  <a:cubicBezTo>
                    <a:pt x="13194" y="7177"/>
                    <a:pt x="12261" y="8120"/>
                    <a:pt x="11062" y="8120"/>
                  </a:cubicBezTo>
                  <a:lnTo>
                    <a:pt x="10631" y="8120"/>
                  </a:lnTo>
                  <a:lnTo>
                    <a:pt x="10631" y="8715"/>
                  </a:lnTo>
                  <a:lnTo>
                    <a:pt x="11062" y="8715"/>
                  </a:lnTo>
                  <a:cubicBezTo>
                    <a:pt x="11790" y="8715"/>
                    <a:pt x="12477" y="8458"/>
                    <a:pt x="12989" y="7946"/>
                  </a:cubicBezTo>
                  <a:cubicBezTo>
                    <a:pt x="13543" y="7433"/>
                    <a:pt x="13799" y="6746"/>
                    <a:pt x="13799" y="6018"/>
                  </a:cubicBezTo>
                  <a:cubicBezTo>
                    <a:pt x="13799" y="5383"/>
                    <a:pt x="13584" y="4788"/>
                    <a:pt x="13153" y="4276"/>
                  </a:cubicBezTo>
                  <a:cubicBezTo>
                    <a:pt x="12815" y="3845"/>
                    <a:pt x="12343" y="3548"/>
                    <a:pt x="11790" y="3415"/>
                  </a:cubicBezTo>
                  <a:cubicBezTo>
                    <a:pt x="11749" y="2902"/>
                    <a:pt x="11492" y="2430"/>
                    <a:pt x="11021" y="2133"/>
                  </a:cubicBezTo>
                  <a:cubicBezTo>
                    <a:pt x="10702" y="1913"/>
                    <a:pt x="10339" y="1788"/>
                    <a:pt x="9963" y="1788"/>
                  </a:cubicBezTo>
                  <a:cubicBezTo>
                    <a:pt x="9832" y="1788"/>
                    <a:pt x="9698" y="1804"/>
                    <a:pt x="9565" y="1836"/>
                  </a:cubicBezTo>
                  <a:cubicBezTo>
                    <a:pt x="8930" y="729"/>
                    <a:pt x="7730" y="1"/>
                    <a:pt x="649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98"/>
            <p:cNvSpPr/>
            <p:nvPr/>
          </p:nvSpPr>
          <p:spPr>
            <a:xfrm>
              <a:off x="2581413" y="3189825"/>
              <a:ext cx="200950" cy="229675"/>
            </a:xfrm>
            <a:custGeom>
              <a:avLst/>
              <a:gdLst/>
              <a:ahLst/>
              <a:cxnLst/>
              <a:rect l="l" t="t" r="r" b="b"/>
              <a:pathLst>
                <a:path w="8038" h="9187" extrusionOk="0">
                  <a:moveTo>
                    <a:pt x="7433" y="596"/>
                  </a:moveTo>
                  <a:lnTo>
                    <a:pt x="7433" y="6787"/>
                  </a:lnTo>
                  <a:lnTo>
                    <a:pt x="2348" y="6787"/>
                  </a:lnTo>
                  <a:lnTo>
                    <a:pt x="2348" y="596"/>
                  </a:lnTo>
                  <a:close/>
                  <a:moveTo>
                    <a:pt x="1754" y="596"/>
                  </a:moveTo>
                  <a:lnTo>
                    <a:pt x="1754" y="6787"/>
                  </a:lnTo>
                  <a:lnTo>
                    <a:pt x="1200" y="6787"/>
                  </a:lnTo>
                  <a:cubicBezTo>
                    <a:pt x="985" y="6787"/>
                    <a:pt x="770" y="6880"/>
                    <a:pt x="606" y="6962"/>
                  </a:cubicBezTo>
                  <a:lnTo>
                    <a:pt x="606" y="1200"/>
                  </a:lnTo>
                  <a:cubicBezTo>
                    <a:pt x="606" y="852"/>
                    <a:pt x="862" y="596"/>
                    <a:pt x="1200" y="596"/>
                  </a:cubicBezTo>
                  <a:close/>
                  <a:moveTo>
                    <a:pt x="7433" y="7392"/>
                  </a:moveTo>
                  <a:lnTo>
                    <a:pt x="7433" y="8581"/>
                  </a:lnTo>
                  <a:lnTo>
                    <a:pt x="1200" y="8581"/>
                  </a:lnTo>
                  <a:cubicBezTo>
                    <a:pt x="903" y="8581"/>
                    <a:pt x="606" y="8325"/>
                    <a:pt x="606" y="7987"/>
                  </a:cubicBezTo>
                  <a:cubicBezTo>
                    <a:pt x="606" y="7649"/>
                    <a:pt x="862" y="7392"/>
                    <a:pt x="1200" y="7392"/>
                  </a:cubicBezTo>
                  <a:close/>
                  <a:moveTo>
                    <a:pt x="1159" y="1"/>
                  </a:moveTo>
                  <a:cubicBezTo>
                    <a:pt x="513" y="1"/>
                    <a:pt x="1" y="555"/>
                    <a:pt x="1" y="1200"/>
                  </a:cubicBezTo>
                  <a:lnTo>
                    <a:pt x="1" y="7987"/>
                  </a:lnTo>
                  <a:cubicBezTo>
                    <a:pt x="1" y="8633"/>
                    <a:pt x="513" y="9186"/>
                    <a:pt x="1159" y="9186"/>
                  </a:cubicBezTo>
                  <a:lnTo>
                    <a:pt x="7730" y="9186"/>
                  </a:lnTo>
                  <a:cubicBezTo>
                    <a:pt x="7905" y="9186"/>
                    <a:pt x="8038" y="9012"/>
                    <a:pt x="8038" y="8889"/>
                  </a:cubicBezTo>
                  <a:lnTo>
                    <a:pt x="8038" y="7095"/>
                  </a:lnTo>
                  <a:lnTo>
                    <a:pt x="8038" y="298"/>
                  </a:lnTo>
                  <a:cubicBezTo>
                    <a:pt x="8038" y="175"/>
                    <a:pt x="7905" y="1"/>
                    <a:pt x="773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98"/>
            <p:cNvSpPr/>
            <p:nvPr/>
          </p:nvSpPr>
          <p:spPr>
            <a:xfrm>
              <a:off x="2668038" y="3233650"/>
              <a:ext cx="71525" cy="14900"/>
            </a:xfrm>
            <a:custGeom>
              <a:avLst/>
              <a:gdLst/>
              <a:ahLst/>
              <a:cxnLst/>
              <a:rect l="l" t="t" r="r" b="b"/>
              <a:pathLst>
                <a:path w="2861" h="596" extrusionOk="0">
                  <a:moveTo>
                    <a:pt x="339" y="1"/>
                  </a:moveTo>
                  <a:cubicBezTo>
                    <a:pt x="165" y="1"/>
                    <a:pt x="1" y="165"/>
                    <a:pt x="42" y="339"/>
                  </a:cubicBezTo>
                  <a:cubicBezTo>
                    <a:pt x="83" y="514"/>
                    <a:pt x="216" y="596"/>
                    <a:pt x="339" y="596"/>
                  </a:cubicBezTo>
                  <a:lnTo>
                    <a:pt x="2523" y="596"/>
                  </a:lnTo>
                  <a:cubicBezTo>
                    <a:pt x="2687" y="596"/>
                    <a:pt x="2861" y="473"/>
                    <a:pt x="2820" y="257"/>
                  </a:cubicBezTo>
                  <a:cubicBezTo>
                    <a:pt x="2779" y="124"/>
                    <a:pt x="2646" y="1"/>
                    <a:pt x="252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98"/>
            <p:cNvSpPr/>
            <p:nvPr/>
          </p:nvSpPr>
          <p:spPr>
            <a:xfrm>
              <a:off x="2684963" y="3277475"/>
              <a:ext cx="37425" cy="14900"/>
            </a:xfrm>
            <a:custGeom>
              <a:avLst/>
              <a:gdLst/>
              <a:ahLst/>
              <a:cxnLst/>
              <a:rect l="l" t="t" r="r" b="b"/>
              <a:pathLst>
                <a:path w="1497" h="596" extrusionOk="0">
                  <a:moveTo>
                    <a:pt x="308" y="1"/>
                  </a:moveTo>
                  <a:cubicBezTo>
                    <a:pt x="134" y="1"/>
                    <a:pt x="0" y="165"/>
                    <a:pt x="0" y="339"/>
                  </a:cubicBezTo>
                  <a:cubicBezTo>
                    <a:pt x="52" y="514"/>
                    <a:pt x="175" y="596"/>
                    <a:pt x="349" y="596"/>
                  </a:cubicBezTo>
                  <a:lnTo>
                    <a:pt x="1200" y="596"/>
                  </a:lnTo>
                  <a:cubicBezTo>
                    <a:pt x="1374" y="596"/>
                    <a:pt x="1497" y="421"/>
                    <a:pt x="1497" y="257"/>
                  </a:cubicBezTo>
                  <a:cubicBezTo>
                    <a:pt x="1456" y="124"/>
                    <a:pt x="1333" y="1"/>
                    <a:pt x="120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3" name="Google Shape;1333;p98"/>
          <p:cNvGrpSpPr/>
          <p:nvPr/>
        </p:nvGrpSpPr>
        <p:grpSpPr>
          <a:xfrm>
            <a:off x="6980063" y="3074500"/>
            <a:ext cx="345000" cy="343975"/>
            <a:chOff x="6980063" y="3074500"/>
            <a:chExt cx="345000" cy="343975"/>
          </a:xfrm>
        </p:grpSpPr>
        <p:sp>
          <p:nvSpPr>
            <p:cNvPr id="1334" name="Google Shape;1334;p98"/>
            <p:cNvSpPr/>
            <p:nvPr/>
          </p:nvSpPr>
          <p:spPr>
            <a:xfrm>
              <a:off x="7008788" y="3158825"/>
              <a:ext cx="44875" cy="13875"/>
            </a:xfrm>
            <a:custGeom>
              <a:avLst/>
              <a:gdLst/>
              <a:ahLst/>
              <a:cxnLst/>
              <a:rect l="l" t="t" r="r" b="b"/>
              <a:pathLst>
                <a:path w="1795" h="555" extrusionOk="0">
                  <a:moveTo>
                    <a:pt x="0" y="1"/>
                  </a:moveTo>
                  <a:lnTo>
                    <a:pt x="0" y="554"/>
                  </a:lnTo>
                  <a:lnTo>
                    <a:pt x="1794" y="554"/>
                  </a:lnTo>
                  <a:lnTo>
                    <a:pt x="1794"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98"/>
            <p:cNvSpPr/>
            <p:nvPr/>
          </p:nvSpPr>
          <p:spPr>
            <a:xfrm>
              <a:off x="7216113" y="3179075"/>
              <a:ext cx="43600" cy="15150"/>
            </a:xfrm>
            <a:custGeom>
              <a:avLst/>
              <a:gdLst/>
              <a:ahLst/>
              <a:cxnLst/>
              <a:rect l="l" t="t" r="r" b="b"/>
              <a:pathLst>
                <a:path w="1744" h="606" extrusionOk="0">
                  <a:moveTo>
                    <a:pt x="1" y="0"/>
                  </a:moveTo>
                  <a:lnTo>
                    <a:pt x="1" y="605"/>
                  </a:lnTo>
                  <a:lnTo>
                    <a:pt x="1743" y="605"/>
                  </a:lnTo>
                  <a:lnTo>
                    <a:pt x="1743"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98"/>
            <p:cNvSpPr/>
            <p:nvPr/>
          </p:nvSpPr>
          <p:spPr>
            <a:xfrm>
              <a:off x="7152038" y="3363850"/>
              <a:ext cx="48975" cy="13875"/>
            </a:xfrm>
            <a:custGeom>
              <a:avLst/>
              <a:gdLst/>
              <a:ahLst/>
              <a:cxnLst/>
              <a:rect l="l" t="t" r="r" b="b"/>
              <a:pathLst>
                <a:path w="1959" h="555" extrusionOk="0">
                  <a:moveTo>
                    <a:pt x="1" y="1"/>
                  </a:moveTo>
                  <a:lnTo>
                    <a:pt x="1" y="554"/>
                  </a:lnTo>
                  <a:lnTo>
                    <a:pt x="1959" y="554"/>
                  </a:lnTo>
                  <a:lnTo>
                    <a:pt x="1959"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98"/>
            <p:cNvSpPr/>
            <p:nvPr/>
          </p:nvSpPr>
          <p:spPr>
            <a:xfrm>
              <a:off x="6980063" y="3261350"/>
              <a:ext cx="345000" cy="157125"/>
            </a:xfrm>
            <a:custGeom>
              <a:avLst/>
              <a:gdLst/>
              <a:ahLst/>
              <a:cxnLst/>
              <a:rect l="l" t="t" r="r" b="b"/>
              <a:pathLst>
                <a:path w="13800" h="6285" extrusionOk="0">
                  <a:moveTo>
                    <a:pt x="4655" y="2778"/>
                  </a:moveTo>
                  <a:lnTo>
                    <a:pt x="4655" y="5679"/>
                  </a:lnTo>
                  <a:lnTo>
                    <a:pt x="3292" y="5679"/>
                  </a:lnTo>
                  <a:lnTo>
                    <a:pt x="3292" y="2778"/>
                  </a:lnTo>
                  <a:close/>
                  <a:moveTo>
                    <a:pt x="8540" y="2009"/>
                  </a:moveTo>
                  <a:lnTo>
                    <a:pt x="8540" y="5679"/>
                  </a:lnTo>
                  <a:lnTo>
                    <a:pt x="7177" y="5679"/>
                  </a:lnTo>
                  <a:lnTo>
                    <a:pt x="7177" y="2009"/>
                  </a:lnTo>
                  <a:close/>
                  <a:moveTo>
                    <a:pt x="10509" y="3076"/>
                  </a:moveTo>
                  <a:lnTo>
                    <a:pt x="10509" y="5679"/>
                  </a:lnTo>
                  <a:lnTo>
                    <a:pt x="9135" y="5679"/>
                  </a:lnTo>
                  <a:lnTo>
                    <a:pt x="9135" y="3076"/>
                  </a:lnTo>
                  <a:close/>
                  <a:moveTo>
                    <a:pt x="6572" y="595"/>
                  </a:moveTo>
                  <a:lnTo>
                    <a:pt x="6572" y="5720"/>
                  </a:lnTo>
                  <a:lnTo>
                    <a:pt x="5209" y="5720"/>
                  </a:lnTo>
                  <a:lnTo>
                    <a:pt x="5209" y="2778"/>
                  </a:lnTo>
                  <a:lnTo>
                    <a:pt x="5209" y="2481"/>
                  </a:lnTo>
                  <a:lnTo>
                    <a:pt x="5209" y="595"/>
                  </a:lnTo>
                  <a:close/>
                  <a:moveTo>
                    <a:pt x="4952" y="0"/>
                  </a:moveTo>
                  <a:cubicBezTo>
                    <a:pt x="4778" y="0"/>
                    <a:pt x="4655" y="133"/>
                    <a:pt x="4655" y="297"/>
                  </a:cubicBezTo>
                  <a:lnTo>
                    <a:pt x="4655" y="2184"/>
                  </a:lnTo>
                  <a:lnTo>
                    <a:pt x="2984" y="2184"/>
                  </a:lnTo>
                  <a:cubicBezTo>
                    <a:pt x="2820" y="2184"/>
                    <a:pt x="2687" y="2307"/>
                    <a:pt x="2687" y="2481"/>
                  </a:cubicBezTo>
                  <a:lnTo>
                    <a:pt x="2687" y="5679"/>
                  </a:lnTo>
                  <a:lnTo>
                    <a:pt x="298" y="5679"/>
                  </a:lnTo>
                  <a:cubicBezTo>
                    <a:pt x="165" y="5679"/>
                    <a:pt x="42" y="5813"/>
                    <a:pt x="1" y="5936"/>
                  </a:cubicBezTo>
                  <a:cubicBezTo>
                    <a:pt x="1" y="6151"/>
                    <a:pt x="124" y="6284"/>
                    <a:pt x="298" y="6284"/>
                  </a:cubicBezTo>
                  <a:lnTo>
                    <a:pt x="13451" y="6284"/>
                  </a:lnTo>
                  <a:cubicBezTo>
                    <a:pt x="13625" y="6284"/>
                    <a:pt x="13748" y="6192"/>
                    <a:pt x="13748" y="6028"/>
                  </a:cubicBezTo>
                  <a:cubicBezTo>
                    <a:pt x="13799" y="5854"/>
                    <a:pt x="13666" y="5679"/>
                    <a:pt x="13492" y="5679"/>
                  </a:cubicBezTo>
                  <a:lnTo>
                    <a:pt x="11103" y="5679"/>
                  </a:lnTo>
                  <a:lnTo>
                    <a:pt x="11103" y="2778"/>
                  </a:lnTo>
                  <a:cubicBezTo>
                    <a:pt x="11103" y="2645"/>
                    <a:pt x="10929" y="2481"/>
                    <a:pt x="10806" y="2481"/>
                  </a:cubicBezTo>
                  <a:lnTo>
                    <a:pt x="9135" y="2481"/>
                  </a:lnTo>
                  <a:lnTo>
                    <a:pt x="9135" y="1753"/>
                  </a:lnTo>
                  <a:cubicBezTo>
                    <a:pt x="9135" y="1579"/>
                    <a:pt x="9012" y="1456"/>
                    <a:pt x="8838" y="1456"/>
                  </a:cubicBezTo>
                  <a:lnTo>
                    <a:pt x="7177" y="1456"/>
                  </a:lnTo>
                  <a:lnTo>
                    <a:pt x="7177" y="297"/>
                  </a:lnTo>
                  <a:cubicBezTo>
                    <a:pt x="7177" y="133"/>
                    <a:pt x="7044" y="0"/>
                    <a:pt x="688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98"/>
            <p:cNvSpPr/>
            <p:nvPr/>
          </p:nvSpPr>
          <p:spPr>
            <a:xfrm>
              <a:off x="6980063" y="3074500"/>
              <a:ext cx="345000" cy="158150"/>
            </a:xfrm>
            <a:custGeom>
              <a:avLst/>
              <a:gdLst/>
              <a:ahLst/>
              <a:cxnLst/>
              <a:rect l="l" t="t" r="r" b="b"/>
              <a:pathLst>
                <a:path w="13800" h="6326" extrusionOk="0">
                  <a:moveTo>
                    <a:pt x="2605" y="2389"/>
                  </a:moveTo>
                  <a:lnTo>
                    <a:pt x="2605" y="5721"/>
                  </a:lnTo>
                  <a:lnTo>
                    <a:pt x="1446" y="5721"/>
                  </a:lnTo>
                  <a:lnTo>
                    <a:pt x="1446" y="2389"/>
                  </a:lnTo>
                  <a:close/>
                  <a:moveTo>
                    <a:pt x="4399" y="595"/>
                  </a:moveTo>
                  <a:lnTo>
                    <a:pt x="4399" y="5721"/>
                  </a:lnTo>
                  <a:lnTo>
                    <a:pt x="3199" y="5721"/>
                  </a:lnTo>
                  <a:lnTo>
                    <a:pt x="3199" y="595"/>
                  </a:lnTo>
                  <a:close/>
                  <a:moveTo>
                    <a:pt x="7341" y="2861"/>
                  </a:moveTo>
                  <a:lnTo>
                    <a:pt x="7341" y="5721"/>
                  </a:lnTo>
                  <a:lnTo>
                    <a:pt x="5250" y="5721"/>
                  </a:lnTo>
                  <a:lnTo>
                    <a:pt x="7341" y="2861"/>
                  </a:lnTo>
                  <a:close/>
                  <a:moveTo>
                    <a:pt x="9135" y="2389"/>
                  </a:moveTo>
                  <a:lnTo>
                    <a:pt x="9135" y="5721"/>
                  </a:lnTo>
                  <a:lnTo>
                    <a:pt x="7946" y="5721"/>
                  </a:lnTo>
                  <a:lnTo>
                    <a:pt x="7946" y="2389"/>
                  </a:lnTo>
                  <a:close/>
                  <a:moveTo>
                    <a:pt x="10888" y="2389"/>
                  </a:moveTo>
                  <a:lnTo>
                    <a:pt x="10888" y="5721"/>
                  </a:lnTo>
                  <a:lnTo>
                    <a:pt x="9699" y="5721"/>
                  </a:lnTo>
                  <a:lnTo>
                    <a:pt x="9699" y="2389"/>
                  </a:lnTo>
                  <a:close/>
                  <a:moveTo>
                    <a:pt x="2943" y="1"/>
                  </a:moveTo>
                  <a:cubicBezTo>
                    <a:pt x="2779" y="1"/>
                    <a:pt x="2646" y="175"/>
                    <a:pt x="2646" y="298"/>
                  </a:cubicBezTo>
                  <a:lnTo>
                    <a:pt x="2646" y="1795"/>
                  </a:lnTo>
                  <a:lnTo>
                    <a:pt x="1149" y="1795"/>
                  </a:lnTo>
                  <a:cubicBezTo>
                    <a:pt x="985" y="1795"/>
                    <a:pt x="852" y="1918"/>
                    <a:pt x="852" y="2092"/>
                  </a:cubicBezTo>
                  <a:lnTo>
                    <a:pt x="852" y="5721"/>
                  </a:lnTo>
                  <a:lnTo>
                    <a:pt x="339" y="5721"/>
                  </a:lnTo>
                  <a:cubicBezTo>
                    <a:pt x="165" y="5721"/>
                    <a:pt x="42" y="5854"/>
                    <a:pt x="1" y="5977"/>
                  </a:cubicBezTo>
                  <a:cubicBezTo>
                    <a:pt x="1" y="6152"/>
                    <a:pt x="124" y="6326"/>
                    <a:pt x="298" y="6326"/>
                  </a:cubicBezTo>
                  <a:lnTo>
                    <a:pt x="13492" y="6326"/>
                  </a:lnTo>
                  <a:cubicBezTo>
                    <a:pt x="13625" y="6326"/>
                    <a:pt x="13748" y="6193"/>
                    <a:pt x="13799" y="6070"/>
                  </a:cubicBezTo>
                  <a:cubicBezTo>
                    <a:pt x="13799" y="5854"/>
                    <a:pt x="13666" y="5721"/>
                    <a:pt x="13492" y="5721"/>
                  </a:cubicBezTo>
                  <a:lnTo>
                    <a:pt x="11493" y="5721"/>
                  </a:lnTo>
                  <a:lnTo>
                    <a:pt x="11493" y="2092"/>
                  </a:lnTo>
                  <a:cubicBezTo>
                    <a:pt x="11493" y="1918"/>
                    <a:pt x="11360" y="1795"/>
                    <a:pt x="11185" y="1795"/>
                  </a:cubicBezTo>
                  <a:lnTo>
                    <a:pt x="8161" y="1795"/>
                  </a:lnTo>
                  <a:lnTo>
                    <a:pt x="8202" y="1754"/>
                  </a:lnTo>
                  <a:cubicBezTo>
                    <a:pt x="8284" y="1621"/>
                    <a:pt x="8243" y="1456"/>
                    <a:pt x="8110" y="1323"/>
                  </a:cubicBezTo>
                  <a:cubicBezTo>
                    <a:pt x="8066" y="1294"/>
                    <a:pt x="8016" y="1281"/>
                    <a:pt x="7964" y="1281"/>
                  </a:cubicBezTo>
                  <a:cubicBezTo>
                    <a:pt x="7870" y="1281"/>
                    <a:pt x="7769" y="1326"/>
                    <a:pt x="7690" y="1405"/>
                  </a:cubicBezTo>
                  <a:lnTo>
                    <a:pt x="4993" y="5127"/>
                  </a:lnTo>
                  <a:lnTo>
                    <a:pt x="4993" y="298"/>
                  </a:lnTo>
                  <a:cubicBezTo>
                    <a:pt x="4993" y="175"/>
                    <a:pt x="4870" y="1"/>
                    <a:pt x="469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9" name="Google Shape;1339;p98"/>
          <p:cNvGrpSpPr/>
          <p:nvPr/>
        </p:nvGrpSpPr>
        <p:grpSpPr>
          <a:xfrm>
            <a:off x="4757813" y="3074500"/>
            <a:ext cx="260675" cy="345000"/>
            <a:chOff x="4757813" y="3074500"/>
            <a:chExt cx="260675" cy="345000"/>
          </a:xfrm>
        </p:grpSpPr>
        <p:sp>
          <p:nvSpPr>
            <p:cNvPr id="1340" name="Google Shape;1340;p98"/>
            <p:cNvSpPr/>
            <p:nvPr/>
          </p:nvSpPr>
          <p:spPr>
            <a:xfrm>
              <a:off x="4757813" y="3074500"/>
              <a:ext cx="260675" cy="345000"/>
            </a:xfrm>
            <a:custGeom>
              <a:avLst/>
              <a:gdLst/>
              <a:ahLst/>
              <a:cxnLst/>
              <a:rect l="l" t="t" r="r" b="b"/>
              <a:pathLst>
                <a:path w="10427" h="13800" extrusionOk="0">
                  <a:moveTo>
                    <a:pt x="1620" y="595"/>
                  </a:moveTo>
                  <a:lnTo>
                    <a:pt x="1620" y="5045"/>
                  </a:lnTo>
                  <a:lnTo>
                    <a:pt x="554" y="5045"/>
                  </a:lnTo>
                  <a:lnTo>
                    <a:pt x="554" y="1323"/>
                  </a:lnTo>
                  <a:cubicBezTo>
                    <a:pt x="554" y="944"/>
                    <a:pt x="892" y="595"/>
                    <a:pt x="1323" y="595"/>
                  </a:cubicBezTo>
                  <a:close/>
                  <a:moveTo>
                    <a:pt x="1620" y="5639"/>
                  </a:moveTo>
                  <a:lnTo>
                    <a:pt x="1620" y="6787"/>
                  </a:lnTo>
                  <a:lnTo>
                    <a:pt x="554" y="6787"/>
                  </a:lnTo>
                  <a:lnTo>
                    <a:pt x="554" y="5639"/>
                  </a:lnTo>
                  <a:close/>
                  <a:moveTo>
                    <a:pt x="9821" y="595"/>
                  </a:moveTo>
                  <a:lnTo>
                    <a:pt x="9821" y="5045"/>
                  </a:lnTo>
                  <a:lnTo>
                    <a:pt x="8581" y="5045"/>
                  </a:lnTo>
                  <a:lnTo>
                    <a:pt x="8581" y="5639"/>
                  </a:lnTo>
                  <a:lnTo>
                    <a:pt x="9821" y="5639"/>
                  </a:lnTo>
                  <a:lnTo>
                    <a:pt x="9821" y="6787"/>
                  </a:lnTo>
                  <a:lnTo>
                    <a:pt x="8581" y="6787"/>
                  </a:lnTo>
                  <a:lnTo>
                    <a:pt x="8581" y="7392"/>
                  </a:lnTo>
                  <a:lnTo>
                    <a:pt x="9821" y="7392"/>
                  </a:lnTo>
                  <a:lnTo>
                    <a:pt x="9821" y="11144"/>
                  </a:lnTo>
                  <a:lnTo>
                    <a:pt x="7258" y="11144"/>
                  </a:lnTo>
                  <a:lnTo>
                    <a:pt x="7258" y="7392"/>
                  </a:lnTo>
                  <a:lnTo>
                    <a:pt x="6664" y="7392"/>
                  </a:lnTo>
                  <a:lnTo>
                    <a:pt x="6664" y="11144"/>
                  </a:lnTo>
                  <a:lnTo>
                    <a:pt x="5464" y="11144"/>
                  </a:lnTo>
                  <a:lnTo>
                    <a:pt x="5464" y="7392"/>
                  </a:lnTo>
                  <a:lnTo>
                    <a:pt x="4870" y="7392"/>
                  </a:lnTo>
                  <a:lnTo>
                    <a:pt x="4870" y="11144"/>
                  </a:lnTo>
                  <a:lnTo>
                    <a:pt x="2225" y="11144"/>
                  </a:lnTo>
                  <a:lnTo>
                    <a:pt x="2225" y="7392"/>
                  </a:lnTo>
                  <a:lnTo>
                    <a:pt x="3506" y="7392"/>
                  </a:lnTo>
                  <a:lnTo>
                    <a:pt x="3506" y="6787"/>
                  </a:lnTo>
                  <a:lnTo>
                    <a:pt x="2225" y="6787"/>
                  </a:lnTo>
                  <a:lnTo>
                    <a:pt x="2225" y="5639"/>
                  </a:lnTo>
                  <a:lnTo>
                    <a:pt x="3506" y="5639"/>
                  </a:lnTo>
                  <a:lnTo>
                    <a:pt x="3506" y="5045"/>
                  </a:lnTo>
                  <a:lnTo>
                    <a:pt x="2225" y="5045"/>
                  </a:lnTo>
                  <a:lnTo>
                    <a:pt x="2225" y="595"/>
                  </a:lnTo>
                  <a:lnTo>
                    <a:pt x="4870" y="595"/>
                  </a:lnTo>
                  <a:lnTo>
                    <a:pt x="4870" y="5045"/>
                  </a:lnTo>
                  <a:lnTo>
                    <a:pt x="5464" y="5045"/>
                  </a:lnTo>
                  <a:lnTo>
                    <a:pt x="5464" y="595"/>
                  </a:lnTo>
                  <a:lnTo>
                    <a:pt x="6664" y="595"/>
                  </a:lnTo>
                  <a:lnTo>
                    <a:pt x="6664" y="5045"/>
                  </a:lnTo>
                  <a:lnTo>
                    <a:pt x="7258" y="5045"/>
                  </a:lnTo>
                  <a:lnTo>
                    <a:pt x="7258" y="595"/>
                  </a:lnTo>
                  <a:close/>
                  <a:moveTo>
                    <a:pt x="1620" y="7392"/>
                  </a:moveTo>
                  <a:lnTo>
                    <a:pt x="1620" y="11144"/>
                  </a:lnTo>
                  <a:lnTo>
                    <a:pt x="1323" y="11144"/>
                  </a:lnTo>
                  <a:cubicBezTo>
                    <a:pt x="1025" y="11144"/>
                    <a:pt x="769" y="11236"/>
                    <a:pt x="554" y="11359"/>
                  </a:cubicBezTo>
                  <a:lnTo>
                    <a:pt x="554" y="7392"/>
                  </a:lnTo>
                  <a:close/>
                  <a:moveTo>
                    <a:pt x="4870" y="11749"/>
                  </a:moveTo>
                  <a:lnTo>
                    <a:pt x="4870" y="13194"/>
                  </a:lnTo>
                  <a:lnTo>
                    <a:pt x="1323" y="13194"/>
                  </a:lnTo>
                  <a:cubicBezTo>
                    <a:pt x="943" y="13194"/>
                    <a:pt x="595" y="12856"/>
                    <a:pt x="595" y="12426"/>
                  </a:cubicBezTo>
                  <a:cubicBezTo>
                    <a:pt x="595" y="12046"/>
                    <a:pt x="943" y="11749"/>
                    <a:pt x="1364" y="11749"/>
                  </a:cubicBezTo>
                  <a:close/>
                  <a:moveTo>
                    <a:pt x="6664" y="11749"/>
                  </a:moveTo>
                  <a:lnTo>
                    <a:pt x="6664" y="13194"/>
                  </a:lnTo>
                  <a:lnTo>
                    <a:pt x="5464" y="13194"/>
                  </a:lnTo>
                  <a:lnTo>
                    <a:pt x="5464" y="11749"/>
                  </a:lnTo>
                  <a:close/>
                  <a:moveTo>
                    <a:pt x="9821" y="11749"/>
                  </a:moveTo>
                  <a:lnTo>
                    <a:pt x="9821" y="13194"/>
                  </a:lnTo>
                  <a:lnTo>
                    <a:pt x="7258" y="13194"/>
                  </a:lnTo>
                  <a:lnTo>
                    <a:pt x="7258" y="11749"/>
                  </a:lnTo>
                  <a:close/>
                  <a:moveTo>
                    <a:pt x="1323" y="1"/>
                  </a:moveTo>
                  <a:cubicBezTo>
                    <a:pt x="554" y="1"/>
                    <a:pt x="0" y="595"/>
                    <a:pt x="0" y="1323"/>
                  </a:cubicBezTo>
                  <a:lnTo>
                    <a:pt x="0" y="12477"/>
                  </a:lnTo>
                  <a:cubicBezTo>
                    <a:pt x="0" y="13194"/>
                    <a:pt x="554" y="13799"/>
                    <a:pt x="1323" y="13799"/>
                  </a:cubicBezTo>
                  <a:lnTo>
                    <a:pt x="10119" y="13799"/>
                  </a:lnTo>
                  <a:cubicBezTo>
                    <a:pt x="10293" y="13799"/>
                    <a:pt x="10426" y="13625"/>
                    <a:pt x="10426" y="13502"/>
                  </a:cubicBezTo>
                  <a:lnTo>
                    <a:pt x="10426" y="298"/>
                  </a:lnTo>
                  <a:cubicBezTo>
                    <a:pt x="10426" y="124"/>
                    <a:pt x="10293" y="1"/>
                    <a:pt x="1011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98"/>
            <p:cNvSpPr/>
            <p:nvPr/>
          </p:nvSpPr>
          <p:spPr>
            <a:xfrm>
              <a:off x="4837763" y="3186500"/>
              <a:ext cx="142275" cy="87675"/>
            </a:xfrm>
            <a:custGeom>
              <a:avLst/>
              <a:gdLst/>
              <a:ahLst/>
              <a:cxnLst/>
              <a:rect l="l" t="t" r="r" b="b"/>
              <a:pathLst>
                <a:path w="5691" h="3507" extrusionOk="0">
                  <a:moveTo>
                    <a:pt x="2820" y="1200"/>
                  </a:moveTo>
                  <a:cubicBezTo>
                    <a:pt x="3168" y="1200"/>
                    <a:pt x="3384" y="1456"/>
                    <a:pt x="3384" y="1754"/>
                  </a:cubicBezTo>
                  <a:cubicBezTo>
                    <a:pt x="3384" y="2051"/>
                    <a:pt x="3168" y="2266"/>
                    <a:pt x="2820" y="2266"/>
                  </a:cubicBezTo>
                  <a:cubicBezTo>
                    <a:pt x="2523" y="2266"/>
                    <a:pt x="2307" y="2051"/>
                    <a:pt x="2307" y="1754"/>
                  </a:cubicBezTo>
                  <a:cubicBezTo>
                    <a:pt x="2307" y="1456"/>
                    <a:pt x="2523" y="1200"/>
                    <a:pt x="2820" y="1200"/>
                  </a:cubicBezTo>
                  <a:close/>
                  <a:moveTo>
                    <a:pt x="1159" y="606"/>
                  </a:moveTo>
                  <a:cubicBezTo>
                    <a:pt x="1456" y="606"/>
                    <a:pt x="1795" y="729"/>
                    <a:pt x="1969" y="985"/>
                  </a:cubicBezTo>
                  <a:cubicBezTo>
                    <a:pt x="1795" y="1200"/>
                    <a:pt x="1713" y="1456"/>
                    <a:pt x="1713" y="1754"/>
                  </a:cubicBezTo>
                  <a:cubicBezTo>
                    <a:pt x="1713" y="2010"/>
                    <a:pt x="1795" y="2266"/>
                    <a:pt x="1969" y="2482"/>
                  </a:cubicBezTo>
                  <a:cubicBezTo>
                    <a:pt x="1795" y="2738"/>
                    <a:pt x="1456" y="2912"/>
                    <a:pt x="1159" y="2912"/>
                  </a:cubicBezTo>
                  <a:lnTo>
                    <a:pt x="606" y="2912"/>
                  </a:lnTo>
                  <a:lnTo>
                    <a:pt x="606" y="606"/>
                  </a:lnTo>
                  <a:close/>
                  <a:moveTo>
                    <a:pt x="5086" y="606"/>
                  </a:moveTo>
                  <a:lnTo>
                    <a:pt x="5086" y="2912"/>
                  </a:lnTo>
                  <a:lnTo>
                    <a:pt x="4573" y="2912"/>
                  </a:lnTo>
                  <a:cubicBezTo>
                    <a:pt x="4194" y="2912"/>
                    <a:pt x="3896" y="2779"/>
                    <a:pt x="3722" y="2482"/>
                  </a:cubicBezTo>
                  <a:cubicBezTo>
                    <a:pt x="3896" y="2307"/>
                    <a:pt x="3978" y="2051"/>
                    <a:pt x="3978" y="1754"/>
                  </a:cubicBezTo>
                  <a:cubicBezTo>
                    <a:pt x="3978" y="1456"/>
                    <a:pt x="3896" y="1200"/>
                    <a:pt x="3722" y="1026"/>
                  </a:cubicBezTo>
                  <a:cubicBezTo>
                    <a:pt x="3896" y="729"/>
                    <a:pt x="4235" y="606"/>
                    <a:pt x="4573" y="606"/>
                  </a:cubicBezTo>
                  <a:close/>
                  <a:moveTo>
                    <a:pt x="606" y="1"/>
                  </a:moveTo>
                  <a:cubicBezTo>
                    <a:pt x="257" y="1"/>
                    <a:pt x="1" y="257"/>
                    <a:pt x="1" y="606"/>
                  </a:cubicBezTo>
                  <a:lnTo>
                    <a:pt x="1" y="2912"/>
                  </a:lnTo>
                  <a:cubicBezTo>
                    <a:pt x="1" y="3209"/>
                    <a:pt x="257" y="3507"/>
                    <a:pt x="606" y="3507"/>
                  </a:cubicBezTo>
                  <a:lnTo>
                    <a:pt x="1159" y="3507"/>
                  </a:lnTo>
                  <a:cubicBezTo>
                    <a:pt x="1672" y="3507"/>
                    <a:pt x="2184" y="3250"/>
                    <a:pt x="2482" y="2820"/>
                  </a:cubicBezTo>
                  <a:cubicBezTo>
                    <a:pt x="2564" y="2871"/>
                    <a:pt x="2697" y="2871"/>
                    <a:pt x="2820" y="2871"/>
                  </a:cubicBezTo>
                  <a:cubicBezTo>
                    <a:pt x="2994" y="2871"/>
                    <a:pt x="3127" y="2871"/>
                    <a:pt x="3209" y="2820"/>
                  </a:cubicBezTo>
                  <a:cubicBezTo>
                    <a:pt x="3548" y="3250"/>
                    <a:pt x="4019" y="3507"/>
                    <a:pt x="4573" y="3507"/>
                  </a:cubicBezTo>
                  <a:lnTo>
                    <a:pt x="5086" y="3507"/>
                  </a:lnTo>
                  <a:cubicBezTo>
                    <a:pt x="5434" y="3507"/>
                    <a:pt x="5690" y="3209"/>
                    <a:pt x="5690" y="2912"/>
                  </a:cubicBezTo>
                  <a:lnTo>
                    <a:pt x="5690" y="606"/>
                  </a:lnTo>
                  <a:cubicBezTo>
                    <a:pt x="5690" y="257"/>
                    <a:pt x="5434" y="1"/>
                    <a:pt x="5086" y="1"/>
                  </a:cubicBezTo>
                  <a:lnTo>
                    <a:pt x="4573" y="1"/>
                  </a:lnTo>
                  <a:cubicBezTo>
                    <a:pt x="4019" y="1"/>
                    <a:pt x="3548" y="257"/>
                    <a:pt x="3209" y="688"/>
                  </a:cubicBezTo>
                  <a:cubicBezTo>
                    <a:pt x="3127" y="647"/>
                    <a:pt x="2994" y="606"/>
                    <a:pt x="2820" y="606"/>
                  </a:cubicBezTo>
                  <a:cubicBezTo>
                    <a:pt x="2697" y="606"/>
                    <a:pt x="2615" y="647"/>
                    <a:pt x="2482" y="647"/>
                  </a:cubicBezTo>
                  <a:cubicBezTo>
                    <a:pt x="2184" y="257"/>
                    <a:pt x="1672" y="1"/>
                    <a:pt x="1159"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2" name="Google Shape;1342;p98"/>
          <p:cNvGrpSpPr/>
          <p:nvPr/>
        </p:nvGrpSpPr>
        <p:grpSpPr>
          <a:xfrm>
            <a:off x="7756363" y="3074500"/>
            <a:ext cx="288350" cy="345000"/>
            <a:chOff x="7756363" y="3074500"/>
            <a:chExt cx="288350" cy="345000"/>
          </a:xfrm>
        </p:grpSpPr>
        <p:sp>
          <p:nvSpPr>
            <p:cNvPr id="1343" name="Google Shape;1343;p98"/>
            <p:cNvSpPr/>
            <p:nvPr/>
          </p:nvSpPr>
          <p:spPr>
            <a:xfrm>
              <a:off x="7854538" y="3212125"/>
              <a:ext cx="138925" cy="31050"/>
            </a:xfrm>
            <a:custGeom>
              <a:avLst/>
              <a:gdLst/>
              <a:ahLst/>
              <a:cxnLst/>
              <a:rect l="l" t="t" r="r" b="b"/>
              <a:pathLst>
                <a:path w="5557" h="1242" extrusionOk="0">
                  <a:moveTo>
                    <a:pt x="0" y="1"/>
                  </a:moveTo>
                  <a:lnTo>
                    <a:pt x="0" y="565"/>
                  </a:lnTo>
                  <a:lnTo>
                    <a:pt x="1712" y="565"/>
                  </a:lnTo>
                  <a:cubicBezTo>
                    <a:pt x="2009" y="565"/>
                    <a:pt x="2307" y="688"/>
                    <a:pt x="2522" y="862"/>
                  </a:cubicBezTo>
                  <a:cubicBezTo>
                    <a:pt x="2860" y="1077"/>
                    <a:pt x="3291" y="1241"/>
                    <a:pt x="3721" y="1241"/>
                  </a:cubicBezTo>
                  <a:lnTo>
                    <a:pt x="5556" y="1241"/>
                  </a:lnTo>
                  <a:lnTo>
                    <a:pt x="5556" y="647"/>
                  </a:lnTo>
                  <a:lnTo>
                    <a:pt x="3721" y="647"/>
                  </a:lnTo>
                  <a:cubicBezTo>
                    <a:pt x="3424" y="647"/>
                    <a:pt x="3117" y="565"/>
                    <a:pt x="2911" y="390"/>
                  </a:cubicBezTo>
                  <a:cubicBezTo>
                    <a:pt x="2563" y="134"/>
                    <a:pt x="2143" y="1"/>
                    <a:pt x="171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98"/>
            <p:cNvSpPr/>
            <p:nvPr/>
          </p:nvSpPr>
          <p:spPr>
            <a:xfrm>
              <a:off x="7756363" y="3074500"/>
              <a:ext cx="288350" cy="345000"/>
            </a:xfrm>
            <a:custGeom>
              <a:avLst/>
              <a:gdLst/>
              <a:ahLst/>
              <a:cxnLst/>
              <a:rect l="l" t="t" r="r" b="b"/>
              <a:pathLst>
                <a:path w="11534" h="13800" extrusionOk="0">
                  <a:moveTo>
                    <a:pt x="10939" y="554"/>
                  </a:moveTo>
                  <a:lnTo>
                    <a:pt x="10939" y="10939"/>
                  </a:lnTo>
                  <a:lnTo>
                    <a:pt x="2348" y="10939"/>
                  </a:lnTo>
                  <a:lnTo>
                    <a:pt x="2348" y="554"/>
                  </a:lnTo>
                  <a:close/>
                  <a:moveTo>
                    <a:pt x="1754" y="554"/>
                  </a:moveTo>
                  <a:lnTo>
                    <a:pt x="1754" y="10939"/>
                  </a:lnTo>
                  <a:lnTo>
                    <a:pt x="1405" y="10939"/>
                  </a:lnTo>
                  <a:cubicBezTo>
                    <a:pt x="1108" y="10939"/>
                    <a:pt x="811" y="11062"/>
                    <a:pt x="595" y="11236"/>
                  </a:cubicBezTo>
                  <a:lnTo>
                    <a:pt x="595" y="1364"/>
                  </a:lnTo>
                  <a:cubicBezTo>
                    <a:pt x="595" y="944"/>
                    <a:pt x="944" y="554"/>
                    <a:pt x="1405" y="554"/>
                  </a:cubicBezTo>
                  <a:close/>
                  <a:moveTo>
                    <a:pt x="10939" y="11534"/>
                  </a:moveTo>
                  <a:lnTo>
                    <a:pt x="10939" y="13153"/>
                  </a:lnTo>
                  <a:lnTo>
                    <a:pt x="1497" y="13153"/>
                  </a:lnTo>
                  <a:cubicBezTo>
                    <a:pt x="1067" y="13153"/>
                    <a:pt x="688" y="12815"/>
                    <a:pt x="688" y="12385"/>
                  </a:cubicBezTo>
                  <a:cubicBezTo>
                    <a:pt x="636" y="11913"/>
                    <a:pt x="1026" y="11534"/>
                    <a:pt x="1497" y="11534"/>
                  </a:cubicBezTo>
                  <a:close/>
                  <a:moveTo>
                    <a:pt x="1405" y="1"/>
                  </a:moveTo>
                  <a:cubicBezTo>
                    <a:pt x="636" y="1"/>
                    <a:pt x="1" y="636"/>
                    <a:pt x="1" y="1405"/>
                  </a:cubicBezTo>
                  <a:lnTo>
                    <a:pt x="1" y="12344"/>
                  </a:lnTo>
                  <a:lnTo>
                    <a:pt x="1" y="12385"/>
                  </a:lnTo>
                  <a:cubicBezTo>
                    <a:pt x="1" y="13153"/>
                    <a:pt x="636" y="13799"/>
                    <a:pt x="1405" y="13799"/>
                  </a:cubicBezTo>
                  <a:lnTo>
                    <a:pt x="11236" y="13799"/>
                  </a:lnTo>
                  <a:cubicBezTo>
                    <a:pt x="11400" y="13799"/>
                    <a:pt x="11534" y="13625"/>
                    <a:pt x="11534" y="13502"/>
                  </a:cubicBezTo>
                  <a:lnTo>
                    <a:pt x="11534" y="11277"/>
                  </a:lnTo>
                  <a:lnTo>
                    <a:pt x="11534" y="298"/>
                  </a:lnTo>
                  <a:cubicBezTo>
                    <a:pt x="11534" y="124"/>
                    <a:pt x="11400" y="1"/>
                    <a:pt x="1123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98"/>
            <p:cNvSpPr/>
            <p:nvPr/>
          </p:nvSpPr>
          <p:spPr>
            <a:xfrm>
              <a:off x="7844013" y="3119350"/>
              <a:ext cx="156875" cy="200700"/>
            </a:xfrm>
            <a:custGeom>
              <a:avLst/>
              <a:gdLst/>
              <a:ahLst/>
              <a:cxnLst/>
              <a:rect l="l" t="t" r="r" b="b"/>
              <a:pathLst>
                <a:path w="6275" h="8028" extrusionOk="0">
                  <a:moveTo>
                    <a:pt x="3927" y="595"/>
                  </a:moveTo>
                  <a:lnTo>
                    <a:pt x="3927" y="1754"/>
                  </a:lnTo>
                  <a:cubicBezTo>
                    <a:pt x="3927" y="2133"/>
                    <a:pt x="4142" y="2523"/>
                    <a:pt x="4440" y="2687"/>
                  </a:cubicBezTo>
                  <a:cubicBezTo>
                    <a:pt x="5250" y="3199"/>
                    <a:pt x="5721" y="4060"/>
                    <a:pt x="5680" y="4993"/>
                  </a:cubicBezTo>
                  <a:cubicBezTo>
                    <a:pt x="5639" y="5598"/>
                    <a:pt x="5424" y="6152"/>
                    <a:pt x="4993" y="6582"/>
                  </a:cubicBezTo>
                  <a:cubicBezTo>
                    <a:pt x="4522" y="7136"/>
                    <a:pt x="3845" y="7433"/>
                    <a:pt x="3117" y="7433"/>
                  </a:cubicBezTo>
                  <a:cubicBezTo>
                    <a:pt x="1744" y="7392"/>
                    <a:pt x="636" y="6275"/>
                    <a:pt x="595" y="4911"/>
                  </a:cubicBezTo>
                  <a:cubicBezTo>
                    <a:pt x="595" y="4019"/>
                    <a:pt x="1067" y="3158"/>
                    <a:pt x="1836" y="2687"/>
                  </a:cubicBezTo>
                  <a:cubicBezTo>
                    <a:pt x="2133" y="2523"/>
                    <a:pt x="2348" y="2133"/>
                    <a:pt x="2348" y="1754"/>
                  </a:cubicBezTo>
                  <a:lnTo>
                    <a:pt x="2348" y="595"/>
                  </a:lnTo>
                  <a:close/>
                  <a:moveTo>
                    <a:pt x="1538" y="1"/>
                  </a:moveTo>
                  <a:cubicBezTo>
                    <a:pt x="1487" y="1"/>
                    <a:pt x="1446" y="1"/>
                    <a:pt x="1405" y="42"/>
                  </a:cubicBezTo>
                  <a:cubicBezTo>
                    <a:pt x="1190" y="298"/>
                    <a:pt x="1364" y="595"/>
                    <a:pt x="1620" y="595"/>
                  </a:cubicBezTo>
                  <a:lnTo>
                    <a:pt x="1744" y="595"/>
                  </a:lnTo>
                  <a:lnTo>
                    <a:pt x="1744" y="1754"/>
                  </a:lnTo>
                  <a:cubicBezTo>
                    <a:pt x="1744" y="1918"/>
                    <a:pt x="1661" y="2092"/>
                    <a:pt x="1487" y="2174"/>
                  </a:cubicBezTo>
                  <a:cubicBezTo>
                    <a:pt x="554" y="2779"/>
                    <a:pt x="1" y="3845"/>
                    <a:pt x="1" y="4952"/>
                  </a:cubicBezTo>
                  <a:cubicBezTo>
                    <a:pt x="42" y="5762"/>
                    <a:pt x="339" y="6531"/>
                    <a:pt x="934" y="7095"/>
                  </a:cubicBezTo>
                  <a:cubicBezTo>
                    <a:pt x="1487" y="7689"/>
                    <a:pt x="2256" y="7987"/>
                    <a:pt x="3076" y="8028"/>
                  </a:cubicBezTo>
                  <a:lnTo>
                    <a:pt x="3117" y="8028"/>
                  </a:lnTo>
                  <a:cubicBezTo>
                    <a:pt x="3968" y="8028"/>
                    <a:pt x="4737" y="7689"/>
                    <a:pt x="5332" y="7136"/>
                  </a:cubicBezTo>
                  <a:cubicBezTo>
                    <a:pt x="5936" y="6531"/>
                    <a:pt x="6275" y="5721"/>
                    <a:pt x="6275" y="4870"/>
                  </a:cubicBezTo>
                  <a:cubicBezTo>
                    <a:pt x="6275" y="3763"/>
                    <a:pt x="5721" y="2779"/>
                    <a:pt x="4778" y="2174"/>
                  </a:cubicBezTo>
                  <a:cubicBezTo>
                    <a:pt x="4614" y="2092"/>
                    <a:pt x="4522" y="1918"/>
                    <a:pt x="4522" y="1754"/>
                  </a:cubicBezTo>
                  <a:lnTo>
                    <a:pt x="4522" y="595"/>
                  </a:lnTo>
                  <a:lnTo>
                    <a:pt x="4696" y="595"/>
                  </a:lnTo>
                  <a:cubicBezTo>
                    <a:pt x="4778" y="595"/>
                    <a:pt x="4819" y="554"/>
                    <a:pt x="4870" y="513"/>
                  </a:cubicBezTo>
                  <a:cubicBezTo>
                    <a:pt x="5075" y="257"/>
                    <a:pt x="4911" y="1"/>
                    <a:pt x="465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98"/>
            <p:cNvSpPr/>
            <p:nvPr/>
          </p:nvSpPr>
          <p:spPr>
            <a:xfrm>
              <a:off x="7983688" y="3140625"/>
              <a:ext cx="19250" cy="15150"/>
            </a:xfrm>
            <a:custGeom>
              <a:avLst/>
              <a:gdLst/>
              <a:ahLst/>
              <a:cxnLst/>
              <a:rect l="l" t="t" r="r" b="b"/>
              <a:pathLst>
                <a:path w="770" h="606" extrusionOk="0">
                  <a:moveTo>
                    <a:pt x="390" y="1"/>
                  </a:moveTo>
                  <a:cubicBezTo>
                    <a:pt x="257" y="1"/>
                    <a:pt x="175" y="42"/>
                    <a:pt x="134" y="134"/>
                  </a:cubicBezTo>
                  <a:cubicBezTo>
                    <a:pt x="1" y="349"/>
                    <a:pt x="175" y="606"/>
                    <a:pt x="390" y="606"/>
                  </a:cubicBezTo>
                  <a:cubicBezTo>
                    <a:pt x="606" y="606"/>
                    <a:pt x="770" y="390"/>
                    <a:pt x="647" y="175"/>
                  </a:cubicBezTo>
                  <a:cubicBezTo>
                    <a:pt x="606" y="42"/>
                    <a:pt x="513" y="1"/>
                    <a:pt x="39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98"/>
            <p:cNvSpPr/>
            <p:nvPr/>
          </p:nvSpPr>
          <p:spPr>
            <a:xfrm>
              <a:off x="7841713" y="3140625"/>
              <a:ext cx="19250" cy="15150"/>
            </a:xfrm>
            <a:custGeom>
              <a:avLst/>
              <a:gdLst/>
              <a:ahLst/>
              <a:cxnLst/>
              <a:rect l="l" t="t" r="r" b="b"/>
              <a:pathLst>
                <a:path w="770" h="606" extrusionOk="0">
                  <a:moveTo>
                    <a:pt x="390" y="1"/>
                  </a:moveTo>
                  <a:cubicBezTo>
                    <a:pt x="257" y="1"/>
                    <a:pt x="175" y="42"/>
                    <a:pt x="134" y="134"/>
                  </a:cubicBezTo>
                  <a:cubicBezTo>
                    <a:pt x="0" y="349"/>
                    <a:pt x="175" y="606"/>
                    <a:pt x="390" y="606"/>
                  </a:cubicBezTo>
                  <a:cubicBezTo>
                    <a:pt x="605" y="606"/>
                    <a:pt x="769" y="390"/>
                    <a:pt x="646" y="175"/>
                  </a:cubicBezTo>
                  <a:cubicBezTo>
                    <a:pt x="605" y="42"/>
                    <a:pt x="513" y="1"/>
                    <a:pt x="39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98"/>
          <p:cNvGrpSpPr/>
          <p:nvPr/>
        </p:nvGrpSpPr>
        <p:grpSpPr>
          <a:xfrm>
            <a:off x="5551263" y="3074775"/>
            <a:ext cx="345000" cy="344725"/>
            <a:chOff x="5551263" y="3074775"/>
            <a:chExt cx="345000" cy="344725"/>
          </a:xfrm>
        </p:grpSpPr>
        <p:sp>
          <p:nvSpPr>
            <p:cNvPr id="1349" name="Google Shape;1349;p98"/>
            <p:cNvSpPr/>
            <p:nvPr/>
          </p:nvSpPr>
          <p:spPr>
            <a:xfrm>
              <a:off x="5736063" y="3086300"/>
              <a:ext cx="130200" cy="156875"/>
            </a:xfrm>
            <a:custGeom>
              <a:avLst/>
              <a:gdLst/>
              <a:ahLst/>
              <a:cxnLst/>
              <a:rect l="l" t="t" r="r" b="b"/>
              <a:pathLst>
                <a:path w="5208" h="6275" extrusionOk="0">
                  <a:moveTo>
                    <a:pt x="1364" y="0"/>
                  </a:moveTo>
                  <a:lnTo>
                    <a:pt x="421" y="1108"/>
                  </a:lnTo>
                  <a:cubicBezTo>
                    <a:pt x="41" y="1497"/>
                    <a:pt x="41" y="2133"/>
                    <a:pt x="380" y="2563"/>
                  </a:cubicBezTo>
                  <a:lnTo>
                    <a:pt x="421" y="2645"/>
                  </a:lnTo>
                  <a:cubicBezTo>
                    <a:pt x="595" y="2820"/>
                    <a:pt x="595" y="3076"/>
                    <a:pt x="462" y="3240"/>
                  </a:cubicBezTo>
                  <a:lnTo>
                    <a:pt x="298" y="3496"/>
                  </a:lnTo>
                  <a:cubicBezTo>
                    <a:pt x="0" y="3927"/>
                    <a:pt x="41" y="4521"/>
                    <a:pt x="421" y="4911"/>
                  </a:cubicBezTo>
                  <a:lnTo>
                    <a:pt x="769" y="5249"/>
                  </a:lnTo>
                  <a:cubicBezTo>
                    <a:pt x="980" y="5460"/>
                    <a:pt x="1247" y="5560"/>
                    <a:pt x="1523" y="5560"/>
                  </a:cubicBezTo>
                  <a:cubicBezTo>
                    <a:pt x="1583" y="5560"/>
                    <a:pt x="1642" y="5555"/>
                    <a:pt x="1702" y="5546"/>
                  </a:cubicBezTo>
                  <a:lnTo>
                    <a:pt x="2819" y="5423"/>
                  </a:lnTo>
                  <a:cubicBezTo>
                    <a:pt x="2983" y="5423"/>
                    <a:pt x="3158" y="5505"/>
                    <a:pt x="3281" y="5639"/>
                  </a:cubicBezTo>
                  <a:lnTo>
                    <a:pt x="3414" y="5803"/>
                  </a:lnTo>
                  <a:cubicBezTo>
                    <a:pt x="3629" y="6110"/>
                    <a:pt x="3927" y="6274"/>
                    <a:pt x="4306" y="6274"/>
                  </a:cubicBezTo>
                  <a:lnTo>
                    <a:pt x="5208" y="6274"/>
                  </a:lnTo>
                  <a:lnTo>
                    <a:pt x="5208" y="5680"/>
                  </a:lnTo>
                  <a:lnTo>
                    <a:pt x="4306" y="5680"/>
                  </a:lnTo>
                  <a:cubicBezTo>
                    <a:pt x="4142" y="5680"/>
                    <a:pt x="3968" y="5598"/>
                    <a:pt x="3886" y="5464"/>
                  </a:cubicBezTo>
                  <a:lnTo>
                    <a:pt x="3752" y="5290"/>
                  </a:lnTo>
                  <a:cubicBezTo>
                    <a:pt x="3522" y="5023"/>
                    <a:pt x="3193" y="4864"/>
                    <a:pt x="2846" y="4864"/>
                  </a:cubicBezTo>
                  <a:cubicBezTo>
                    <a:pt x="2806" y="4864"/>
                    <a:pt x="2767" y="4866"/>
                    <a:pt x="2727" y="4870"/>
                  </a:cubicBezTo>
                  <a:lnTo>
                    <a:pt x="1620" y="4993"/>
                  </a:lnTo>
                  <a:cubicBezTo>
                    <a:pt x="1446" y="4993"/>
                    <a:pt x="1323" y="4952"/>
                    <a:pt x="1189" y="4829"/>
                  </a:cubicBezTo>
                  <a:lnTo>
                    <a:pt x="851" y="4480"/>
                  </a:lnTo>
                  <a:cubicBezTo>
                    <a:pt x="677" y="4316"/>
                    <a:pt x="636" y="4009"/>
                    <a:pt x="769" y="3845"/>
                  </a:cubicBezTo>
                  <a:lnTo>
                    <a:pt x="933" y="3588"/>
                  </a:lnTo>
                  <a:cubicBezTo>
                    <a:pt x="1230" y="3158"/>
                    <a:pt x="1189" y="2645"/>
                    <a:pt x="892" y="2266"/>
                  </a:cubicBezTo>
                  <a:lnTo>
                    <a:pt x="851" y="2174"/>
                  </a:lnTo>
                  <a:cubicBezTo>
                    <a:pt x="677" y="1958"/>
                    <a:pt x="677" y="1702"/>
                    <a:pt x="851" y="1497"/>
                  </a:cubicBezTo>
                  <a:lnTo>
                    <a:pt x="1835" y="421"/>
                  </a:lnTo>
                  <a:lnTo>
                    <a:pt x="136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98"/>
            <p:cNvSpPr/>
            <p:nvPr/>
          </p:nvSpPr>
          <p:spPr>
            <a:xfrm>
              <a:off x="5583313" y="3105525"/>
              <a:ext cx="102525" cy="153800"/>
            </a:xfrm>
            <a:custGeom>
              <a:avLst/>
              <a:gdLst/>
              <a:ahLst/>
              <a:cxnLst/>
              <a:rect l="l" t="t" r="r" b="b"/>
              <a:pathLst>
                <a:path w="4101" h="6152" extrusionOk="0">
                  <a:moveTo>
                    <a:pt x="2389" y="0"/>
                  </a:moveTo>
                  <a:lnTo>
                    <a:pt x="2010" y="421"/>
                  </a:lnTo>
                  <a:lnTo>
                    <a:pt x="2902" y="1241"/>
                  </a:lnTo>
                  <a:cubicBezTo>
                    <a:pt x="3117" y="1405"/>
                    <a:pt x="3158" y="1702"/>
                    <a:pt x="2984" y="1917"/>
                  </a:cubicBezTo>
                  <a:lnTo>
                    <a:pt x="2943" y="2010"/>
                  </a:lnTo>
                  <a:cubicBezTo>
                    <a:pt x="2604" y="2522"/>
                    <a:pt x="2727" y="3158"/>
                    <a:pt x="3158" y="3496"/>
                  </a:cubicBezTo>
                  <a:cubicBezTo>
                    <a:pt x="3414" y="3711"/>
                    <a:pt x="3414" y="3968"/>
                    <a:pt x="3332" y="4142"/>
                  </a:cubicBezTo>
                  <a:lnTo>
                    <a:pt x="2902" y="5085"/>
                  </a:lnTo>
                  <a:cubicBezTo>
                    <a:pt x="2861" y="5249"/>
                    <a:pt x="2686" y="5382"/>
                    <a:pt x="2471" y="5382"/>
                  </a:cubicBezTo>
                  <a:lnTo>
                    <a:pt x="0" y="5546"/>
                  </a:lnTo>
                  <a:lnTo>
                    <a:pt x="0" y="6151"/>
                  </a:lnTo>
                  <a:lnTo>
                    <a:pt x="2522" y="5977"/>
                  </a:lnTo>
                  <a:cubicBezTo>
                    <a:pt x="2943" y="5936"/>
                    <a:pt x="3291" y="5680"/>
                    <a:pt x="3455" y="5290"/>
                  </a:cubicBezTo>
                  <a:lnTo>
                    <a:pt x="3886" y="4398"/>
                  </a:lnTo>
                  <a:cubicBezTo>
                    <a:pt x="4101" y="3927"/>
                    <a:pt x="3968" y="3373"/>
                    <a:pt x="3547" y="3035"/>
                  </a:cubicBezTo>
                  <a:cubicBezTo>
                    <a:pt x="3332" y="2860"/>
                    <a:pt x="3291" y="2563"/>
                    <a:pt x="3414" y="2348"/>
                  </a:cubicBezTo>
                  <a:lnTo>
                    <a:pt x="3496" y="2266"/>
                  </a:lnTo>
                  <a:cubicBezTo>
                    <a:pt x="3804" y="1794"/>
                    <a:pt x="3711" y="1148"/>
                    <a:pt x="3332" y="810"/>
                  </a:cubicBezTo>
                  <a:lnTo>
                    <a:pt x="2389"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98"/>
            <p:cNvSpPr/>
            <p:nvPr/>
          </p:nvSpPr>
          <p:spPr>
            <a:xfrm>
              <a:off x="5551263" y="3074775"/>
              <a:ext cx="345000" cy="344725"/>
            </a:xfrm>
            <a:custGeom>
              <a:avLst/>
              <a:gdLst/>
              <a:ahLst/>
              <a:cxnLst/>
              <a:rect l="l" t="t" r="r" b="b"/>
              <a:pathLst>
                <a:path w="13800" h="13789" extrusionOk="0">
                  <a:moveTo>
                    <a:pt x="6921" y="584"/>
                  </a:moveTo>
                  <a:cubicBezTo>
                    <a:pt x="9863" y="584"/>
                    <a:pt x="12303" y="3024"/>
                    <a:pt x="12303" y="6007"/>
                  </a:cubicBezTo>
                  <a:cubicBezTo>
                    <a:pt x="12303" y="6910"/>
                    <a:pt x="12087" y="7760"/>
                    <a:pt x="11698" y="8529"/>
                  </a:cubicBezTo>
                  <a:cubicBezTo>
                    <a:pt x="10847" y="8488"/>
                    <a:pt x="9996" y="8314"/>
                    <a:pt x="9227" y="8058"/>
                  </a:cubicBezTo>
                  <a:cubicBezTo>
                    <a:pt x="9186" y="8058"/>
                    <a:pt x="9135" y="8058"/>
                    <a:pt x="9135" y="8017"/>
                  </a:cubicBezTo>
                  <a:cubicBezTo>
                    <a:pt x="8879" y="7976"/>
                    <a:pt x="8715" y="7894"/>
                    <a:pt x="8417" y="7894"/>
                  </a:cubicBezTo>
                  <a:cubicBezTo>
                    <a:pt x="7772" y="7894"/>
                    <a:pt x="7218" y="8232"/>
                    <a:pt x="6921" y="8704"/>
                  </a:cubicBezTo>
                  <a:cubicBezTo>
                    <a:pt x="6572" y="8232"/>
                    <a:pt x="6019" y="7894"/>
                    <a:pt x="5383" y="7894"/>
                  </a:cubicBezTo>
                  <a:cubicBezTo>
                    <a:pt x="5086" y="7894"/>
                    <a:pt x="4911" y="7976"/>
                    <a:pt x="4655" y="8017"/>
                  </a:cubicBezTo>
                  <a:cubicBezTo>
                    <a:pt x="4655" y="8058"/>
                    <a:pt x="4614" y="8058"/>
                    <a:pt x="4614" y="8058"/>
                  </a:cubicBezTo>
                  <a:cubicBezTo>
                    <a:pt x="3804" y="8314"/>
                    <a:pt x="2943" y="8488"/>
                    <a:pt x="2092" y="8529"/>
                  </a:cubicBezTo>
                  <a:cubicBezTo>
                    <a:pt x="1703" y="7760"/>
                    <a:pt x="1498" y="6910"/>
                    <a:pt x="1498" y="6007"/>
                  </a:cubicBezTo>
                  <a:cubicBezTo>
                    <a:pt x="1498" y="3024"/>
                    <a:pt x="3927" y="584"/>
                    <a:pt x="6921" y="584"/>
                  </a:cubicBezTo>
                  <a:close/>
                  <a:moveTo>
                    <a:pt x="5424" y="8488"/>
                  </a:moveTo>
                  <a:cubicBezTo>
                    <a:pt x="6060" y="8488"/>
                    <a:pt x="6623" y="9042"/>
                    <a:pt x="6623" y="9688"/>
                  </a:cubicBezTo>
                  <a:lnTo>
                    <a:pt x="6623" y="10672"/>
                  </a:lnTo>
                  <a:cubicBezTo>
                    <a:pt x="6234" y="10416"/>
                    <a:pt x="5762" y="10323"/>
                    <a:pt x="5291" y="10323"/>
                  </a:cubicBezTo>
                  <a:lnTo>
                    <a:pt x="1067" y="10323"/>
                  </a:lnTo>
                  <a:lnTo>
                    <a:pt x="1067" y="9688"/>
                  </a:lnTo>
                  <a:cubicBezTo>
                    <a:pt x="1067" y="9390"/>
                    <a:pt x="1282" y="9134"/>
                    <a:pt x="1580" y="9134"/>
                  </a:cubicBezTo>
                  <a:cubicBezTo>
                    <a:pt x="2687" y="9134"/>
                    <a:pt x="3753" y="8960"/>
                    <a:pt x="4778" y="8622"/>
                  </a:cubicBezTo>
                  <a:lnTo>
                    <a:pt x="4870" y="8622"/>
                  </a:lnTo>
                  <a:cubicBezTo>
                    <a:pt x="5086" y="8529"/>
                    <a:pt x="5209" y="8488"/>
                    <a:pt x="5424" y="8488"/>
                  </a:cubicBezTo>
                  <a:close/>
                  <a:moveTo>
                    <a:pt x="8366" y="8488"/>
                  </a:moveTo>
                  <a:cubicBezTo>
                    <a:pt x="8581" y="8488"/>
                    <a:pt x="8715" y="8529"/>
                    <a:pt x="8930" y="8622"/>
                  </a:cubicBezTo>
                  <a:lnTo>
                    <a:pt x="9012" y="8622"/>
                  </a:lnTo>
                  <a:cubicBezTo>
                    <a:pt x="10037" y="8960"/>
                    <a:pt x="11103" y="9134"/>
                    <a:pt x="12210" y="9134"/>
                  </a:cubicBezTo>
                  <a:cubicBezTo>
                    <a:pt x="12518" y="9134"/>
                    <a:pt x="12723" y="9390"/>
                    <a:pt x="12723" y="9688"/>
                  </a:cubicBezTo>
                  <a:lnTo>
                    <a:pt x="12723" y="10323"/>
                  </a:lnTo>
                  <a:lnTo>
                    <a:pt x="8499" y="10323"/>
                  </a:lnTo>
                  <a:cubicBezTo>
                    <a:pt x="8028" y="10323"/>
                    <a:pt x="7597" y="10416"/>
                    <a:pt x="7177" y="10672"/>
                  </a:cubicBezTo>
                  <a:lnTo>
                    <a:pt x="7177" y="9688"/>
                  </a:lnTo>
                  <a:cubicBezTo>
                    <a:pt x="7177" y="9042"/>
                    <a:pt x="7731" y="8488"/>
                    <a:pt x="8366" y="8488"/>
                  </a:cubicBezTo>
                  <a:close/>
                  <a:moveTo>
                    <a:pt x="13195" y="10877"/>
                  </a:moveTo>
                  <a:lnTo>
                    <a:pt x="13195" y="12035"/>
                  </a:lnTo>
                  <a:lnTo>
                    <a:pt x="8243" y="12035"/>
                  </a:lnTo>
                  <a:cubicBezTo>
                    <a:pt x="7946" y="12035"/>
                    <a:pt x="7690" y="12251"/>
                    <a:pt x="7649" y="12548"/>
                  </a:cubicBezTo>
                  <a:cubicBezTo>
                    <a:pt x="7597" y="12927"/>
                    <a:pt x="7259" y="13183"/>
                    <a:pt x="6921" y="13183"/>
                  </a:cubicBezTo>
                  <a:cubicBezTo>
                    <a:pt x="6531" y="13183"/>
                    <a:pt x="6234" y="12927"/>
                    <a:pt x="6152" y="12548"/>
                  </a:cubicBezTo>
                  <a:cubicBezTo>
                    <a:pt x="6111" y="12251"/>
                    <a:pt x="5855" y="12035"/>
                    <a:pt x="5547" y="12035"/>
                  </a:cubicBezTo>
                  <a:lnTo>
                    <a:pt x="596" y="12035"/>
                  </a:lnTo>
                  <a:lnTo>
                    <a:pt x="596" y="10877"/>
                  </a:lnTo>
                  <a:lnTo>
                    <a:pt x="5291" y="10877"/>
                  </a:lnTo>
                  <a:cubicBezTo>
                    <a:pt x="5803" y="10877"/>
                    <a:pt x="6316" y="11092"/>
                    <a:pt x="6705" y="11482"/>
                  </a:cubicBezTo>
                  <a:cubicBezTo>
                    <a:pt x="6746" y="11523"/>
                    <a:pt x="6821" y="11543"/>
                    <a:pt x="6901" y="11543"/>
                  </a:cubicBezTo>
                  <a:cubicBezTo>
                    <a:pt x="6982" y="11543"/>
                    <a:pt x="7069" y="11523"/>
                    <a:pt x="7136" y="11482"/>
                  </a:cubicBezTo>
                  <a:cubicBezTo>
                    <a:pt x="7474" y="11092"/>
                    <a:pt x="7987" y="10877"/>
                    <a:pt x="8499" y="10877"/>
                  </a:cubicBezTo>
                  <a:close/>
                  <a:moveTo>
                    <a:pt x="6914" y="0"/>
                  </a:moveTo>
                  <a:cubicBezTo>
                    <a:pt x="5301" y="0"/>
                    <a:pt x="3789" y="634"/>
                    <a:pt x="2646" y="1743"/>
                  </a:cubicBezTo>
                  <a:cubicBezTo>
                    <a:pt x="1498" y="2891"/>
                    <a:pt x="893" y="4388"/>
                    <a:pt x="893" y="6007"/>
                  </a:cubicBezTo>
                  <a:cubicBezTo>
                    <a:pt x="893" y="6910"/>
                    <a:pt x="1067" y="7760"/>
                    <a:pt x="1446" y="8570"/>
                  </a:cubicBezTo>
                  <a:cubicBezTo>
                    <a:pt x="893" y="8622"/>
                    <a:pt x="472" y="9083"/>
                    <a:pt x="472" y="9688"/>
                  </a:cubicBezTo>
                  <a:lnTo>
                    <a:pt x="472" y="10323"/>
                  </a:lnTo>
                  <a:lnTo>
                    <a:pt x="298" y="10323"/>
                  </a:lnTo>
                  <a:cubicBezTo>
                    <a:pt x="124" y="10323"/>
                    <a:pt x="1" y="10457"/>
                    <a:pt x="1" y="10580"/>
                  </a:cubicBezTo>
                  <a:lnTo>
                    <a:pt x="1" y="12333"/>
                  </a:lnTo>
                  <a:cubicBezTo>
                    <a:pt x="1" y="12507"/>
                    <a:pt x="124" y="12630"/>
                    <a:pt x="298" y="12630"/>
                  </a:cubicBezTo>
                  <a:lnTo>
                    <a:pt x="5547" y="12630"/>
                  </a:lnTo>
                  <a:lnTo>
                    <a:pt x="5547" y="12671"/>
                  </a:lnTo>
                  <a:cubicBezTo>
                    <a:pt x="5680" y="13317"/>
                    <a:pt x="6234" y="13788"/>
                    <a:pt x="6921" y="13788"/>
                  </a:cubicBezTo>
                  <a:cubicBezTo>
                    <a:pt x="7556" y="13788"/>
                    <a:pt x="8110" y="13317"/>
                    <a:pt x="8243" y="12671"/>
                  </a:cubicBezTo>
                  <a:lnTo>
                    <a:pt x="8243" y="12630"/>
                  </a:lnTo>
                  <a:lnTo>
                    <a:pt x="13492" y="12630"/>
                  </a:lnTo>
                  <a:cubicBezTo>
                    <a:pt x="13666" y="12630"/>
                    <a:pt x="13799" y="12507"/>
                    <a:pt x="13799" y="12333"/>
                  </a:cubicBezTo>
                  <a:lnTo>
                    <a:pt x="13799" y="10580"/>
                  </a:lnTo>
                  <a:cubicBezTo>
                    <a:pt x="13799" y="10457"/>
                    <a:pt x="13666" y="10323"/>
                    <a:pt x="13492" y="10323"/>
                  </a:cubicBezTo>
                  <a:lnTo>
                    <a:pt x="13287" y="10323"/>
                  </a:lnTo>
                  <a:lnTo>
                    <a:pt x="13287" y="9688"/>
                  </a:lnTo>
                  <a:cubicBezTo>
                    <a:pt x="13287" y="9083"/>
                    <a:pt x="12856" y="8622"/>
                    <a:pt x="12303" y="8570"/>
                  </a:cubicBezTo>
                  <a:cubicBezTo>
                    <a:pt x="12682" y="7760"/>
                    <a:pt x="12897" y="6910"/>
                    <a:pt x="12897" y="6007"/>
                  </a:cubicBezTo>
                  <a:cubicBezTo>
                    <a:pt x="12897" y="4090"/>
                    <a:pt x="12005" y="2296"/>
                    <a:pt x="10416" y="1138"/>
                  </a:cubicBezTo>
                  <a:cubicBezTo>
                    <a:pt x="9648" y="584"/>
                    <a:pt x="8756" y="205"/>
                    <a:pt x="7854" y="72"/>
                  </a:cubicBezTo>
                  <a:cubicBezTo>
                    <a:pt x="7538" y="24"/>
                    <a:pt x="7224" y="0"/>
                    <a:pt x="6914"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2" name="Google Shape;1352;p98"/>
          <p:cNvGrpSpPr/>
          <p:nvPr/>
        </p:nvGrpSpPr>
        <p:grpSpPr>
          <a:xfrm>
            <a:off x="4084038" y="3074500"/>
            <a:ext cx="346000" cy="345000"/>
            <a:chOff x="4084038" y="3074500"/>
            <a:chExt cx="346000" cy="345000"/>
          </a:xfrm>
        </p:grpSpPr>
        <p:sp>
          <p:nvSpPr>
            <p:cNvPr id="1353" name="Google Shape;1353;p98"/>
            <p:cNvSpPr/>
            <p:nvPr/>
          </p:nvSpPr>
          <p:spPr>
            <a:xfrm>
              <a:off x="4396963" y="3328750"/>
              <a:ext cx="14875" cy="43575"/>
            </a:xfrm>
            <a:custGeom>
              <a:avLst/>
              <a:gdLst/>
              <a:ahLst/>
              <a:cxnLst/>
              <a:rect l="l" t="t" r="r" b="b"/>
              <a:pathLst>
                <a:path w="595" h="1743" extrusionOk="0">
                  <a:moveTo>
                    <a:pt x="0" y="0"/>
                  </a:moveTo>
                  <a:lnTo>
                    <a:pt x="0" y="1743"/>
                  </a:lnTo>
                  <a:lnTo>
                    <a:pt x="595" y="174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98"/>
            <p:cNvSpPr/>
            <p:nvPr/>
          </p:nvSpPr>
          <p:spPr>
            <a:xfrm>
              <a:off x="4095813" y="3202650"/>
              <a:ext cx="334225" cy="216850"/>
            </a:xfrm>
            <a:custGeom>
              <a:avLst/>
              <a:gdLst/>
              <a:ahLst/>
              <a:cxnLst/>
              <a:rect l="l" t="t" r="r" b="b"/>
              <a:pathLst>
                <a:path w="13369" h="8674" extrusionOk="0">
                  <a:moveTo>
                    <a:pt x="12210" y="3804"/>
                  </a:moveTo>
                  <a:cubicBezTo>
                    <a:pt x="12467" y="3804"/>
                    <a:pt x="12682" y="4019"/>
                    <a:pt x="12723" y="4224"/>
                  </a:cubicBezTo>
                  <a:cubicBezTo>
                    <a:pt x="12764" y="4532"/>
                    <a:pt x="12508" y="4737"/>
                    <a:pt x="12251" y="4737"/>
                  </a:cubicBezTo>
                  <a:lnTo>
                    <a:pt x="5331" y="4737"/>
                  </a:lnTo>
                  <a:cubicBezTo>
                    <a:pt x="4655" y="4737"/>
                    <a:pt x="4101" y="5301"/>
                    <a:pt x="4142" y="5977"/>
                  </a:cubicBezTo>
                  <a:cubicBezTo>
                    <a:pt x="4183" y="6623"/>
                    <a:pt x="4696" y="7095"/>
                    <a:pt x="5331" y="7095"/>
                  </a:cubicBezTo>
                  <a:lnTo>
                    <a:pt x="12210" y="7095"/>
                  </a:lnTo>
                  <a:cubicBezTo>
                    <a:pt x="12467" y="7095"/>
                    <a:pt x="12682" y="7300"/>
                    <a:pt x="12682" y="7556"/>
                  </a:cubicBezTo>
                  <a:lnTo>
                    <a:pt x="12682" y="7945"/>
                  </a:lnTo>
                  <a:cubicBezTo>
                    <a:pt x="12682" y="8027"/>
                    <a:pt x="12641" y="8068"/>
                    <a:pt x="12600" y="8068"/>
                  </a:cubicBezTo>
                  <a:lnTo>
                    <a:pt x="4522" y="8068"/>
                  </a:lnTo>
                  <a:cubicBezTo>
                    <a:pt x="4399" y="8068"/>
                    <a:pt x="4265" y="8027"/>
                    <a:pt x="4183" y="7945"/>
                  </a:cubicBezTo>
                  <a:cubicBezTo>
                    <a:pt x="2215" y="6110"/>
                    <a:pt x="3496" y="3804"/>
                    <a:pt x="5331" y="3804"/>
                  </a:cubicBezTo>
                  <a:close/>
                  <a:moveTo>
                    <a:pt x="595" y="1"/>
                  </a:moveTo>
                  <a:lnTo>
                    <a:pt x="1" y="42"/>
                  </a:lnTo>
                  <a:lnTo>
                    <a:pt x="770" y="7648"/>
                  </a:lnTo>
                  <a:cubicBezTo>
                    <a:pt x="852" y="8243"/>
                    <a:pt x="1323" y="8673"/>
                    <a:pt x="1877" y="8673"/>
                  </a:cubicBezTo>
                  <a:lnTo>
                    <a:pt x="12210" y="8673"/>
                  </a:lnTo>
                  <a:cubicBezTo>
                    <a:pt x="12815" y="8673"/>
                    <a:pt x="13276" y="8202"/>
                    <a:pt x="13276" y="7607"/>
                  </a:cubicBezTo>
                  <a:lnTo>
                    <a:pt x="13276" y="7556"/>
                  </a:lnTo>
                  <a:cubicBezTo>
                    <a:pt x="13276" y="6961"/>
                    <a:pt x="12815" y="6490"/>
                    <a:pt x="12210" y="6490"/>
                  </a:cubicBezTo>
                  <a:lnTo>
                    <a:pt x="5331" y="6490"/>
                  </a:lnTo>
                  <a:cubicBezTo>
                    <a:pt x="5034" y="6490"/>
                    <a:pt x="4778" y="6274"/>
                    <a:pt x="4737" y="5977"/>
                  </a:cubicBezTo>
                  <a:cubicBezTo>
                    <a:pt x="4737" y="5639"/>
                    <a:pt x="4993" y="5342"/>
                    <a:pt x="5331" y="5342"/>
                  </a:cubicBezTo>
                  <a:lnTo>
                    <a:pt x="12210" y="5342"/>
                  </a:lnTo>
                  <a:cubicBezTo>
                    <a:pt x="12764" y="5342"/>
                    <a:pt x="13235" y="4952"/>
                    <a:pt x="13276" y="4398"/>
                  </a:cubicBezTo>
                  <a:cubicBezTo>
                    <a:pt x="13369" y="3763"/>
                    <a:pt x="12856" y="3250"/>
                    <a:pt x="12251" y="3250"/>
                  </a:cubicBezTo>
                  <a:lnTo>
                    <a:pt x="7689" y="3250"/>
                  </a:lnTo>
                  <a:lnTo>
                    <a:pt x="8028" y="42"/>
                  </a:lnTo>
                  <a:lnTo>
                    <a:pt x="7433" y="1"/>
                  </a:lnTo>
                  <a:lnTo>
                    <a:pt x="7084" y="3250"/>
                  </a:lnTo>
                  <a:lnTo>
                    <a:pt x="5383" y="3250"/>
                  </a:lnTo>
                  <a:cubicBezTo>
                    <a:pt x="3927" y="3250"/>
                    <a:pt x="2728" y="4357"/>
                    <a:pt x="2646" y="5762"/>
                  </a:cubicBezTo>
                  <a:cubicBezTo>
                    <a:pt x="2564" y="6705"/>
                    <a:pt x="2984" y="7515"/>
                    <a:pt x="3630" y="8068"/>
                  </a:cubicBezTo>
                  <a:lnTo>
                    <a:pt x="1877" y="8068"/>
                  </a:lnTo>
                  <a:cubicBezTo>
                    <a:pt x="1620" y="8068"/>
                    <a:pt x="1405" y="7863"/>
                    <a:pt x="1364" y="7607"/>
                  </a:cubicBezTo>
                  <a:lnTo>
                    <a:pt x="595"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98"/>
            <p:cNvSpPr/>
            <p:nvPr/>
          </p:nvSpPr>
          <p:spPr>
            <a:xfrm>
              <a:off x="4084038" y="3074500"/>
              <a:ext cx="223250" cy="136625"/>
            </a:xfrm>
            <a:custGeom>
              <a:avLst/>
              <a:gdLst/>
              <a:ahLst/>
              <a:cxnLst/>
              <a:rect l="l" t="t" r="r" b="b"/>
              <a:pathLst>
                <a:path w="8930" h="5465" extrusionOk="0">
                  <a:moveTo>
                    <a:pt x="7340" y="1498"/>
                  </a:moveTo>
                  <a:lnTo>
                    <a:pt x="7771" y="2646"/>
                  </a:lnTo>
                  <a:lnTo>
                    <a:pt x="1189" y="2646"/>
                  </a:lnTo>
                  <a:lnTo>
                    <a:pt x="1620" y="1498"/>
                  </a:lnTo>
                  <a:close/>
                  <a:moveTo>
                    <a:pt x="8324" y="3292"/>
                  </a:moveTo>
                  <a:lnTo>
                    <a:pt x="8324" y="4870"/>
                  </a:lnTo>
                  <a:lnTo>
                    <a:pt x="595" y="4870"/>
                  </a:lnTo>
                  <a:lnTo>
                    <a:pt x="595" y="3292"/>
                  </a:lnTo>
                  <a:close/>
                  <a:moveTo>
                    <a:pt x="2563" y="1"/>
                  </a:moveTo>
                  <a:cubicBezTo>
                    <a:pt x="2389" y="1"/>
                    <a:pt x="2214" y="124"/>
                    <a:pt x="2214" y="298"/>
                  </a:cubicBezTo>
                  <a:lnTo>
                    <a:pt x="2214" y="893"/>
                  </a:lnTo>
                  <a:lnTo>
                    <a:pt x="1405" y="893"/>
                  </a:lnTo>
                  <a:cubicBezTo>
                    <a:pt x="1323" y="893"/>
                    <a:pt x="1189" y="985"/>
                    <a:pt x="1148" y="1108"/>
                  </a:cubicBezTo>
                  <a:lnTo>
                    <a:pt x="554" y="2646"/>
                  </a:lnTo>
                  <a:lnTo>
                    <a:pt x="297" y="2646"/>
                  </a:lnTo>
                  <a:cubicBezTo>
                    <a:pt x="123" y="2646"/>
                    <a:pt x="0" y="2779"/>
                    <a:pt x="0" y="2943"/>
                  </a:cubicBezTo>
                  <a:lnTo>
                    <a:pt x="0" y="5168"/>
                  </a:lnTo>
                  <a:cubicBezTo>
                    <a:pt x="0" y="5301"/>
                    <a:pt x="123" y="5465"/>
                    <a:pt x="297" y="5465"/>
                  </a:cubicBezTo>
                  <a:lnTo>
                    <a:pt x="8622" y="5465"/>
                  </a:lnTo>
                  <a:cubicBezTo>
                    <a:pt x="8796" y="5465"/>
                    <a:pt x="8929" y="5301"/>
                    <a:pt x="8929" y="5168"/>
                  </a:cubicBezTo>
                  <a:lnTo>
                    <a:pt x="8929" y="2943"/>
                  </a:lnTo>
                  <a:cubicBezTo>
                    <a:pt x="8929" y="2779"/>
                    <a:pt x="8796" y="2646"/>
                    <a:pt x="8622" y="2646"/>
                  </a:cubicBezTo>
                  <a:lnTo>
                    <a:pt x="8417" y="2646"/>
                  </a:lnTo>
                  <a:lnTo>
                    <a:pt x="7812" y="1108"/>
                  </a:lnTo>
                  <a:cubicBezTo>
                    <a:pt x="7771" y="985"/>
                    <a:pt x="7689" y="893"/>
                    <a:pt x="7555" y="893"/>
                  </a:cubicBezTo>
                  <a:lnTo>
                    <a:pt x="2819" y="893"/>
                  </a:lnTo>
                  <a:lnTo>
                    <a:pt x="2819" y="298"/>
                  </a:lnTo>
                  <a:cubicBezTo>
                    <a:pt x="2819" y="175"/>
                    <a:pt x="2686" y="1"/>
                    <a:pt x="256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6" name="Google Shape;1356;p98"/>
          <p:cNvGrpSpPr/>
          <p:nvPr/>
        </p:nvGrpSpPr>
        <p:grpSpPr>
          <a:xfrm>
            <a:off x="3266988" y="3080650"/>
            <a:ext cx="344975" cy="332425"/>
            <a:chOff x="3266988" y="3080650"/>
            <a:chExt cx="344975" cy="332425"/>
          </a:xfrm>
        </p:grpSpPr>
        <p:sp>
          <p:nvSpPr>
            <p:cNvPr id="1357" name="Google Shape;1357;p98"/>
            <p:cNvSpPr/>
            <p:nvPr/>
          </p:nvSpPr>
          <p:spPr>
            <a:xfrm>
              <a:off x="3266988" y="3267750"/>
              <a:ext cx="344975" cy="145325"/>
            </a:xfrm>
            <a:custGeom>
              <a:avLst/>
              <a:gdLst/>
              <a:ahLst/>
              <a:cxnLst/>
              <a:rect l="l" t="t" r="r" b="b"/>
              <a:pathLst>
                <a:path w="13799" h="5813" extrusionOk="0">
                  <a:moveTo>
                    <a:pt x="5475" y="554"/>
                  </a:moveTo>
                  <a:cubicBezTo>
                    <a:pt x="6110" y="595"/>
                    <a:pt x="6623" y="1108"/>
                    <a:pt x="6623" y="1794"/>
                  </a:cubicBezTo>
                  <a:lnTo>
                    <a:pt x="6623" y="2738"/>
                  </a:lnTo>
                  <a:cubicBezTo>
                    <a:pt x="6244" y="2522"/>
                    <a:pt x="5813" y="2389"/>
                    <a:pt x="5341" y="2389"/>
                  </a:cubicBezTo>
                  <a:lnTo>
                    <a:pt x="1118" y="2389"/>
                  </a:lnTo>
                  <a:lnTo>
                    <a:pt x="1118" y="1753"/>
                  </a:lnTo>
                  <a:cubicBezTo>
                    <a:pt x="1118" y="1456"/>
                    <a:pt x="1323" y="1241"/>
                    <a:pt x="1630" y="1241"/>
                  </a:cubicBezTo>
                  <a:cubicBezTo>
                    <a:pt x="2697" y="1241"/>
                    <a:pt x="3804" y="1067"/>
                    <a:pt x="4829" y="728"/>
                  </a:cubicBezTo>
                  <a:cubicBezTo>
                    <a:pt x="4829" y="687"/>
                    <a:pt x="4870" y="687"/>
                    <a:pt x="4911" y="687"/>
                  </a:cubicBezTo>
                  <a:cubicBezTo>
                    <a:pt x="5126" y="595"/>
                    <a:pt x="5259" y="554"/>
                    <a:pt x="5475" y="554"/>
                  </a:cubicBezTo>
                  <a:close/>
                  <a:moveTo>
                    <a:pt x="8417" y="554"/>
                  </a:moveTo>
                  <a:cubicBezTo>
                    <a:pt x="8632" y="554"/>
                    <a:pt x="8755" y="595"/>
                    <a:pt x="8929" y="687"/>
                  </a:cubicBezTo>
                  <a:cubicBezTo>
                    <a:pt x="8970" y="687"/>
                    <a:pt x="9011" y="687"/>
                    <a:pt x="9011" y="728"/>
                  </a:cubicBezTo>
                  <a:cubicBezTo>
                    <a:pt x="10037" y="1067"/>
                    <a:pt x="11154" y="1241"/>
                    <a:pt x="12220" y="1241"/>
                  </a:cubicBezTo>
                  <a:cubicBezTo>
                    <a:pt x="12517" y="1241"/>
                    <a:pt x="12733" y="1456"/>
                    <a:pt x="12733" y="1753"/>
                  </a:cubicBezTo>
                  <a:lnTo>
                    <a:pt x="12733" y="2389"/>
                  </a:lnTo>
                  <a:lnTo>
                    <a:pt x="8499" y="2389"/>
                  </a:lnTo>
                  <a:cubicBezTo>
                    <a:pt x="8038" y="2389"/>
                    <a:pt x="7607" y="2522"/>
                    <a:pt x="7217" y="2738"/>
                  </a:cubicBezTo>
                  <a:lnTo>
                    <a:pt x="7217" y="1794"/>
                  </a:lnTo>
                  <a:cubicBezTo>
                    <a:pt x="7217" y="1108"/>
                    <a:pt x="7730" y="554"/>
                    <a:pt x="8417" y="554"/>
                  </a:cubicBezTo>
                  <a:close/>
                  <a:moveTo>
                    <a:pt x="13204" y="2994"/>
                  </a:moveTo>
                  <a:lnTo>
                    <a:pt x="13204" y="4142"/>
                  </a:lnTo>
                  <a:lnTo>
                    <a:pt x="8243" y="4142"/>
                  </a:lnTo>
                  <a:cubicBezTo>
                    <a:pt x="7945" y="4142"/>
                    <a:pt x="7730" y="4316"/>
                    <a:pt x="7648" y="4614"/>
                  </a:cubicBezTo>
                  <a:cubicBezTo>
                    <a:pt x="7607" y="4952"/>
                    <a:pt x="7269" y="5208"/>
                    <a:pt x="6920" y="5208"/>
                  </a:cubicBezTo>
                  <a:cubicBezTo>
                    <a:pt x="6541" y="5208"/>
                    <a:pt x="6244" y="4952"/>
                    <a:pt x="6151" y="4614"/>
                  </a:cubicBezTo>
                  <a:cubicBezTo>
                    <a:pt x="6110" y="4316"/>
                    <a:pt x="5854" y="4142"/>
                    <a:pt x="5557" y="4142"/>
                  </a:cubicBezTo>
                  <a:lnTo>
                    <a:pt x="605" y="4142"/>
                  </a:lnTo>
                  <a:lnTo>
                    <a:pt x="605" y="2994"/>
                  </a:lnTo>
                  <a:lnTo>
                    <a:pt x="5300" y="2994"/>
                  </a:lnTo>
                  <a:cubicBezTo>
                    <a:pt x="5813" y="2994"/>
                    <a:pt x="6326" y="3158"/>
                    <a:pt x="6705" y="3547"/>
                  </a:cubicBezTo>
                  <a:cubicBezTo>
                    <a:pt x="6756" y="3588"/>
                    <a:pt x="6838" y="3629"/>
                    <a:pt x="6920" y="3629"/>
                  </a:cubicBezTo>
                  <a:cubicBezTo>
                    <a:pt x="7012" y="3629"/>
                    <a:pt x="7053" y="3588"/>
                    <a:pt x="7135" y="3547"/>
                  </a:cubicBezTo>
                  <a:cubicBezTo>
                    <a:pt x="7474" y="3158"/>
                    <a:pt x="7986" y="2994"/>
                    <a:pt x="8499" y="2994"/>
                  </a:cubicBezTo>
                  <a:close/>
                  <a:moveTo>
                    <a:pt x="5423" y="0"/>
                  </a:moveTo>
                  <a:cubicBezTo>
                    <a:pt x="5126" y="0"/>
                    <a:pt x="4911" y="41"/>
                    <a:pt x="4706" y="134"/>
                  </a:cubicBezTo>
                  <a:cubicBezTo>
                    <a:pt x="4655" y="134"/>
                    <a:pt x="4655" y="134"/>
                    <a:pt x="4614" y="175"/>
                  </a:cubicBezTo>
                  <a:cubicBezTo>
                    <a:pt x="3629" y="472"/>
                    <a:pt x="2656" y="646"/>
                    <a:pt x="1630" y="646"/>
                  </a:cubicBezTo>
                  <a:cubicBezTo>
                    <a:pt x="1026" y="646"/>
                    <a:pt x="513" y="1159"/>
                    <a:pt x="513" y="1753"/>
                  </a:cubicBezTo>
                  <a:lnTo>
                    <a:pt x="513" y="2389"/>
                  </a:lnTo>
                  <a:lnTo>
                    <a:pt x="298" y="2389"/>
                  </a:lnTo>
                  <a:cubicBezTo>
                    <a:pt x="175" y="2389"/>
                    <a:pt x="0" y="2522"/>
                    <a:pt x="0" y="2697"/>
                  </a:cubicBezTo>
                  <a:lnTo>
                    <a:pt x="0" y="4439"/>
                  </a:lnTo>
                  <a:cubicBezTo>
                    <a:pt x="0" y="4614"/>
                    <a:pt x="175" y="4747"/>
                    <a:pt x="298" y="4747"/>
                  </a:cubicBezTo>
                  <a:lnTo>
                    <a:pt x="5557" y="4747"/>
                  </a:lnTo>
                  <a:cubicBezTo>
                    <a:pt x="5680" y="5341"/>
                    <a:pt x="6285" y="5813"/>
                    <a:pt x="6920" y="5813"/>
                  </a:cubicBezTo>
                  <a:cubicBezTo>
                    <a:pt x="7566" y="5813"/>
                    <a:pt x="8120" y="5341"/>
                    <a:pt x="8243" y="4747"/>
                  </a:cubicBezTo>
                  <a:lnTo>
                    <a:pt x="13502" y="4747"/>
                  </a:lnTo>
                  <a:cubicBezTo>
                    <a:pt x="13676" y="4747"/>
                    <a:pt x="13799" y="4614"/>
                    <a:pt x="13799" y="4439"/>
                  </a:cubicBezTo>
                  <a:lnTo>
                    <a:pt x="13799" y="2697"/>
                  </a:lnTo>
                  <a:cubicBezTo>
                    <a:pt x="13799" y="2522"/>
                    <a:pt x="13676" y="2389"/>
                    <a:pt x="13502" y="2389"/>
                  </a:cubicBezTo>
                  <a:lnTo>
                    <a:pt x="13327" y="2389"/>
                  </a:lnTo>
                  <a:lnTo>
                    <a:pt x="13327" y="1753"/>
                  </a:lnTo>
                  <a:cubicBezTo>
                    <a:pt x="13327" y="1159"/>
                    <a:pt x="12815" y="646"/>
                    <a:pt x="12220" y="646"/>
                  </a:cubicBezTo>
                  <a:cubicBezTo>
                    <a:pt x="11195" y="646"/>
                    <a:pt x="10211" y="472"/>
                    <a:pt x="9227" y="175"/>
                  </a:cubicBezTo>
                  <a:cubicBezTo>
                    <a:pt x="9186" y="134"/>
                    <a:pt x="9186" y="134"/>
                    <a:pt x="9145" y="134"/>
                  </a:cubicBezTo>
                  <a:cubicBezTo>
                    <a:pt x="8929" y="41"/>
                    <a:pt x="8714" y="0"/>
                    <a:pt x="8417" y="0"/>
                  </a:cubicBezTo>
                  <a:cubicBezTo>
                    <a:pt x="7781" y="0"/>
                    <a:pt x="7269" y="298"/>
                    <a:pt x="6920" y="810"/>
                  </a:cubicBezTo>
                  <a:cubicBezTo>
                    <a:pt x="6582" y="298"/>
                    <a:pt x="6028" y="0"/>
                    <a:pt x="542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98"/>
            <p:cNvSpPr/>
            <p:nvPr/>
          </p:nvSpPr>
          <p:spPr>
            <a:xfrm>
              <a:off x="3361038" y="3173550"/>
              <a:ext cx="59750" cy="59100"/>
            </a:xfrm>
            <a:custGeom>
              <a:avLst/>
              <a:gdLst/>
              <a:ahLst/>
              <a:cxnLst/>
              <a:rect l="l" t="t" r="r" b="b"/>
              <a:pathLst>
                <a:path w="2390" h="2364" extrusionOk="0">
                  <a:moveTo>
                    <a:pt x="1189" y="0"/>
                  </a:moveTo>
                  <a:cubicBezTo>
                    <a:pt x="1034" y="0"/>
                    <a:pt x="893" y="157"/>
                    <a:pt x="893" y="314"/>
                  </a:cubicBezTo>
                  <a:lnTo>
                    <a:pt x="893" y="867"/>
                  </a:lnTo>
                  <a:lnTo>
                    <a:pt x="298" y="867"/>
                  </a:lnTo>
                  <a:cubicBezTo>
                    <a:pt x="175" y="867"/>
                    <a:pt x="42" y="990"/>
                    <a:pt x="1" y="1124"/>
                  </a:cubicBezTo>
                  <a:cubicBezTo>
                    <a:pt x="1" y="1339"/>
                    <a:pt x="124" y="1462"/>
                    <a:pt x="298" y="1462"/>
                  </a:cubicBezTo>
                  <a:lnTo>
                    <a:pt x="893" y="1462"/>
                  </a:lnTo>
                  <a:lnTo>
                    <a:pt x="893" y="2056"/>
                  </a:lnTo>
                  <a:cubicBezTo>
                    <a:pt x="893" y="2190"/>
                    <a:pt x="985" y="2313"/>
                    <a:pt x="1149" y="2364"/>
                  </a:cubicBezTo>
                  <a:cubicBezTo>
                    <a:pt x="1323" y="2364"/>
                    <a:pt x="1497" y="2231"/>
                    <a:pt x="1497" y="2056"/>
                  </a:cubicBezTo>
                  <a:lnTo>
                    <a:pt x="1497" y="1462"/>
                  </a:lnTo>
                  <a:lnTo>
                    <a:pt x="2051" y="1462"/>
                  </a:lnTo>
                  <a:cubicBezTo>
                    <a:pt x="2225" y="1462"/>
                    <a:pt x="2389" y="1339"/>
                    <a:pt x="2348" y="1124"/>
                  </a:cubicBezTo>
                  <a:cubicBezTo>
                    <a:pt x="2307" y="990"/>
                    <a:pt x="2174" y="867"/>
                    <a:pt x="2051" y="867"/>
                  </a:cubicBezTo>
                  <a:lnTo>
                    <a:pt x="1497" y="867"/>
                  </a:lnTo>
                  <a:lnTo>
                    <a:pt x="1497" y="314"/>
                  </a:lnTo>
                  <a:cubicBezTo>
                    <a:pt x="1497" y="180"/>
                    <a:pt x="1364" y="57"/>
                    <a:pt x="1241" y="6"/>
                  </a:cubicBezTo>
                  <a:cubicBezTo>
                    <a:pt x="1224" y="2"/>
                    <a:pt x="1206" y="0"/>
                    <a:pt x="1189"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98"/>
            <p:cNvSpPr/>
            <p:nvPr/>
          </p:nvSpPr>
          <p:spPr>
            <a:xfrm>
              <a:off x="3487138" y="3179650"/>
              <a:ext cx="54350" cy="53000"/>
            </a:xfrm>
            <a:custGeom>
              <a:avLst/>
              <a:gdLst/>
              <a:ahLst/>
              <a:cxnLst/>
              <a:rect l="l" t="t" r="r" b="b"/>
              <a:pathLst>
                <a:path w="2174" h="2120" extrusionOk="0">
                  <a:moveTo>
                    <a:pt x="294" y="0"/>
                  </a:moveTo>
                  <a:cubicBezTo>
                    <a:pt x="218" y="0"/>
                    <a:pt x="144" y="24"/>
                    <a:pt x="82" y="70"/>
                  </a:cubicBezTo>
                  <a:cubicBezTo>
                    <a:pt x="0" y="193"/>
                    <a:pt x="0" y="367"/>
                    <a:pt x="82" y="490"/>
                  </a:cubicBezTo>
                  <a:lnTo>
                    <a:pt x="636" y="1044"/>
                  </a:lnTo>
                  <a:lnTo>
                    <a:pt x="82" y="1607"/>
                  </a:lnTo>
                  <a:cubicBezTo>
                    <a:pt x="0" y="1730"/>
                    <a:pt x="0" y="1905"/>
                    <a:pt x="82" y="2028"/>
                  </a:cubicBezTo>
                  <a:cubicBezTo>
                    <a:pt x="164" y="2069"/>
                    <a:pt x="205" y="2120"/>
                    <a:pt x="298" y="2120"/>
                  </a:cubicBezTo>
                  <a:cubicBezTo>
                    <a:pt x="380" y="2120"/>
                    <a:pt x="462" y="2069"/>
                    <a:pt x="513" y="2028"/>
                  </a:cubicBezTo>
                  <a:lnTo>
                    <a:pt x="1067" y="1474"/>
                  </a:lnTo>
                  <a:lnTo>
                    <a:pt x="1620" y="2028"/>
                  </a:lnTo>
                  <a:cubicBezTo>
                    <a:pt x="1661" y="2069"/>
                    <a:pt x="1743" y="2120"/>
                    <a:pt x="1835" y="2120"/>
                  </a:cubicBezTo>
                  <a:cubicBezTo>
                    <a:pt x="1917" y="2120"/>
                    <a:pt x="1999" y="2069"/>
                    <a:pt x="2051" y="2028"/>
                  </a:cubicBezTo>
                  <a:cubicBezTo>
                    <a:pt x="2174" y="1905"/>
                    <a:pt x="2174" y="1730"/>
                    <a:pt x="2051" y="1607"/>
                  </a:cubicBezTo>
                  <a:lnTo>
                    <a:pt x="1487" y="1044"/>
                  </a:lnTo>
                  <a:lnTo>
                    <a:pt x="2051" y="490"/>
                  </a:lnTo>
                  <a:cubicBezTo>
                    <a:pt x="2174" y="367"/>
                    <a:pt x="2174" y="193"/>
                    <a:pt x="2051" y="70"/>
                  </a:cubicBezTo>
                  <a:cubicBezTo>
                    <a:pt x="1984" y="24"/>
                    <a:pt x="1907" y="0"/>
                    <a:pt x="1832" y="0"/>
                  </a:cubicBezTo>
                  <a:cubicBezTo>
                    <a:pt x="1756" y="0"/>
                    <a:pt x="1682" y="24"/>
                    <a:pt x="1620" y="70"/>
                  </a:cubicBezTo>
                  <a:lnTo>
                    <a:pt x="1067" y="623"/>
                  </a:lnTo>
                  <a:lnTo>
                    <a:pt x="513" y="70"/>
                  </a:lnTo>
                  <a:cubicBezTo>
                    <a:pt x="446" y="24"/>
                    <a:pt x="369" y="0"/>
                    <a:pt x="294"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98"/>
            <p:cNvSpPr/>
            <p:nvPr/>
          </p:nvSpPr>
          <p:spPr>
            <a:xfrm>
              <a:off x="3305438" y="3129975"/>
              <a:ext cx="39475" cy="48100"/>
            </a:xfrm>
            <a:custGeom>
              <a:avLst/>
              <a:gdLst/>
              <a:ahLst/>
              <a:cxnLst/>
              <a:rect l="l" t="t" r="r" b="b"/>
              <a:pathLst>
                <a:path w="1579" h="1924" extrusionOk="0">
                  <a:moveTo>
                    <a:pt x="352" y="0"/>
                  </a:moveTo>
                  <a:cubicBezTo>
                    <a:pt x="296" y="0"/>
                    <a:pt x="236" y="15"/>
                    <a:pt x="174" y="47"/>
                  </a:cubicBezTo>
                  <a:cubicBezTo>
                    <a:pt x="41" y="170"/>
                    <a:pt x="0" y="345"/>
                    <a:pt x="92" y="468"/>
                  </a:cubicBezTo>
                  <a:lnTo>
                    <a:pt x="984" y="1800"/>
                  </a:lnTo>
                  <a:cubicBezTo>
                    <a:pt x="1025" y="1882"/>
                    <a:pt x="1118" y="1923"/>
                    <a:pt x="1241" y="1923"/>
                  </a:cubicBezTo>
                  <a:cubicBezTo>
                    <a:pt x="1282" y="1923"/>
                    <a:pt x="1323" y="1882"/>
                    <a:pt x="1415" y="1882"/>
                  </a:cubicBezTo>
                  <a:cubicBezTo>
                    <a:pt x="1538" y="1800"/>
                    <a:pt x="1579" y="1585"/>
                    <a:pt x="1456" y="1452"/>
                  </a:cubicBezTo>
                  <a:lnTo>
                    <a:pt x="605" y="129"/>
                  </a:lnTo>
                  <a:cubicBezTo>
                    <a:pt x="545" y="50"/>
                    <a:pt x="455" y="0"/>
                    <a:pt x="352"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98"/>
            <p:cNvSpPr/>
            <p:nvPr/>
          </p:nvSpPr>
          <p:spPr>
            <a:xfrm>
              <a:off x="3410238" y="3080650"/>
              <a:ext cx="60775" cy="58975"/>
            </a:xfrm>
            <a:custGeom>
              <a:avLst/>
              <a:gdLst/>
              <a:ahLst/>
              <a:cxnLst/>
              <a:rect l="l" t="t" r="r" b="b"/>
              <a:pathLst>
                <a:path w="2431" h="2359" extrusionOk="0">
                  <a:moveTo>
                    <a:pt x="2088" y="1"/>
                  </a:moveTo>
                  <a:cubicBezTo>
                    <a:pt x="2013" y="1"/>
                    <a:pt x="1939" y="32"/>
                    <a:pt x="1877" y="93"/>
                  </a:cubicBezTo>
                  <a:lnTo>
                    <a:pt x="124" y="1846"/>
                  </a:lnTo>
                  <a:cubicBezTo>
                    <a:pt x="1" y="1979"/>
                    <a:pt x="1" y="2143"/>
                    <a:pt x="124" y="2277"/>
                  </a:cubicBezTo>
                  <a:cubicBezTo>
                    <a:pt x="165" y="2318"/>
                    <a:pt x="257" y="2359"/>
                    <a:pt x="298" y="2359"/>
                  </a:cubicBezTo>
                  <a:cubicBezTo>
                    <a:pt x="380" y="2359"/>
                    <a:pt x="462" y="2318"/>
                    <a:pt x="514" y="2277"/>
                  </a:cubicBezTo>
                  <a:lnTo>
                    <a:pt x="2308" y="483"/>
                  </a:lnTo>
                  <a:cubicBezTo>
                    <a:pt x="2431" y="390"/>
                    <a:pt x="2431" y="185"/>
                    <a:pt x="2308" y="93"/>
                  </a:cubicBezTo>
                  <a:cubicBezTo>
                    <a:pt x="2241" y="32"/>
                    <a:pt x="2164" y="1"/>
                    <a:pt x="2088"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98"/>
            <p:cNvSpPr/>
            <p:nvPr/>
          </p:nvSpPr>
          <p:spPr>
            <a:xfrm>
              <a:off x="3403838" y="3080925"/>
              <a:ext cx="17975" cy="14875"/>
            </a:xfrm>
            <a:custGeom>
              <a:avLst/>
              <a:gdLst/>
              <a:ahLst/>
              <a:cxnLst/>
              <a:rect l="l" t="t" r="r" b="b"/>
              <a:pathLst>
                <a:path w="719" h="595" extrusionOk="0">
                  <a:moveTo>
                    <a:pt x="339" y="0"/>
                  </a:moveTo>
                  <a:cubicBezTo>
                    <a:pt x="257" y="0"/>
                    <a:pt x="165" y="41"/>
                    <a:pt x="83" y="123"/>
                  </a:cubicBezTo>
                  <a:cubicBezTo>
                    <a:pt x="1" y="338"/>
                    <a:pt x="124" y="595"/>
                    <a:pt x="339" y="595"/>
                  </a:cubicBezTo>
                  <a:cubicBezTo>
                    <a:pt x="554" y="595"/>
                    <a:pt x="718" y="379"/>
                    <a:pt x="636" y="174"/>
                  </a:cubicBezTo>
                  <a:cubicBezTo>
                    <a:pt x="595" y="41"/>
                    <a:pt x="462" y="0"/>
                    <a:pt x="38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98"/>
            <p:cNvSpPr/>
            <p:nvPr/>
          </p:nvSpPr>
          <p:spPr>
            <a:xfrm>
              <a:off x="3458188" y="3130125"/>
              <a:ext cx="18200" cy="14875"/>
            </a:xfrm>
            <a:custGeom>
              <a:avLst/>
              <a:gdLst/>
              <a:ahLst/>
              <a:cxnLst/>
              <a:rect l="l" t="t" r="r" b="b"/>
              <a:pathLst>
                <a:path w="728" h="595" extrusionOk="0">
                  <a:moveTo>
                    <a:pt x="338" y="0"/>
                  </a:moveTo>
                  <a:cubicBezTo>
                    <a:pt x="256" y="0"/>
                    <a:pt x="174" y="82"/>
                    <a:pt x="133" y="164"/>
                  </a:cubicBezTo>
                  <a:cubicBezTo>
                    <a:pt x="0" y="380"/>
                    <a:pt x="174" y="595"/>
                    <a:pt x="390" y="595"/>
                  </a:cubicBezTo>
                  <a:cubicBezTo>
                    <a:pt x="554" y="595"/>
                    <a:pt x="728" y="380"/>
                    <a:pt x="646" y="164"/>
                  </a:cubicBezTo>
                  <a:cubicBezTo>
                    <a:pt x="595" y="82"/>
                    <a:pt x="472" y="0"/>
                    <a:pt x="39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98"/>
            <p:cNvSpPr/>
            <p:nvPr/>
          </p:nvSpPr>
          <p:spPr>
            <a:xfrm>
              <a:off x="3284163" y="3201375"/>
              <a:ext cx="38450" cy="58975"/>
            </a:xfrm>
            <a:custGeom>
              <a:avLst/>
              <a:gdLst/>
              <a:ahLst/>
              <a:cxnLst/>
              <a:rect l="l" t="t" r="r" b="b"/>
              <a:pathLst>
                <a:path w="1538" h="2359" extrusionOk="0">
                  <a:moveTo>
                    <a:pt x="342" y="0"/>
                  </a:moveTo>
                  <a:cubicBezTo>
                    <a:pt x="267" y="0"/>
                    <a:pt x="190" y="31"/>
                    <a:pt x="123" y="93"/>
                  </a:cubicBezTo>
                  <a:cubicBezTo>
                    <a:pt x="0" y="226"/>
                    <a:pt x="0" y="390"/>
                    <a:pt x="123" y="523"/>
                  </a:cubicBezTo>
                  <a:cubicBezTo>
                    <a:pt x="513" y="902"/>
                    <a:pt x="769" y="1374"/>
                    <a:pt x="892" y="1928"/>
                  </a:cubicBezTo>
                  <a:lnTo>
                    <a:pt x="892" y="2102"/>
                  </a:lnTo>
                  <a:cubicBezTo>
                    <a:pt x="943" y="2225"/>
                    <a:pt x="1066" y="2358"/>
                    <a:pt x="1200" y="2358"/>
                  </a:cubicBezTo>
                  <a:cubicBezTo>
                    <a:pt x="1241" y="2358"/>
                    <a:pt x="1241" y="2358"/>
                    <a:pt x="1282" y="2317"/>
                  </a:cubicBezTo>
                  <a:cubicBezTo>
                    <a:pt x="1405" y="2317"/>
                    <a:pt x="1538" y="2143"/>
                    <a:pt x="1497" y="1969"/>
                  </a:cubicBezTo>
                  <a:lnTo>
                    <a:pt x="1456" y="1805"/>
                  </a:lnTo>
                  <a:cubicBezTo>
                    <a:pt x="1323" y="1159"/>
                    <a:pt x="1025" y="564"/>
                    <a:pt x="554" y="93"/>
                  </a:cubicBezTo>
                  <a:cubicBezTo>
                    <a:pt x="492" y="31"/>
                    <a:pt x="418" y="0"/>
                    <a:pt x="342"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98"/>
            <p:cNvSpPr/>
            <p:nvPr/>
          </p:nvSpPr>
          <p:spPr>
            <a:xfrm>
              <a:off x="3557613" y="3201375"/>
              <a:ext cx="38475" cy="58975"/>
            </a:xfrm>
            <a:custGeom>
              <a:avLst/>
              <a:gdLst/>
              <a:ahLst/>
              <a:cxnLst/>
              <a:rect l="l" t="t" r="r" b="b"/>
              <a:pathLst>
                <a:path w="1539" h="2359" extrusionOk="0">
                  <a:moveTo>
                    <a:pt x="1194" y="0"/>
                  </a:moveTo>
                  <a:cubicBezTo>
                    <a:pt x="1118" y="0"/>
                    <a:pt x="1041" y="31"/>
                    <a:pt x="974" y="93"/>
                  </a:cubicBezTo>
                  <a:cubicBezTo>
                    <a:pt x="513" y="564"/>
                    <a:pt x="206" y="1159"/>
                    <a:pt x="83" y="1805"/>
                  </a:cubicBezTo>
                  <a:lnTo>
                    <a:pt x="42" y="1969"/>
                  </a:lnTo>
                  <a:cubicBezTo>
                    <a:pt x="1" y="2143"/>
                    <a:pt x="124" y="2317"/>
                    <a:pt x="257" y="2317"/>
                  </a:cubicBezTo>
                  <a:cubicBezTo>
                    <a:pt x="298" y="2358"/>
                    <a:pt x="298" y="2358"/>
                    <a:pt x="339" y="2358"/>
                  </a:cubicBezTo>
                  <a:cubicBezTo>
                    <a:pt x="462" y="2358"/>
                    <a:pt x="595" y="2225"/>
                    <a:pt x="636" y="2102"/>
                  </a:cubicBezTo>
                  <a:lnTo>
                    <a:pt x="636" y="1928"/>
                  </a:lnTo>
                  <a:cubicBezTo>
                    <a:pt x="769" y="1374"/>
                    <a:pt x="1026" y="902"/>
                    <a:pt x="1405" y="523"/>
                  </a:cubicBezTo>
                  <a:cubicBezTo>
                    <a:pt x="1538" y="390"/>
                    <a:pt x="1538" y="226"/>
                    <a:pt x="1405" y="93"/>
                  </a:cubicBezTo>
                  <a:cubicBezTo>
                    <a:pt x="1344" y="31"/>
                    <a:pt x="1269" y="0"/>
                    <a:pt x="1194"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98"/>
            <p:cNvSpPr/>
            <p:nvPr/>
          </p:nvSpPr>
          <p:spPr>
            <a:xfrm>
              <a:off x="3530713" y="3124475"/>
              <a:ext cx="26925" cy="25925"/>
            </a:xfrm>
            <a:custGeom>
              <a:avLst/>
              <a:gdLst/>
              <a:ahLst/>
              <a:cxnLst/>
              <a:rect l="l" t="t" r="r" b="b"/>
              <a:pathLst>
                <a:path w="1077" h="1037" extrusionOk="0">
                  <a:moveTo>
                    <a:pt x="747" y="1"/>
                  </a:moveTo>
                  <a:cubicBezTo>
                    <a:pt x="667" y="1"/>
                    <a:pt x="579" y="32"/>
                    <a:pt x="513" y="93"/>
                  </a:cubicBezTo>
                  <a:lnTo>
                    <a:pt x="92" y="524"/>
                  </a:lnTo>
                  <a:cubicBezTo>
                    <a:pt x="0" y="647"/>
                    <a:pt x="0" y="821"/>
                    <a:pt x="92" y="944"/>
                  </a:cubicBezTo>
                  <a:cubicBezTo>
                    <a:pt x="174" y="1036"/>
                    <a:pt x="215" y="1036"/>
                    <a:pt x="308" y="1036"/>
                  </a:cubicBezTo>
                  <a:cubicBezTo>
                    <a:pt x="390" y="1036"/>
                    <a:pt x="472" y="1036"/>
                    <a:pt x="513" y="944"/>
                  </a:cubicBezTo>
                  <a:lnTo>
                    <a:pt x="943" y="524"/>
                  </a:lnTo>
                  <a:cubicBezTo>
                    <a:pt x="1077" y="390"/>
                    <a:pt x="1077" y="226"/>
                    <a:pt x="943" y="93"/>
                  </a:cubicBezTo>
                  <a:cubicBezTo>
                    <a:pt x="902" y="32"/>
                    <a:pt x="828" y="1"/>
                    <a:pt x="747"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98"/>
          <p:cNvGrpSpPr/>
          <p:nvPr/>
        </p:nvGrpSpPr>
        <p:grpSpPr>
          <a:xfrm>
            <a:off x="6327563" y="3074500"/>
            <a:ext cx="288350" cy="345000"/>
            <a:chOff x="6327563" y="3074500"/>
            <a:chExt cx="288350" cy="345000"/>
          </a:xfrm>
        </p:grpSpPr>
        <p:sp>
          <p:nvSpPr>
            <p:cNvPr id="1368" name="Google Shape;1368;p98"/>
            <p:cNvSpPr/>
            <p:nvPr/>
          </p:nvSpPr>
          <p:spPr>
            <a:xfrm>
              <a:off x="6535663" y="3081950"/>
              <a:ext cx="72825" cy="73825"/>
            </a:xfrm>
            <a:custGeom>
              <a:avLst/>
              <a:gdLst/>
              <a:ahLst/>
              <a:cxnLst/>
              <a:rect l="l" t="t" r="r" b="b"/>
              <a:pathLst>
                <a:path w="2913" h="2953" extrusionOk="0">
                  <a:moveTo>
                    <a:pt x="1" y="0"/>
                  </a:moveTo>
                  <a:lnTo>
                    <a:pt x="1" y="1025"/>
                  </a:lnTo>
                  <a:cubicBezTo>
                    <a:pt x="1" y="1497"/>
                    <a:pt x="390" y="1876"/>
                    <a:pt x="862" y="1876"/>
                  </a:cubicBezTo>
                  <a:cubicBezTo>
                    <a:pt x="985" y="1876"/>
                    <a:pt x="1077" y="1968"/>
                    <a:pt x="1077" y="2132"/>
                  </a:cubicBezTo>
                  <a:cubicBezTo>
                    <a:pt x="1077" y="2563"/>
                    <a:pt x="1457" y="2953"/>
                    <a:pt x="1928" y="2953"/>
                  </a:cubicBezTo>
                  <a:lnTo>
                    <a:pt x="2912" y="2953"/>
                  </a:lnTo>
                  <a:lnTo>
                    <a:pt x="2912" y="2389"/>
                  </a:lnTo>
                  <a:lnTo>
                    <a:pt x="1928" y="2389"/>
                  </a:lnTo>
                  <a:cubicBezTo>
                    <a:pt x="1795" y="2389"/>
                    <a:pt x="1672" y="2266"/>
                    <a:pt x="1672" y="2132"/>
                  </a:cubicBezTo>
                  <a:cubicBezTo>
                    <a:pt x="1672" y="1671"/>
                    <a:pt x="1334" y="1282"/>
                    <a:pt x="862" y="1282"/>
                  </a:cubicBezTo>
                  <a:cubicBezTo>
                    <a:pt x="688" y="1282"/>
                    <a:pt x="606" y="1158"/>
                    <a:pt x="606" y="1025"/>
                  </a:cubicBezTo>
                  <a:lnTo>
                    <a:pt x="606"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98"/>
            <p:cNvSpPr/>
            <p:nvPr/>
          </p:nvSpPr>
          <p:spPr>
            <a:xfrm>
              <a:off x="6535663" y="3282600"/>
              <a:ext cx="72825" cy="73850"/>
            </a:xfrm>
            <a:custGeom>
              <a:avLst/>
              <a:gdLst/>
              <a:ahLst/>
              <a:cxnLst/>
              <a:rect l="l" t="t" r="r" b="b"/>
              <a:pathLst>
                <a:path w="2913" h="2954" extrusionOk="0">
                  <a:moveTo>
                    <a:pt x="1928" y="1"/>
                  </a:moveTo>
                  <a:cubicBezTo>
                    <a:pt x="1457" y="1"/>
                    <a:pt x="1118" y="391"/>
                    <a:pt x="1118" y="862"/>
                  </a:cubicBezTo>
                  <a:cubicBezTo>
                    <a:pt x="1118" y="985"/>
                    <a:pt x="985" y="1118"/>
                    <a:pt x="862" y="1118"/>
                  </a:cubicBezTo>
                  <a:cubicBezTo>
                    <a:pt x="390" y="1118"/>
                    <a:pt x="1" y="1498"/>
                    <a:pt x="1" y="1969"/>
                  </a:cubicBezTo>
                  <a:lnTo>
                    <a:pt x="1" y="2953"/>
                  </a:lnTo>
                  <a:lnTo>
                    <a:pt x="606" y="2953"/>
                  </a:lnTo>
                  <a:lnTo>
                    <a:pt x="606" y="1969"/>
                  </a:lnTo>
                  <a:cubicBezTo>
                    <a:pt x="606" y="1846"/>
                    <a:pt x="688" y="1713"/>
                    <a:pt x="862" y="1713"/>
                  </a:cubicBezTo>
                  <a:cubicBezTo>
                    <a:pt x="1334" y="1713"/>
                    <a:pt x="1672" y="1334"/>
                    <a:pt x="1672" y="862"/>
                  </a:cubicBezTo>
                  <a:cubicBezTo>
                    <a:pt x="1672" y="729"/>
                    <a:pt x="1795" y="606"/>
                    <a:pt x="1928" y="606"/>
                  </a:cubicBezTo>
                  <a:lnTo>
                    <a:pt x="2912" y="606"/>
                  </a:lnTo>
                  <a:lnTo>
                    <a:pt x="2912"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98"/>
            <p:cNvSpPr/>
            <p:nvPr/>
          </p:nvSpPr>
          <p:spPr>
            <a:xfrm>
              <a:off x="6413938" y="3119350"/>
              <a:ext cx="18225" cy="14900"/>
            </a:xfrm>
            <a:custGeom>
              <a:avLst/>
              <a:gdLst/>
              <a:ahLst/>
              <a:cxnLst/>
              <a:rect l="l" t="t" r="r" b="b"/>
              <a:pathLst>
                <a:path w="729" h="596" extrusionOk="0">
                  <a:moveTo>
                    <a:pt x="349" y="1"/>
                  </a:moveTo>
                  <a:cubicBezTo>
                    <a:pt x="257" y="1"/>
                    <a:pt x="134" y="42"/>
                    <a:pt x="93" y="124"/>
                  </a:cubicBezTo>
                  <a:cubicBezTo>
                    <a:pt x="0" y="339"/>
                    <a:pt x="134" y="595"/>
                    <a:pt x="349" y="595"/>
                  </a:cubicBezTo>
                  <a:cubicBezTo>
                    <a:pt x="564" y="595"/>
                    <a:pt x="728" y="380"/>
                    <a:pt x="646" y="124"/>
                  </a:cubicBezTo>
                  <a:cubicBezTo>
                    <a:pt x="564" y="42"/>
                    <a:pt x="472" y="1"/>
                    <a:pt x="39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98"/>
            <p:cNvSpPr/>
            <p:nvPr/>
          </p:nvSpPr>
          <p:spPr>
            <a:xfrm>
              <a:off x="6413938" y="3305175"/>
              <a:ext cx="18225" cy="14875"/>
            </a:xfrm>
            <a:custGeom>
              <a:avLst/>
              <a:gdLst/>
              <a:ahLst/>
              <a:cxnLst/>
              <a:rect l="l" t="t" r="r" b="b"/>
              <a:pathLst>
                <a:path w="729" h="595" extrusionOk="0">
                  <a:moveTo>
                    <a:pt x="349" y="0"/>
                  </a:moveTo>
                  <a:cubicBezTo>
                    <a:pt x="257" y="0"/>
                    <a:pt x="134" y="41"/>
                    <a:pt x="93" y="123"/>
                  </a:cubicBezTo>
                  <a:cubicBezTo>
                    <a:pt x="0" y="379"/>
                    <a:pt x="134" y="595"/>
                    <a:pt x="349" y="595"/>
                  </a:cubicBezTo>
                  <a:cubicBezTo>
                    <a:pt x="564" y="595"/>
                    <a:pt x="728" y="379"/>
                    <a:pt x="646" y="174"/>
                  </a:cubicBezTo>
                  <a:cubicBezTo>
                    <a:pt x="564" y="82"/>
                    <a:pt x="472" y="0"/>
                    <a:pt x="39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98"/>
            <p:cNvSpPr/>
            <p:nvPr/>
          </p:nvSpPr>
          <p:spPr>
            <a:xfrm>
              <a:off x="6327563" y="3074500"/>
              <a:ext cx="288350" cy="345000"/>
            </a:xfrm>
            <a:custGeom>
              <a:avLst/>
              <a:gdLst/>
              <a:ahLst/>
              <a:cxnLst/>
              <a:rect l="l" t="t" r="r" b="b"/>
              <a:pathLst>
                <a:path w="11534" h="13800" extrusionOk="0">
                  <a:moveTo>
                    <a:pt x="10980" y="595"/>
                  </a:moveTo>
                  <a:lnTo>
                    <a:pt x="10980" y="10980"/>
                  </a:lnTo>
                  <a:lnTo>
                    <a:pt x="2348" y="10980"/>
                  </a:lnTo>
                  <a:lnTo>
                    <a:pt x="2348" y="595"/>
                  </a:lnTo>
                  <a:close/>
                  <a:moveTo>
                    <a:pt x="1754" y="595"/>
                  </a:moveTo>
                  <a:lnTo>
                    <a:pt x="1754" y="10980"/>
                  </a:lnTo>
                  <a:lnTo>
                    <a:pt x="1405" y="10980"/>
                  </a:lnTo>
                  <a:cubicBezTo>
                    <a:pt x="1108" y="10980"/>
                    <a:pt x="811" y="11062"/>
                    <a:pt x="595" y="11236"/>
                  </a:cubicBezTo>
                  <a:lnTo>
                    <a:pt x="595" y="1405"/>
                  </a:lnTo>
                  <a:cubicBezTo>
                    <a:pt x="595" y="944"/>
                    <a:pt x="985" y="595"/>
                    <a:pt x="1405" y="595"/>
                  </a:cubicBezTo>
                  <a:close/>
                  <a:moveTo>
                    <a:pt x="10980" y="11575"/>
                  </a:moveTo>
                  <a:lnTo>
                    <a:pt x="10980" y="13194"/>
                  </a:lnTo>
                  <a:lnTo>
                    <a:pt x="1497" y="13194"/>
                  </a:lnTo>
                  <a:cubicBezTo>
                    <a:pt x="1067" y="13194"/>
                    <a:pt x="688" y="12856"/>
                    <a:pt x="688" y="12385"/>
                  </a:cubicBezTo>
                  <a:cubicBezTo>
                    <a:pt x="636" y="11964"/>
                    <a:pt x="1026" y="11575"/>
                    <a:pt x="1497" y="11575"/>
                  </a:cubicBezTo>
                  <a:close/>
                  <a:moveTo>
                    <a:pt x="1405" y="1"/>
                  </a:moveTo>
                  <a:cubicBezTo>
                    <a:pt x="636" y="1"/>
                    <a:pt x="1" y="636"/>
                    <a:pt x="1" y="1405"/>
                  </a:cubicBezTo>
                  <a:lnTo>
                    <a:pt x="1" y="12385"/>
                  </a:lnTo>
                  <a:cubicBezTo>
                    <a:pt x="1" y="13153"/>
                    <a:pt x="636" y="13799"/>
                    <a:pt x="1405" y="13799"/>
                  </a:cubicBezTo>
                  <a:lnTo>
                    <a:pt x="11236" y="13799"/>
                  </a:lnTo>
                  <a:cubicBezTo>
                    <a:pt x="11400" y="13799"/>
                    <a:pt x="11534" y="13625"/>
                    <a:pt x="11534" y="13502"/>
                  </a:cubicBezTo>
                  <a:lnTo>
                    <a:pt x="11534" y="11277"/>
                  </a:lnTo>
                  <a:lnTo>
                    <a:pt x="11534" y="298"/>
                  </a:lnTo>
                  <a:cubicBezTo>
                    <a:pt x="11534" y="124"/>
                    <a:pt x="11400" y="1"/>
                    <a:pt x="1123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98"/>
            <p:cNvSpPr/>
            <p:nvPr/>
          </p:nvSpPr>
          <p:spPr>
            <a:xfrm>
              <a:off x="6421613" y="3146000"/>
              <a:ext cx="145100" cy="146375"/>
            </a:xfrm>
            <a:custGeom>
              <a:avLst/>
              <a:gdLst/>
              <a:ahLst/>
              <a:cxnLst/>
              <a:rect l="l" t="t" r="r" b="b"/>
              <a:pathLst>
                <a:path w="5804" h="5855" extrusionOk="0">
                  <a:moveTo>
                    <a:pt x="4202" y="1266"/>
                  </a:moveTo>
                  <a:cubicBezTo>
                    <a:pt x="4321" y="1266"/>
                    <a:pt x="4442" y="1284"/>
                    <a:pt x="4563" y="1323"/>
                  </a:cubicBezTo>
                  <a:cubicBezTo>
                    <a:pt x="4993" y="1754"/>
                    <a:pt x="5209" y="2308"/>
                    <a:pt x="5209" y="2953"/>
                  </a:cubicBezTo>
                  <a:lnTo>
                    <a:pt x="5209" y="3251"/>
                  </a:lnTo>
                  <a:cubicBezTo>
                    <a:pt x="4993" y="3548"/>
                    <a:pt x="4614" y="3722"/>
                    <a:pt x="4225" y="3722"/>
                  </a:cubicBezTo>
                  <a:cubicBezTo>
                    <a:pt x="3538" y="3722"/>
                    <a:pt x="2984" y="3158"/>
                    <a:pt x="2984" y="2523"/>
                  </a:cubicBezTo>
                  <a:cubicBezTo>
                    <a:pt x="2984" y="2092"/>
                    <a:pt x="3158" y="1713"/>
                    <a:pt x="3497" y="1498"/>
                  </a:cubicBezTo>
                  <a:cubicBezTo>
                    <a:pt x="3700" y="1351"/>
                    <a:pt x="3945" y="1266"/>
                    <a:pt x="4202" y="1266"/>
                  </a:cubicBezTo>
                  <a:close/>
                  <a:moveTo>
                    <a:pt x="2902" y="596"/>
                  </a:moveTo>
                  <a:cubicBezTo>
                    <a:pt x="3158" y="596"/>
                    <a:pt x="3456" y="647"/>
                    <a:pt x="3712" y="770"/>
                  </a:cubicBezTo>
                  <a:cubicBezTo>
                    <a:pt x="3497" y="811"/>
                    <a:pt x="3333" y="903"/>
                    <a:pt x="3158" y="1026"/>
                  </a:cubicBezTo>
                  <a:cubicBezTo>
                    <a:pt x="2646" y="1364"/>
                    <a:pt x="2390" y="1877"/>
                    <a:pt x="2390" y="2523"/>
                  </a:cubicBezTo>
                  <a:cubicBezTo>
                    <a:pt x="2390" y="3507"/>
                    <a:pt x="3199" y="4317"/>
                    <a:pt x="4225" y="4317"/>
                  </a:cubicBezTo>
                  <a:cubicBezTo>
                    <a:pt x="4440" y="4317"/>
                    <a:pt x="4655" y="4276"/>
                    <a:pt x="4819" y="4235"/>
                  </a:cubicBezTo>
                  <a:lnTo>
                    <a:pt x="4819" y="4235"/>
                  </a:lnTo>
                  <a:cubicBezTo>
                    <a:pt x="4440" y="4829"/>
                    <a:pt x="3712" y="5260"/>
                    <a:pt x="2902" y="5260"/>
                  </a:cubicBezTo>
                  <a:cubicBezTo>
                    <a:pt x="1621" y="5260"/>
                    <a:pt x="555" y="4235"/>
                    <a:pt x="555" y="2953"/>
                  </a:cubicBezTo>
                  <a:cubicBezTo>
                    <a:pt x="555" y="1672"/>
                    <a:pt x="1621" y="596"/>
                    <a:pt x="2902" y="596"/>
                  </a:cubicBezTo>
                  <a:close/>
                  <a:moveTo>
                    <a:pt x="2902" y="1"/>
                  </a:moveTo>
                  <a:cubicBezTo>
                    <a:pt x="1282" y="1"/>
                    <a:pt x="1" y="1323"/>
                    <a:pt x="1" y="2953"/>
                  </a:cubicBezTo>
                  <a:cubicBezTo>
                    <a:pt x="1" y="4532"/>
                    <a:pt x="1282" y="5855"/>
                    <a:pt x="2902" y="5855"/>
                  </a:cubicBezTo>
                  <a:cubicBezTo>
                    <a:pt x="4358" y="5855"/>
                    <a:pt x="5547" y="4788"/>
                    <a:pt x="5762" y="3374"/>
                  </a:cubicBezTo>
                  <a:cubicBezTo>
                    <a:pt x="5803" y="3251"/>
                    <a:pt x="5803" y="3076"/>
                    <a:pt x="5803" y="2953"/>
                  </a:cubicBezTo>
                  <a:cubicBezTo>
                    <a:pt x="5803" y="2133"/>
                    <a:pt x="5506" y="1416"/>
                    <a:pt x="4952" y="852"/>
                  </a:cubicBezTo>
                  <a:lnTo>
                    <a:pt x="4911" y="811"/>
                  </a:lnTo>
                  <a:cubicBezTo>
                    <a:pt x="4399" y="339"/>
                    <a:pt x="3671" y="1"/>
                    <a:pt x="290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98"/>
          <p:cNvGrpSpPr/>
          <p:nvPr/>
        </p:nvGrpSpPr>
        <p:grpSpPr>
          <a:xfrm>
            <a:off x="1036263" y="2520150"/>
            <a:ext cx="277575" cy="345000"/>
            <a:chOff x="1036263" y="2520150"/>
            <a:chExt cx="277575" cy="345000"/>
          </a:xfrm>
        </p:grpSpPr>
        <p:sp>
          <p:nvSpPr>
            <p:cNvPr id="1375" name="Google Shape;1375;p98"/>
            <p:cNvSpPr/>
            <p:nvPr/>
          </p:nvSpPr>
          <p:spPr>
            <a:xfrm>
              <a:off x="1241288" y="2579100"/>
              <a:ext cx="70500" cy="70500"/>
            </a:xfrm>
            <a:custGeom>
              <a:avLst/>
              <a:gdLst/>
              <a:ahLst/>
              <a:cxnLst/>
              <a:rect l="l" t="t" r="r" b="b"/>
              <a:pathLst>
                <a:path w="2820" h="2820" extrusionOk="0">
                  <a:moveTo>
                    <a:pt x="431" y="1"/>
                  </a:moveTo>
                  <a:lnTo>
                    <a:pt x="1" y="380"/>
                  </a:lnTo>
                  <a:lnTo>
                    <a:pt x="2389" y="2820"/>
                  </a:lnTo>
                  <a:lnTo>
                    <a:pt x="2820" y="2389"/>
                  </a:lnTo>
                  <a:lnTo>
                    <a:pt x="431"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98"/>
            <p:cNvSpPr/>
            <p:nvPr/>
          </p:nvSpPr>
          <p:spPr>
            <a:xfrm>
              <a:off x="1241288" y="2791575"/>
              <a:ext cx="70500" cy="71525"/>
            </a:xfrm>
            <a:custGeom>
              <a:avLst/>
              <a:gdLst/>
              <a:ahLst/>
              <a:cxnLst/>
              <a:rect l="l" t="t" r="r" b="b"/>
              <a:pathLst>
                <a:path w="2820" h="2861" extrusionOk="0">
                  <a:moveTo>
                    <a:pt x="2389" y="0"/>
                  </a:moveTo>
                  <a:lnTo>
                    <a:pt x="1" y="2430"/>
                  </a:lnTo>
                  <a:lnTo>
                    <a:pt x="431" y="2860"/>
                  </a:lnTo>
                  <a:lnTo>
                    <a:pt x="2820" y="421"/>
                  </a:lnTo>
                  <a:lnTo>
                    <a:pt x="2389"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98"/>
            <p:cNvSpPr/>
            <p:nvPr/>
          </p:nvSpPr>
          <p:spPr>
            <a:xfrm>
              <a:off x="1036263" y="2520150"/>
              <a:ext cx="277575" cy="345000"/>
            </a:xfrm>
            <a:custGeom>
              <a:avLst/>
              <a:gdLst/>
              <a:ahLst/>
              <a:cxnLst/>
              <a:rect l="l" t="t" r="r" b="b"/>
              <a:pathLst>
                <a:path w="11103" h="13800" extrusionOk="0">
                  <a:moveTo>
                    <a:pt x="10508" y="647"/>
                  </a:moveTo>
                  <a:lnTo>
                    <a:pt x="10508" y="2266"/>
                  </a:lnTo>
                  <a:lnTo>
                    <a:pt x="1456" y="2266"/>
                  </a:lnTo>
                  <a:cubicBezTo>
                    <a:pt x="1026" y="2266"/>
                    <a:pt x="646" y="1887"/>
                    <a:pt x="646" y="1416"/>
                  </a:cubicBezTo>
                  <a:cubicBezTo>
                    <a:pt x="687" y="985"/>
                    <a:pt x="1026" y="647"/>
                    <a:pt x="1497" y="647"/>
                  </a:cubicBezTo>
                  <a:close/>
                  <a:moveTo>
                    <a:pt x="595" y="2564"/>
                  </a:moveTo>
                  <a:cubicBezTo>
                    <a:pt x="851" y="2738"/>
                    <a:pt x="1108" y="2871"/>
                    <a:pt x="1415" y="2871"/>
                  </a:cubicBezTo>
                  <a:lnTo>
                    <a:pt x="1753" y="2871"/>
                  </a:lnTo>
                  <a:lnTo>
                    <a:pt x="1753" y="13246"/>
                  </a:lnTo>
                  <a:lnTo>
                    <a:pt x="1415" y="13246"/>
                  </a:lnTo>
                  <a:cubicBezTo>
                    <a:pt x="985" y="13246"/>
                    <a:pt x="595" y="12866"/>
                    <a:pt x="595" y="12436"/>
                  </a:cubicBezTo>
                  <a:lnTo>
                    <a:pt x="595" y="2564"/>
                  </a:lnTo>
                  <a:close/>
                  <a:moveTo>
                    <a:pt x="10549" y="2820"/>
                  </a:moveTo>
                  <a:lnTo>
                    <a:pt x="10549" y="6408"/>
                  </a:lnTo>
                  <a:lnTo>
                    <a:pt x="9104" y="6408"/>
                  </a:lnTo>
                  <a:lnTo>
                    <a:pt x="9104" y="6972"/>
                  </a:lnTo>
                  <a:lnTo>
                    <a:pt x="10549" y="6972"/>
                  </a:lnTo>
                  <a:lnTo>
                    <a:pt x="10549" y="9022"/>
                  </a:lnTo>
                  <a:lnTo>
                    <a:pt x="9104" y="9022"/>
                  </a:lnTo>
                  <a:lnTo>
                    <a:pt x="9104" y="9617"/>
                  </a:lnTo>
                  <a:lnTo>
                    <a:pt x="10508" y="9617"/>
                  </a:lnTo>
                  <a:lnTo>
                    <a:pt x="10508" y="13246"/>
                  </a:lnTo>
                  <a:lnTo>
                    <a:pt x="2348" y="13246"/>
                  </a:lnTo>
                  <a:lnTo>
                    <a:pt x="2348" y="9617"/>
                  </a:lnTo>
                  <a:lnTo>
                    <a:pt x="3763" y="9617"/>
                  </a:lnTo>
                  <a:lnTo>
                    <a:pt x="3763" y="9022"/>
                  </a:lnTo>
                  <a:lnTo>
                    <a:pt x="2348" y="9022"/>
                  </a:lnTo>
                  <a:lnTo>
                    <a:pt x="2348" y="6972"/>
                  </a:lnTo>
                  <a:lnTo>
                    <a:pt x="3763" y="6972"/>
                  </a:lnTo>
                  <a:lnTo>
                    <a:pt x="3763" y="6408"/>
                  </a:lnTo>
                  <a:lnTo>
                    <a:pt x="2348" y="6408"/>
                  </a:lnTo>
                  <a:lnTo>
                    <a:pt x="2348" y="2820"/>
                  </a:lnTo>
                  <a:close/>
                  <a:moveTo>
                    <a:pt x="1415" y="1"/>
                  </a:moveTo>
                  <a:cubicBezTo>
                    <a:pt x="646" y="1"/>
                    <a:pt x="0" y="647"/>
                    <a:pt x="0" y="1416"/>
                  </a:cubicBezTo>
                  <a:lnTo>
                    <a:pt x="0" y="12395"/>
                  </a:lnTo>
                  <a:cubicBezTo>
                    <a:pt x="0" y="13164"/>
                    <a:pt x="646" y="13799"/>
                    <a:pt x="1415" y="13799"/>
                  </a:cubicBezTo>
                  <a:lnTo>
                    <a:pt x="10806" y="13799"/>
                  </a:lnTo>
                  <a:cubicBezTo>
                    <a:pt x="10980" y="13799"/>
                    <a:pt x="11103" y="13676"/>
                    <a:pt x="11103" y="13502"/>
                  </a:cubicBezTo>
                  <a:lnTo>
                    <a:pt x="11103" y="2523"/>
                  </a:lnTo>
                  <a:lnTo>
                    <a:pt x="11103" y="308"/>
                  </a:lnTo>
                  <a:cubicBezTo>
                    <a:pt x="11103" y="134"/>
                    <a:pt x="10980" y="1"/>
                    <a:pt x="1080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98"/>
            <p:cNvSpPr/>
            <p:nvPr/>
          </p:nvSpPr>
          <p:spPr>
            <a:xfrm>
              <a:off x="1118538" y="2619600"/>
              <a:ext cx="156875" cy="200700"/>
            </a:xfrm>
            <a:custGeom>
              <a:avLst/>
              <a:gdLst/>
              <a:ahLst/>
              <a:cxnLst/>
              <a:rect l="l" t="t" r="r" b="b"/>
              <a:pathLst>
                <a:path w="6275" h="8028" extrusionOk="0">
                  <a:moveTo>
                    <a:pt x="3158" y="595"/>
                  </a:moveTo>
                  <a:cubicBezTo>
                    <a:pt x="4572" y="595"/>
                    <a:pt x="5679" y="2133"/>
                    <a:pt x="5679" y="4019"/>
                  </a:cubicBezTo>
                  <a:cubicBezTo>
                    <a:pt x="5679" y="5936"/>
                    <a:pt x="4572" y="7474"/>
                    <a:pt x="3158" y="7474"/>
                  </a:cubicBezTo>
                  <a:cubicBezTo>
                    <a:pt x="1753" y="7474"/>
                    <a:pt x="595" y="5936"/>
                    <a:pt x="595" y="4019"/>
                  </a:cubicBezTo>
                  <a:cubicBezTo>
                    <a:pt x="595" y="2133"/>
                    <a:pt x="1753" y="595"/>
                    <a:pt x="3158" y="595"/>
                  </a:cubicBezTo>
                  <a:close/>
                  <a:moveTo>
                    <a:pt x="3158" y="0"/>
                  </a:moveTo>
                  <a:cubicBezTo>
                    <a:pt x="2307" y="0"/>
                    <a:pt x="1497" y="431"/>
                    <a:pt x="892" y="1241"/>
                  </a:cubicBezTo>
                  <a:cubicBezTo>
                    <a:pt x="338" y="1969"/>
                    <a:pt x="0" y="2994"/>
                    <a:pt x="0" y="4019"/>
                  </a:cubicBezTo>
                  <a:cubicBezTo>
                    <a:pt x="0" y="5085"/>
                    <a:pt x="338" y="6110"/>
                    <a:pt x="892" y="6838"/>
                  </a:cubicBezTo>
                  <a:cubicBezTo>
                    <a:pt x="1497" y="7607"/>
                    <a:pt x="2307" y="8027"/>
                    <a:pt x="3158" y="8027"/>
                  </a:cubicBezTo>
                  <a:cubicBezTo>
                    <a:pt x="4019" y="8027"/>
                    <a:pt x="4788" y="7607"/>
                    <a:pt x="5382" y="6838"/>
                  </a:cubicBezTo>
                  <a:cubicBezTo>
                    <a:pt x="5977" y="6110"/>
                    <a:pt x="6274" y="5085"/>
                    <a:pt x="6274" y="4019"/>
                  </a:cubicBezTo>
                  <a:cubicBezTo>
                    <a:pt x="6274" y="2994"/>
                    <a:pt x="5977" y="1969"/>
                    <a:pt x="5382" y="1241"/>
                  </a:cubicBezTo>
                  <a:cubicBezTo>
                    <a:pt x="4788" y="431"/>
                    <a:pt x="4019" y="0"/>
                    <a:pt x="3158"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98"/>
            <p:cNvSpPr/>
            <p:nvPr/>
          </p:nvSpPr>
          <p:spPr>
            <a:xfrm>
              <a:off x="1169788" y="2664250"/>
              <a:ext cx="56675" cy="112500"/>
            </a:xfrm>
            <a:custGeom>
              <a:avLst/>
              <a:gdLst/>
              <a:ahLst/>
              <a:cxnLst/>
              <a:rect l="l" t="t" r="r" b="b"/>
              <a:pathLst>
                <a:path w="2267" h="4500" extrusionOk="0">
                  <a:moveTo>
                    <a:pt x="1084" y="1"/>
                  </a:moveTo>
                  <a:cubicBezTo>
                    <a:pt x="942" y="1"/>
                    <a:pt x="810" y="113"/>
                    <a:pt x="810" y="265"/>
                  </a:cubicBezTo>
                  <a:lnTo>
                    <a:pt x="810" y="521"/>
                  </a:lnTo>
                  <a:cubicBezTo>
                    <a:pt x="810" y="521"/>
                    <a:pt x="769" y="521"/>
                    <a:pt x="769" y="562"/>
                  </a:cubicBezTo>
                  <a:cubicBezTo>
                    <a:pt x="431" y="644"/>
                    <a:pt x="216" y="952"/>
                    <a:pt x="123" y="1290"/>
                  </a:cubicBezTo>
                  <a:cubicBezTo>
                    <a:pt x="82" y="1628"/>
                    <a:pt x="216" y="1885"/>
                    <a:pt x="431" y="2059"/>
                  </a:cubicBezTo>
                  <a:cubicBezTo>
                    <a:pt x="595" y="2233"/>
                    <a:pt x="851" y="2356"/>
                    <a:pt x="1323" y="2530"/>
                  </a:cubicBezTo>
                  <a:cubicBezTo>
                    <a:pt x="1620" y="2612"/>
                    <a:pt x="1620" y="2869"/>
                    <a:pt x="1579" y="2951"/>
                  </a:cubicBezTo>
                  <a:cubicBezTo>
                    <a:pt x="1579" y="3166"/>
                    <a:pt x="1405" y="3381"/>
                    <a:pt x="1108" y="3381"/>
                  </a:cubicBezTo>
                  <a:cubicBezTo>
                    <a:pt x="810" y="3381"/>
                    <a:pt x="728" y="3381"/>
                    <a:pt x="513" y="3258"/>
                  </a:cubicBezTo>
                  <a:cubicBezTo>
                    <a:pt x="453" y="3212"/>
                    <a:pt x="389" y="3192"/>
                    <a:pt x="328" y="3192"/>
                  </a:cubicBezTo>
                  <a:cubicBezTo>
                    <a:pt x="212" y="3192"/>
                    <a:pt x="109" y="3267"/>
                    <a:pt x="82" y="3381"/>
                  </a:cubicBezTo>
                  <a:cubicBezTo>
                    <a:pt x="0" y="3514"/>
                    <a:pt x="41" y="3637"/>
                    <a:pt x="175" y="3720"/>
                  </a:cubicBezTo>
                  <a:cubicBezTo>
                    <a:pt x="431" y="3894"/>
                    <a:pt x="595" y="3935"/>
                    <a:pt x="810" y="3976"/>
                  </a:cubicBezTo>
                  <a:lnTo>
                    <a:pt x="810" y="4191"/>
                  </a:lnTo>
                  <a:cubicBezTo>
                    <a:pt x="810" y="4365"/>
                    <a:pt x="892" y="4488"/>
                    <a:pt x="1067" y="4488"/>
                  </a:cubicBezTo>
                  <a:cubicBezTo>
                    <a:pt x="1092" y="4496"/>
                    <a:pt x="1118" y="4499"/>
                    <a:pt x="1142" y="4499"/>
                  </a:cubicBezTo>
                  <a:cubicBezTo>
                    <a:pt x="1286" y="4499"/>
                    <a:pt x="1405" y="4381"/>
                    <a:pt x="1405" y="4232"/>
                  </a:cubicBezTo>
                  <a:lnTo>
                    <a:pt x="1405" y="3935"/>
                  </a:lnTo>
                  <a:cubicBezTo>
                    <a:pt x="1835" y="3812"/>
                    <a:pt x="2133" y="3422"/>
                    <a:pt x="2174" y="3084"/>
                  </a:cubicBezTo>
                  <a:cubicBezTo>
                    <a:pt x="2266" y="2571"/>
                    <a:pt x="2010" y="2141"/>
                    <a:pt x="1538" y="1977"/>
                  </a:cubicBezTo>
                  <a:cubicBezTo>
                    <a:pt x="1241" y="1843"/>
                    <a:pt x="944" y="1761"/>
                    <a:pt x="769" y="1628"/>
                  </a:cubicBezTo>
                  <a:cubicBezTo>
                    <a:pt x="728" y="1546"/>
                    <a:pt x="728" y="1464"/>
                    <a:pt x="728" y="1413"/>
                  </a:cubicBezTo>
                  <a:cubicBezTo>
                    <a:pt x="728" y="1290"/>
                    <a:pt x="810" y="1157"/>
                    <a:pt x="985" y="1116"/>
                  </a:cubicBezTo>
                  <a:cubicBezTo>
                    <a:pt x="985" y="1075"/>
                    <a:pt x="1026" y="1075"/>
                    <a:pt x="1067" y="1075"/>
                  </a:cubicBezTo>
                  <a:cubicBezTo>
                    <a:pt x="1200" y="1075"/>
                    <a:pt x="1282" y="1075"/>
                    <a:pt x="1364" y="1116"/>
                  </a:cubicBezTo>
                  <a:cubicBezTo>
                    <a:pt x="1405" y="1157"/>
                    <a:pt x="1497" y="1208"/>
                    <a:pt x="1538" y="1249"/>
                  </a:cubicBezTo>
                  <a:lnTo>
                    <a:pt x="1579" y="1249"/>
                  </a:lnTo>
                  <a:cubicBezTo>
                    <a:pt x="1661" y="1331"/>
                    <a:pt x="1753" y="1331"/>
                    <a:pt x="1835" y="1331"/>
                  </a:cubicBezTo>
                  <a:cubicBezTo>
                    <a:pt x="2092" y="1208"/>
                    <a:pt x="2133" y="952"/>
                    <a:pt x="1969" y="818"/>
                  </a:cubicBezTo>
                  <a:cubicBezTo>
                    <a:pt x="1969" y="777"/>
                    <a:pt x="1712" y="603"/>
                    <a:pt x="1405" y="521"/>
                  </a:cubicBezTo>
                  <a:lnTo>
                    <a:pt x="1405" y="306"/>
                  </a:lnTo>
                  <a:cubicBezTo>
                    <a:pt x="1405" y="132"/>
                    <a:pt x="1282" y="8"/>
                    <a:pt x="1149" y="8"/>
                  </a:cubicBezTo>
                  <a:cubicBezTo>
                    <a:pt x="1127" y="3"/>
                    <a:pt x="1106" y="1"/>
                    <a:pt x="108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0" name="Google Shape;1380;p98"/>
          <p:cNvGrpSpPr/>
          <p:nvPr/>
        </p:nvGrpSpPr>
        <p:grpSpPr>
          <a:xfrm>
            <a:off x="1799738" y="3074500"/>
            <a:ext cx="345000" cy="343975"/>
            <a:chOff x="1799738" y="3074500"/>
            <a:chExt cx="345000" cy="343975"/>
          </a:xfrm>
        </p:grpSpPr>
        <p:sp>
          <p:nvSpPr>
            <p:cNvPr id="1381" name="Google Shape;1381;p98"/>
            <p:cNvSpPr/>
            <p:nvPr/>
          </p:nvSpPr>
          <p:spPr>
            <a:xfrm>
              <a:off x="1799738" y="3272100"/>
              <a:ext cx="345000" cy="146375"/>
            </a:xfrm>
            <a:custGeom>
              <a:avLst/>
              <a:gdLst/>
              <a:ahLst/>
              <a:cxnLst/>
              <a:rect l="l" t="t" r="r" b="b"/>
              <a:pathLst>
                <a:path w="13800" h="5855" extrusionOk="0">
                  <a:moveTo>
                    <a:pt x="5424" y="595"/>
                  </a:moveTo>
                  <a:cubicBezTo>
                    <a:pt x="6070" y="595"/>
                    <a:pt x="6582" y="1149"/>
                    <a:pt x="6582" y="1795"/>
                  </a:cubicBezTo>
                  <a:lnTo>
                    <a:pt x="6582" y="2779"/>
                  </a:lnTo>
                  <a:cubicBezTo>
                    <a:pt x="6193" y="2523"/>
                    <a:pt x="5772" y="2389"/>
                    <a:pt x="5301" y="2389"/>
                  </a:cubicBezTo>
                  <a:lnTo>
                    <a:pt x="1067" y="2389"/>
                  </a:lnTo>
                  <a:lnTo>
                    <a:pt x="1067" y="1795"/>
                  </a:lnTo>
                  <a:cubicBezTo>
                    <a:pt x="1067" y="1497"/>
                    <a:pt x="1282" y="1241"/>
                    <a:pt x="1579" y="1241"/>
                  </a:cubicBezTo>
                  <a:cubicBezTo>
                    <a:pt x="2656" y="1241"/>
                    <a:pt x="3763" y="1067"/>
                    <a:pt x="4788" y="729"/>
                  </a:cubicBezTo>
                  <a:lnTo>
                    <a:pt x="4870" y="729"/>
                  </a:lnTo>
                  <a:cubicBezTo>
                    <a:pt x="5085" y="636"/>
                    <a:pt x="5219" y="595"/>
                    <a:pt x="5424" y="595"/>
                  </a:cubicBezTo>
                  <a:close/>
                  <a:moveTo>
                    <a:pt x="8417" y="595"/>
                  </a:moveTo>
                  <a:cubicBezTo>
                    <a:pt x="8591" y="595"/>
                    <a:pt x="8714" y="636"/>
                    <a:pt x="8930" y="729"/>
                  </a:cubicBezTo>
                  <a:lnTo>
                    <a:pt x="9012" y="729"/>
                  </a:lnTo>
                  <a:cubicBezTo>
                    <a:pt x="10037" y="1067"/>
                    <a:pt x="11113" y="1241"/>
                    <a:pt x="12220" y="1241"/>
                  </a:cubicBezTo>
                  <a:cubicBezTo>
                    <a:pt x="12518" y="1241"/>
                    <a:pt x="12733" y="1497"/>
                    <a:pt x="12733" y="1579"/>
                  </a:cubicBezTo>
                  <a:lnTo>
                    <a:pt x="12733" y="2389"/>
                  </a:lnTo>
                  <a:lnTo>
                    <a:pt x="8458" y="2389"/>
                  </a:lnTo>
                  <a:cubicBezTo>
                    <a:pt x="8038" y="2389"/>
                    <a:pt x="7566" y="2523"/>
                    <a:pt x="7177" y="2779"/>
                  </a:cubicBezTo>
                  <a:lnTo>
                    <a:pt x="7177" y="1795"/>
                  </a:lnTo>
                  <a:cubicBezTo>
                    <a:pt x="7177" y="1149"/>
                    <a:pt x="7730" y="595"/>
                    <a:pt x="8417" y="595"/>
                  </a:cubicBezTo>
                  <a:close/>
                  <a:moveTo>
                    <a:pt x="13205" y="2984"/>
                  </a:moveTo>
                  <a:lnTo>
                    <a:pt x="13205" y="4142"/>
                  </a:lnTo>
                  <a:lnTo>
                    <a:pt x="8243" y="4142"/>
                  </a:lnTo>
                  <a:cubicBezTo>
                    <a:pt x="7946" y="4142"/>
                    <a:pt x="7689" y="4358"/>
                    <a:pt x="7648" y="4655"/>
                  </a:cubicBezTo>
                  <a:cubicBezTo>
                    <a:pt x="7566" y="4993"/>
                    <a:pt x="7269" y="5290"/>
                    <a:pt x="6879" y="5290"/>
                  </a:cubicBezTo>
                  <a:cubicBezTo>
                    <a:pt x="6541" y="5290"/>
                    <a:pt x="6193" y="4993"/>
                    <a:pt x="6152" y="4655"/>
                  </a:cubicBezTo>
                  <a:cubicBezTo>
                    <a:pt x="6070" y="4358"/>
                    <a:pt x="5813" y="4142"/>
                    <a:pt x="5516" y="4142"/>
                  </a:cubicBezTo>
                  <a:lnTo>
                    <a:pt x="605" y="4142"/>
                  </a:lnTo>
                  <a:lnTo>
                    <a:pt x="605" y="2984"/>
                  </a:lnTo>
                  <a:lnTo>
                    <a:pt x="5301" y="2984"/>
                  </a:lnTo>
                  <a:cubicBezTo>
                    <a:pt x="5813" y="2984"/>
                    <a:pt x="6326" y="3199"/>
                    <a:pt x="6664" y="3548"/>
                  </a:cubicBezTo>
                  <a:cubicBezTo>
                    <a:pt x="6731" y="3609"/>
                    <a:pt x="6818" y="3640"/>
                    <a:pt x="6899" y="3640"/>
                  </a:cubicBezTo>
                  <a:cubicBezTo>
                    <a:pt x="6979" y="3640"/>
                    <a:pt x="7054" y="3609"/>
                    <a:pt x="7095" y="3548"/>
                  </a:cubicBezTo>
                  <a:cubicBezTo>
                    <a:pt x="7474" y="3199"/>
                    <a:pt x="7987" y="2984"/>
                    <a:pt x="8499" y="2984"/>
                  </a:cubicBezTo>
                  <a:close/>
                  <a:moveTo>
                    <a:pt x="5383" y="1"/>
                  </a:moveTo>
                  <a:cubicBezTo>
                    <a:pt x="5085" y="1"/>
                    <a:pt x="4870" y="83"/>
                    <a:pt x="4655" y="124"/>
                  </a:cubicBezTo>
                  <a:cubicBezTo>
                    <a:pt x="4614" y="165"/>
                    <a:pt x="4614" y="165"/>
                    <a:pt x="4573" y="165"/>
                  </a:cubicBezTo>
                  <a:cubicBezTo>
                    <a:pt x="3589" y="513"/>
                    <a:pt x="2605" y="636"/>
                    <a:pt x="1579" y="636"/>
                  </a:cubicBezTo>
                  <a:cubicBezTo>
                    <a:pt x="985" y="636"/>
                    <a:pt x="472" y="1149"/>
                    <a:pt x="472" y="1795"/>
                  </a:cubicBezTo>
                  <a:lnTo>
                    <a:pt x="472" y="2389"/>
                  </a:lnTo>
                  <a:lnTo>
                    <a:pt x="298" y="2389"/>
                  </a:lnTo>
                  <a:cubicBezTo>
                    <a:pt x="134" y="2389"/>
                    <a:pt x="1" y="2564"/>
                    <a:pt x="1" y="2687"/>
                  </a:cubicBezTo>
                  <a:lnTo>
                    <a:pt x="1" y="4440"/>
                  </a:lnTo>
                  <a:cubicBezTo>
                    <a:pt x="1" y="4614"/>
                    <a:pt x="134" y="4737"/>
                    <a:pt x="298" y="4737"/>
                  </a:cubicBezTo>
                  <a:lnTo>
                    <a:pt x="5516" y="4737"/>
                  </a:lnTo>
                  <a:cubicBezTo>
                    <a:pt x="5557" y="4737"/>
                    <a:pt x="5557" y="4737"/>
                    <a:pt x="5557" y="4778"/>
                  </a:cubicBezTo>
                  <a:cubicBezTo>
                    <a:pt x="5680" y="5424"/>
                    <a:pt x="6244" y="5854"/>
                    <a:pt x="6879" y="5854"/>
                  </a:cubicBezTo>
                  <a:cubicBezTo>
                    <a:pt x="7566" y="5854"/>
                    <a:pt x="8120" y="5424"/>
                    <a:pt x="8243" y="4778"/>
                  </a:cubicBezTo>
                  <a:lnTo>
                    <a:pt x="8243" y="4737"/>
                  </a:lnTo>
                  <a:lnTo>
                    <a:pt x="13502" y="4737"/>
                  </a:lnTo>
                  <a:cubicBezTo>
                    <a:pt x="13625" y="4737"/>
                    <a:pt x="13799" y="4614"/>
                    <a:pt x="13799" y="4440"/>
                  </a:cubicBezTo>
                  <a:lnTo>
                    <a:pt x="13799" y="2687"/>
                  </a:lnTo>
                  <a:cubicBezTo>
                    <a:pt x="13799" y="2564"/>
                    <a:pt x="13625" y="2389"/>
                    <a:pt x="13502" y="2389"/>
                  </a:cubicBezTo>
                  <a:lnTo>
                    <a:pt x="13287" y="2389"/>
                  </a:lnTo>
                  <a:lnTo>
                    <a:pt x="13287" y="1579"/>
                  </a:lnTo>
                  <a:cubicBezTo>
                    <a:pt x="13287" y="1364"/>
                    <a:pt x="13205" y="1190"/>
                    <a:pt x="13030" y="1026"/>
                  </a:cubicBezTo>
                  <a:cubicBezTo>
                    <a:pt x="12815" y="811"/>
                    <a:pt x="12477" y="636"/>
                    <a:pt x="12179" y="636"/>
                  </a:cubicBezTo>
                  <a:cubicBezTo>
                    <a:pt x="11154" y="636"/>
                    <a:pt x="10170" y="513"/>
                    <a:pt x="9186" y="165"/>
                  </a:cubicBezTo>
                  <a:cubicBezTo>
                    <a:pt x="9145" y="165"/>
                    <a:pt x="9145" y="165"/>
                    <a:pt x="9104" y="124"/>
                  </a:cubicBezTo>
                  <a:cubicBezTo>
                    <a:pt x="8889" y="83"/>
                    <a:pt x="8673" y="1"/>
                    <a:pt x="8376" y="1"/>
                  </a:cubicBezTo>
                  <a:cubicBezTo>
                    <a:pt x="7782" y="1"/>
                    <a:pt x="7218" y="339"/>
                    <a:pt x="6879" y="811"/>
                  </a:cubicBezTo>
                  <a:cubicBezTo>
                    <a:pt x="6582" y="339"/>
                    <a:pt x="6028" y="1"/>
                    <a:pt x="538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98"/>
            <p:cNvSpPr/>
            <p:nvPr/>
          </p:nvSpPr>
          <p:spPr>
            <a:xfrm>
              <a:off x="2062438" y="3124750"/>
              <a:ext cx="37450" cy="14875"/>
            </a:xfrm>
            <a:custGeom>
              <a:avLst/>
              <a:gdLst/>
              <a:ahLst/>
              <a:cxnLst/>
              <a:rect l="l" t="t" r="r" b="b"/>
              <a:pathLst>
                <a:path w="1498" h="595" extrusionOk="0">
                  <a:moveTo>
                    <a:pt x="349" y="0"/>
                  </a:moveTo>
                  <a:cubicBezTo>
                    <a:pt x="134" y="0"/>
                    <a:pt x="0" y="164"/>
                    <a:pt x="41" y="338"/>
                  </a:cubicBezTo>
                  <a:cubicBezTo>
                    <a:pt x="41" y="472"/>
                    <a:pt x="175" y="595"/>
                    <a:pt x="349" y="595"/>
                  </a:cubicBezTo>
                  <a:lnTo>
                    <a:pt x="1200" y="595"/>
                  </a:lnTo>
                  <a:cubicBezTo>
                    <a:pt x="1374" y="595"/>
                    <a:pt x="1497" y="420"/>
                    <a:pt x="1497" y="256"/>
                  </a:cubicBezTo>
                  <a:cubicBezTo>
                    <a:pt x="1497" y="12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98"/>
            <p:cNvSpPr/>
            <p:nvPr/>
          </p:nvSpPr>
          <p:spPr>
            <a:xfrm>
              <a:off x="2050638" y="3074725"/>
              <a:ext cx="39750" cy="26450"/>
            </a:xfrm>
            <a:custGeom>
              <a:avLst/>
              <a:gdLst/>
              <a:ahLst/>
              <a:cxnLst/>
              <a:rect l="l" t="t" r="r" b="b"/>
              <a:pathLst>
                <a:path w="1590" h="1058" extrusionOk="0">
                  <a:moveTo>
                    <a:pt x="1229" y="0"/>
                  </a:moveTo>
                  <a:cubicBezTo>
                    <a:pt x="1190" y="0"/>
                    <a:pt x="1152" y="10"/>
                    <a:pt x="1118" y="33"/>
                  </a:cubicBezTo>
                  <a:lnTo>
                    <a:pt x="216" y="504"/>
                  </a:lnTo>
                  <a:cubicBezTo>
                    <a:pt x="93" y="586"/>
                    <a:pt x="1" y="761"/>
                    <a:pt x="93" y="884"/>
                  </a:cubicBezTo>
                  <a:cubicBezTo>
                    <a:pt x="134" y="1017"/>
                    <a:pt x="257" y="1058"/>
                    <a:pt x="349" y="1058"/>
                  </a:cubicBezTo>
                  <a:cubicBezTo>
                    <a:pt x="390" y="1058"/>
                    <a:pt x="431" y="1058"/>
                    <a:pt x="513" y="1017"/>
                  </a:cubicBezTo>
                  <a:lnTo>
                    <a:pt x="1375" y="545"/>
                  </a:lnTo>
                  <a:cubicBezTo>
                    <a:pt x="1498" y="504"/>
                    <a:pt x="1590" y="289"/>
                    <a:pt x="1498" y="166"/>
                  </a:cubicBezTo>
                  <a:cubicBezTo>
                    <a:pt x="1438" y="70"/>
                    <a:pt x="1331" y="0"/>
                    <a:pt x="122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98"/>
            <p:cNvSpPr/>
            <p:nvPr/>
          </p:nvSpPr>
          <p:spPr>
            <a:xfrm>
              <a:off x="2050638" y="3163175"/>
              <a:ext cx="39750" cy="25650"/>
            </a:xfrm>
            <a:custGeom>
              <a:avLst/>
              <a:gdLst/>
              <a:ahLst/>
              <a:cxnLst/>
              <a:rect l="l" t="t" r="r" b="b"/>
              <a:pathLst>
                <a:path w="1590" h="1026" extrusionOk="0">
                  <a:moveTo>
                    <a:pt x="338" y="1"/>
                  </a:moveTo>
                  <a:cubicBezTo>
                    <a:pt x="243" y="1"/>
                    <a:pt x="148" y="55"/>
                    <a:pt x="93" y="165"/>
                  </a:cubicBezTo>
                  <a:cubicBezTo>
                    <a:pt x="1" y="298"/>
                    <a:pt x="93" y="472"/>
                    <a:pt x="216" y="554"/>
                  </a:cubicBezTo>
                  <a:lnTo>
                    <a:pt x="1118" y="985"/>
                  </a:lnTo>
                  <a:cubicBezTo>
                    <a:pt x="1159" y="1026"/>
                    <a:pt x="1200" y="1026"/>
                    <a:pt x="1241" y="1026"/>
                  </a:cubicBezTo>
                  <a:cubicBezTo>
                    <a:pt x="1334" y="1026"/>
                    <a:pt x="1457" y="985"/>
                    <a:pt x="1498" y="852"/>
                  </a:cubicBezTo>
                  <a:cubicBezTo>
                    <a:pt x="1590" y="729"/>
                    <a:pt x="1498" y="554"/>
                    <a:pt x="1375" y="472"/>
                  </a:cubicBezTo>
                  <a:lnTo>
                    <a:pt x="472" y="42"/>
                  </a:lnTo>
                  <a:cubicBezTo>
                    <a:pt x="431" y="14"/>
                    <a:pt x="385" y="1"/>
                    <a:pt x="338"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98"/>
            <p:cNvSpPr/>
            <p:nvPr/>
          </p:nvSpPr>
          <p:spPr>
            <a:xfrm>
              <a:off x="1843563" y="3124750"/>
              <a:ext cx="37450" cy="14875"/>
            </a:xfrm>
            <a:custGeom>
              <a:avLst/>
              <a:gdLst/>
              <a:ahLst/>
              <a:cxnLst/>
              <a:rect l="l" t="t" r="r" b="b"/>
              <a:pathLst>
                <a:path w="1498" h="595" extrusionOk="0">
                  <a:moveTo>
                    <a:pt x="339" y="0"/>
                  </a:moveTo>
                  <a:cubicBezTo>
                    <a:pt x="134" y="0"/>
                    <a:pt x="1" y="164"/>
                    <a:pt x="42" y="338"/>
                  </a:cubicBezTo>
                  <a:cubicBezTo>
                    <a:pt x="42" y="472"/>
                    <a:pt x="175" y="595"/>
                    <a:pt x="339" y="595"/>
                  </a:cubicBezTo>
                  <a:lnTo>
                    <a:pt x="1200" y="595"/>
                  </a:lnTo>
                  <a:cubicBezTo>
                    <a:pt x="1364" y="595"/>
                    <a:pt x="1497" y="420"/>
                    <a:pt x="1497" y="256"/>
                  </a:cubicBezTo>
                  <a:cubicBezTo>
                    <a:pt x="1497" y="123"/>
                    <a:pt x="136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98"/>
            <p:cNvSpPr/>
            <p:nvPr/>
          </p:nvSpPr>
          <p:spPr>
            <a:xfrm>
              <a:off x="1854338" y="3074725"/>
              <a:ext cx="38450" cy="26450"/>
            </a:xfrm>
            <a:custGeom>
              <a:avLst/>
              <a:gdLst/>
              <a:ahLst/>
              <a:cxnLst/>
              <a:rect l="l" t="t" r="r" b="b"/>
              <a:pathLst>
                <a:path w="1538" h="1058" extrusionOk="0">
                  <a:moveTo>
                    <a:pt x="355" y="0"/>
                  </a:moveTo>
                  <a:cubicBezTo>
                    <a:pt x="249" y="0"/>
                    <a:pt x="142" y="70"/>
                    <a:pt x="82" y="166"/>
                  </a:cubicBezTo>
                  <a:cubicBezTo>
                    <a:pt x="0" y="289"/>
                    <a:pt x="41" y="504"/>
                    <a:pt x="215" y="545"/>
                  </a:cubicBezTo>
                  <a:lnTo>
                    <a:pt x="1066" y="1017"/>
                  </a:lnTo>
                  <a:cubicBezTo>
                    <a:pt x="1107" y="1058"/>
                    <a:pt x="1148" y="1058"/>
                    <a:pt x="1189" y="1058"/>
                  </a:cubicBezTo>
                  <a:cubicBezTo>
                    <a:pt x="1323" y="1058"/>
                    <a:pt x="1405" y="1017"/>
                    <a:pt x="1497" y="884"/>
                  </a:cubicBezTo>
                  <a:cubicBezTo>
                    <a:pt x="1538" y="761"/>
                    <a:pt x="1497" y="586"/>
                    <a:pt x="1364" y="504"/>
                  </a:cubicBezTo>
                  <a:lnTo>
                    <a:pt x="472" y="33"/>
                  </a:lnTo>
                  <a:cubicBezTo>
                    <a:pt x="435" y="10"/>
                    <a:pt x="395" y="0"/>
                    <a:pt x="35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98"/>
            <p:cNvSpPr/>
            <p:nvPr/>
          </p:nvSpPr>
          <p:spPr>
            <a:xfrm>
              <a:off x="1854338" y="3163175"/>
              <a:ext cx="38450" cy="25650"/>
            </a:xfrm>
            <a:custGeom>
              <a:avLst/>
              <a:gdLst/>
              <a:ahLst/>
              <a:cxnLst/>
              <a:rect l="l" t="t" r="r" b="b"/>
              <a:pathLst>
                <a:path w="1538" h="1026" extrusionOk="0">
                  <a:moveTo>
                    <a:pt x="1235" y="1"/>
                  </a:moveTo>
                  <a:cubicBezTo>
                    <a:pt x="1181" y="1"/>
                    <a:pt x="1124" y="14"/>
                    <a:pt x="1066" y="42"/>
                  </a:cubicBezTo>
                  <a:lnTo>
                    <a:pt x="215" y="472"/>
                  </a:lnTo>
                  <a:cubicBezTo>
                    <a:pt x="41" y="554"/>
                    <a:pt x="0" y="729"/>
                    <a:pt x="82" y="852"/>
                  </a:cubicBezTo>
                  <a:cubicBezTo>
                    <a:pt x="123" y="985"/>
                    <a:pt x="215" y="1026"/>
                    <a:pt x="338" y="1026"/>
                  </a:cubicBezTo>
                  <a:cubicBezTo>
                    <a:pt x="379" y="1026"/>
                    <a:pt x="421" y="1026"/>
                    <a:pt x="472" y="985"/>
                  </a:cubicBezTo>
                  <a:lnTo>
                    <a:pt x="1364" y="554"/>
                  </a:lnTo>
                  <a:cubicBezTo>
                    <a:pt x="1497" y="472"/>
                    <a:pt x="1538" y="298"/>
                    <a:pt x="1497" y="165"/>
                  </a:cubicBezTo>
                  <a:cubicBezTo>
                    <a:pt x="1435" y="55"/>
                    <a:pt x="1342" y="1"/>
                    <a:pt x="12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98"/>
            <p:cNvSpPr/>
            <p:nvPr/>
          </p:nvSpPr>
          <p:spPr>
            <a:xfrm>
              <a:off x="1916088" y="3074500"/>
              <a:ext cx="113300" cy="174100"/>
            </a:xfrm>
            <a:custGeom>
              <a:avLst/>
              <a:gdLst/>
              <a:ahLst/>
              <a:cxnLst/>
              <a:rect l="l" t="t" r="r" b="b"/>
              <a:pathLst>
                <a:path w="4532" h="6964" extrusionOk="0">
                  <a:moveTo>
                    <a:pt x="2225" y="595"/>
                  </a:moveTo>
                  <a:cubicBezTo>
                    <a:pt x="3169" y="595"/>
                    <a:pt x="3937" y="1364"/>
                    <a:pt x="3937" y="2307"/>
                  </a:cubicBezTo>
                  <a:cubicBezTo>
                    <a:pt x="3937" y="2687"/>
                    <a:pt x="3804" y="3035"/>
                    <a:pt x="3548" y="3333"/>
                  </a:cubicBezTo>
                  <a:cubicBezTo>
                    <a:pt x="3210" y="3763"/>
                    <a:pt x="2994" y="4276"/>
                    <a:pt x="2871" y="4870"/>
                  </a:cubicBezTo>
                  <a:lnTo>
                    <a:pt x="1631" y="4870"/>
                  </a:lnTo>
                  <a:cubicBezTo>
                    <a:pt x="1498" y="4317"/>
                    <a:pt x="1282" y="3804"/>
                    <a:pt x="903" y="3333"/>
                  </a:cubicBezTo>
                  <a:cubicBezTo>
                    <a:pt x="688" y="3035"/>
                    <a:pt x="565" y="2687"/>
                    <a:pt x="565" y="2307"/>
                  </a:cubicBezTo>
                  <a:cubicBezTo>
                    <a:pt x="565" y="1364"/>
                    <a:pt x="1333" y="595"/>
                    <a:pt x="2225" y="595"/>
                  </a:cubicBezTo>
                  <a:close/>
                  <a:moveTo>
                    <a:pt x="2820" y="5424"/>
                  </a:moveTo>
                  <a:lnTo>
                    <a:pt x="2820" y="5813"/>
                  </a:lnTo>
                  <a:cubicBezTo>
                    <a:pt x="2820" y="6111"/>
                    <a:pt x="2564" y="6367"/>
                    <a:pt x="2266" y="6367"/>
                  </a:cubicBezTo>
                  <a:cubicBezTo>
                    <a:pt x="1928" y="6367"/>
                    <a:pt x="1672" y="6111"/>
                    <a:pt x="1672" y="5813"/>
                  </a:cubicBezTo>
                  <a:lnTo>
                    <a:pt x="1672" y="5424"/>
                  </a:lnTo>
                  <a:close/>
                  <a:moveTo>
                    <a:pt x="2225" y="1"/>
                  </a:moveTo>
                  <a:cubicBezTo>
                    <a:pt x="1631" y="1"/>
                    <a:pt x="1077" y="257"/>
                    <a:pt x="647" y="688"/>
                  </a:cubicBezTo>
                  <a:cubicBezTo>
                    <a:pt x="216" y="1108"/>
                    <a:pt x="1" y="1713"/>
                    <a:pt x="1" y="2307"/>
                  </a:cubicBezTo>
                  <a:cubicBezTo>
                    <a:pt x="1" y="2820"/>
                    <a:pt x="134" y="3292"/>
                    <a:pt x="472" y="3671"/>
                  </a:cubicBezTo>
                  <a:cubicBezTo>
                    <a:pt x="770" y="4101"/>
                    <a:pt x="985" y="4614"/>
                    <a:pt x="1077" y="5086"/>
                  </a:cubicBezTo>
                  <a:lnTo>
                    <a:pt x="1077" y="5168"/>
                  </a:lnTo>
                  <a:lnTo>
                    <a:pt x="1077" y="5762"/>
                  </a:lnTo>
                  <a:cubicBezTo>
                    <a:pt x="1077" y="6425"/>
                    <a:pt x="1593" y="6964"/>
                    <a:pt x="2237" y="6964"/>
                  </a:cubicBezTo>
                  <a:cubicBezTo>
                    <a:pt x="2260" y="6964"/>
                    <a:pt x="2284" y="6963"/>
                    <a:pt x="2307" y="6962"/>
                  </a:cubicBezTo>
                  <a:cubicBezTo>
                    <a:pt x="2953" y="6921"/>
                    <a:pt x="3425" y="6408"/>
                    <a:pt x="3425" y="5813"/>
                  </a:cubicBezTo>
                  <a:lnTo>
                    <a:pt x="3425" y="5168"/>
                  </a:lnTo>
                  <a:lnTo>
                    <a:pt x="3425" y="5127"/>
                  </a:lnTo>
                  <a:cubicBezTo>
                    <a:pt x="3507" y="4614"/>
                    <a:pt x="3722" y="4101"/>
                    <a:pt x="4019" y="3712"/>
                  </a:cubicBezTo>
                  <a:cubicBezTo>
                    <a:pt x="4358" y="3292"/>
                    <a:pt x="4532" y="2820"/>
                    <a:pt x="4532" y="2307"/>
                  </a:cubicBezTo>
                  <a:cubicBezTo>
                    <a:pt x="4532" y="1713"/>
                    <a:pt x="4276" y="1108"/>
                    <a:pt x="3845" y="688"/>
                  </a:cubicBezTo>
                  <a:cubicBezTo>
                    <a:pt x="3425" y="257"/>
                    <a:pt x="2871" y="1"/>
                    <a:pt x="2266"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98"/>
          <p:cNvGrpSpPr/>
          <p:nvPr/>
        </p:nvGrpSpPr>
        <p:grpSpPr>
          <a:xfrm>
            <a:off x="3221113" y="2520150"/>
            <a:ext cx="372675" cy="345000"/>
            <a:chOff x="3221113" y="2520150"/>
            <a:chExt cx="372675" cy="345000"/>
          </a:xfrm>
        </p:grpSpPr>
        <p:sp>
          <p:nvSpPr>
            <p:cNvPr id="1390" name="Google Shape;1390;p98"/>
            <p:cNvSpPr/>
            <p:nvPr/>
          </p:nvSpPr>
          <p:spPr>
            <a:xfrm>
              <a:off x="3554288" y="2774400"/>
              <a:ext cx="14875" cy="43850"/>
            </a:xfrm>
            <a:custGeom>
              <a:avLst/>
              <a:gdLst/>
              <a:ahLst/>
              <a:cxnLst/>
              <a:rect l="l" t="t" r="r" b="b"/>
              <a:pathLst>
                <a:path w="595" h="1754" extrusionOk="0">
                  <a:moveTo>
                    <a:pt x="0" y="0"/>
                  </a:moveTo>
                  <a:lnTo>
                    <a:pt x="0" y="1753"/>
                  </a:lnTo>
                  <a:lnTo>
                    <a:pt x="595" y="175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98"/>
            <p:cNvSpPr/>
            <p:nvPr/>
          </p:nvSpPr>
          <p:spPr>
            <a:xfrm>
              <a:off x="3295938" y="2550150"/>
              <a:ext cx="87425" cy="151750"/>
            </a:xfrm>
            <a:custGeom>
              <a:avLst/>
              <a:gdLst/>
              <a:ahLst/>
              <a:cxnLst/>
              <a:rect l="l" t="t" r="r" b="b"/>
              <a:pathLst>
                <a:path w="3497" h="6070" extrusionOk="0">
                  <a:moveTo>
                    <a:pt x="2174" y="0"/>
                  </a:moveTo>
                  <a:lnTo>
                    <a:pt x="1662" y="298"/>
                  </a:lnTo>
                  <a:lnTo>
                    <a:pt x="2266" y="1282"/>
                  </a:lnTo>
                  <a:cubicBezTo>
                    <a:pt x="2389" y="1456"/>
                    <a:pt x="2389" y="1671"/>
                    <a:pt x="2266" y="1835"/>
                  </a:cubicBezTo>
                  <a:lnTo>
                    <a:pt x="2266" y="1876"/>
                  </a:lnTo>
                  <a:cubicBezTo>
                    <a:pt x="1959" y="2348"/>
                    <a:pt x="2092" y="2953"/>
                    <a:pt x="2523" y="3332"/>
                  </a:cubicBezTo>
                  <a:lnTo>
                    <a:pt x="2646" y="3414"/>
                  </a:lnTo>
                  <a:cubicBezTo>
                    <a:pt x="2820" y="3547"/>
                    <a:pt x="2902" y="3763"/>
                    <a:pt x="2861" y="3927"/>
                  </a:cubicBezTo>
                  <a:lnTo>
                    <a:pt x="2820" y="4101"/>
                  </a:lnTo>
                  <a:cubicBezTo>
                    <a:pt x="2779" y="4357"/>
                    <a:pt x="2564" y="4531"/>
                    <a:pt x="2307" y="4531"/>
                  </a:cubicBezTo>
                  <a:lnTo>
                    <a:pt x="1580" y="4531"/>
                  </a:lnTo>
                  <a:cubicBezTo>
                    <a:pt x="1282" y="4531"/>
                    <a:pt x="1026" y="4654"/>
                    <a:pt x="811" y="4870"/>
                  </a:cubicBezTo>
                  <a:lnTo>
                    <a:pt x="1" y="5639"/>
                  </a:lnTo>
                  <a:lnTo>
                    <a:pt x="421" y="6069"/>
                  </a:lnTo>
                  <a:lnTo>
                    <a:pt x="1241" y="5259"/>
                  </a:lnTo>
                  <a:cubicBezTo>
                    <a:pt x="1323" y="5167"/>
                    <a:pt x="1446" y="5126"/>
                    <a:pt x="1580" y="5126"/>
                  </a:cubicBezTo>
                  <a:lnTo>
                    <a:pt x="2307" y="5126"/>
                  </a:lnTo>
                  <a:cubicBezTo>
                    <a:pt x="2861" y="5126"/>
                    <a:pt x="3333" y="4747"/>
                    <a:pt x="3415" y="4183"/>
                  </a:cubicBezTo>
                  <a:lnTo>
                    <a:pt x="3456" y="4019"/>
                  </a:lnTo>
                  <a:cubicBezTo>
                    <a:pt x="3497" y="3629"/>
                    <a:pt x="3333" y="3250"/>
                    <a:pt x="3035" y="2994"/>
                  </a:cubicBezTo>
                  <a:lnTo>
                    <a:pt x="2861" y="2860"/>
                  </a:lnTo>
                  <a:cubicBezTo>
                    <a:pt x="2687" y="2696"/>
                    <a:pt x="2605" y="2389"/>
                    <a:pt x="2779" y="2184"/>
                  </a:cubicBezTo>
                  <a:lnTo>
                    <a:pt x="2779" y="2133"/>
                  </a:lnTo>
                  <a:cubicBezTo>
                    <a:pt x="2984" y="1753"/>
                    <a:pt x="2984" y="1323"/>
                    <a:pt x="2779" y="943"/>
                  </a:cubicBezTo>
                  <a:lnTo>
                    <a:pt x="217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98"/>
            <p:cNvSpPr/>
            <p:nvPr/>
          </p:nvSpPr>
          <p:spPr>
            <a:xfrm>
              <a:off x="3420763" y="2565000"/>
              <a:ext cx="88700" cy="178400"/>
            </a:xfrm>
            <a:custGeom>
              <a:avLst/>
              <a:gdLst/>
              <a:ahLst/>
              <a:cxnLst/>
              <a:rect l="l" t="t" r="r" b="b"/>
              <a:pathLst>
                <a:path w="3548" h="7136" extrusionOk="0">
                  <a:moveTo>
                    <a:pt x="0" y="1"/>
                  </a:moveTo>
                  <a:lnTo>
                    <a:pt x="0" y="606"/>
                  </a:lnTo>
                  <a:cubicBezTo>
                    <a:pt x="1630" y="606"/>
                    <a:pt x="2953" y="1928"/>
                    <a:pt x="2953" y="3589"/>
                  </a:cubicBezTo>
                  <a:cubicBezTo>
                    <a:pt x="2953" y="5219"/>
                    <a:pt x="1630" y="6582"/>
                    <a:pt x="0" y="6582"/>
                  </a:cubicBezTo>
                  <a:lnTo>
                    <a:pt x="0" y="7136"/>
                  </a:lnTo>
                  <a:cubicBezTo>
                    <a:pt x="1969" y="7136"/>
                    <a:pt x="3547" y="5557"/>
                    <a:pt x="3547" y="3589"/>
                  </a:cubicBezTo>
                  <a:cubicBezTo>
                    <a:pt x="3547" y="1631"/>
                    <a:pt x="1969" y="1"/>
                    <a:pt x="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98"/>
            <p:cNvSpPr/>
            <p:nvPr/>
          </p:nvSpPr>
          <p:spPr>
            <a:xfrm>
              <a:off x="3221113" y="2520150"/>
              <a:ext cx="372675" cy="345000"/>
            </a:xfrm>
            <a:custGeom>
              <a:avLst/>
              <a:gdLst/>
              <a:ahLst/>
              <a:cxnLst/>
              <a:rect l="l" t="t" r="r" b="b"/>
              <a:pathLst>
                <a:path w="14907" h="13800" extrusionOk="0">
                  <a:moveTo>
                    <a:pt x="8243" y="4194"/>
                  </a:moveTo>
                  <a:cubicBezTo>
                    <a:pt x="8796" y="4317"/>
                    <a:pt x="9186" y="4788"/>
                    <a:pt x="9186" y="5383"/>
                  </a:cubicBezTo>
                  <a:cubicBezTo>
                    <a:pt x="9186" y="5947"/>
                    <a:pt x="8796" y="6459"/>
                    <a:pt x="8243" y="6582"/>
                  </a:cubicBezTo>
                  <a:lnTo>
                    <a:pt x="8243" y="4194"/>
                  </a:lnTo>
                  <a:close/>
                  <a:moveTo>
                    <a:pt x="7689" y="606"/>
                  </a:moveTo>
                  <a:lnTo>
                    <a:pt x="7689" y="8376"/>
                  </a:lnTo>
                  <a:lnTo>
                    <a:pt x="4275" y="8376"/>
                  </a:lnTo>
                  <a:cubicBezTo>
                    <a:pt x="3588" y="7525"/>
                    <a:pt x="3209" y="6459"/>
                    <a:pt x="3209" y="5383"/>
                  </a:cubicBezTo>
                  <a:cubicBezTo>
                    <a:pt x="3209" y="2871"/>
                    <a:pt x="5167" y="770"/>
                    <a:pt x="7689" y="606"/>
                  </a:cubicBezTo>
                  <a:close/>
                  <a:moveTo>
                    <a:pt x="8243" y="606"/>
                  </a:moveTo>
                  <a:cubicBezTo>
                    <a:pt x="10764" y="770"/>
                    <a:pt x="12733" y="2871"/>
                    <a:pt x="12733" y="5383"/>
                  </a:cubicBezTo>
                  <a:cubicBezTo>
                    <a:pt x="12733" y="6459"/>
                    <a:pt x="12343" y="7525"/>
                    <a:pt x="11667" y="8376"/>
                  </a:cubicBezTo>
                  <a:lnTo>
                    <a:pt x="8243" y="8376"/>
                  </a:lnTo>
                  <a:lnTo>
                    <a:pt x="8243" y="7177"/>
                  </a:lnTo>
                  <a:cubicBezTo>
                    <a:pt x="9145" y="7054"/>
                    <a:pt x="9780" y="6285"/>
                    <a:pt x="9780" y="5383"/>
                  </a:cubicBezTo>
                  <a:cubicBezTo>
                    <a:pt x="9780" y="4491"/>
                    <a:pt x="9145" y="3722"/>
                    <a:pt x="8243" y="3589"/>
                  </a:cubicBezTo>
                  <a:lnTo>
                    <a:pt x="8243" y="606"/>
                  </a:lnTo>
                  <a:close/>
                  <a:moveTo>
                    <a:pt x="13799" y="8930"/>
                  </a:moveTo>
                  <a:cubicBezTo>
                    <a:pt x="14014" y="8930"/>
                    <a:pt x="14229" y="9145"/>
                    <a:pt x="14270" y="9360"/>
                  </a:cubicBezTo>
                  <a:cubicBezTo>
                    <a:pt x="14311" y="9658"/>
                    <a:pt x="14055" y="9914"/>
                    <a:pt x="13799" y="9914"/>
                  </a:cubicBezTo>
                  <a:lnTo>
                    <a:pt x="3845" y="9914"/>
                  </a:lnTo>
                  <a:cubicBezTo>
                    <a:pt x="3158" y="9914"/>
                    <a:pt x="2604" y="10468"/>
                    <a:pt x="2645" y="11113"/>
                  </a:cubicBezTo>
                  <a:cubicBezTo>
                    <a:pt x="2697" y="11749"/>
                    <a:pt x="3209" y="12221"/>
                    <a:pt x="3804" y="12221"/>
                  </a:cubicBezTo>
                  <a:lnTo>
                    <a:pt x="13799" y="12221"/>
                  </a:lnTo>
                  <a:cubicBezTo>
                    <a:pt x="14055" y="12221"/>
                    <a:pt x="14270" y="12436"/>
                    <a:pt x="14270" y="12692"/>
                  </a:cubicBezTo>
                  <a:lnTo>
                    <a:pt x="14270" y="13072"/>
                  </a:lnTo>
                  <a:cubicBezTo>
                    <a:pt x="14270" y="13164"/>
                    <a:pt x="14229" y="13205"/>
                    <a:pt x="14137" y="13205"/>
                  </a:cubicBezTo>
                  <a:lnTo>
                    <a:pt x="2994" y="13205"/>
                  </a:lnTo>
                  <a:cubicBezTo>
                    <a:pt x="2861" y="13205"/>
                    <a:pt x="2738" y="13164"/>
                    <a:pt x="2645" y="13072"/>
                  </a:cubicBezTo>
                  <a:cubicBezTo>
                    <a:pt x="687" y="11237"/>
                    <a:pt x="1969" y="8930"/>
                    <a:pt x="3804" y="8930"/>
                  </a:cubicBezTo>
                  <a:close/>
                  <a:moveTo>
                    <a:pt x="7945" y="1"/>
                  </a:moveTo>
                  <a:cubicBezTo>
                    <a:pt x="5003" y="1"/>
                    <a:pt x="2604" y="2441"/>
                    <a:pt x="2604" y="5383"/>
                  </a:cubicBezTo>
                  <a:cubicBezTo>
                    <a:pt x="2604" y="6459"/>
                    <a:pt x="2953" y="7484"/>
                    <a:pt x="3547" y="8376"/>
                  </a:cubicBezTo>
                  <a:cubicBezTo>
                    <a:pt x="1415" y="8592"/>
                    <a:pt x="0" y="11237"/>
                    <a:pt x="2133" y="13461"/>
                  </a:cubicBezTo>
                  <a:cubicBezTo>
                    <a:pt x="2307" y="13635"/>
                    <a:pt x="2697" y="13799"/>
                    <a:pt x="2953" y="13799"/>
                  </a:cubicBezTo>
                  <a:lnTo>
                    <a:pt x="14434" y="13799"/>
                  </a:lnTo>
                  <a:cubicBezTo>
                    <a:pt x="14650" y="13799"/>
                    <a:pt x="14865" y="13584"/>
                    <a:pt x="14865" y="13379"/>
                  </a:cubicBezTo>
                  <a:lnTo>
                    <a:pt x="14865" y="12221"/>
                  </a:lnTo>
                  <a:cubicBezTo>
                    <a:pt x="14865" y="11923"/>
                    <a:pt x="14568" y="11626"/>
                    <a:pt x="14270" y="11626"/>
                  </a:cubicBezTo>
                  <a:lnTo>
                    <a:pt x="3670" y="11626"/>
                  </a:lnTo>
                  <a:cubicBezTo>
                    <a:pt x="3588" y="11626"/>
                    <a:pt x="3506" y="11626"/>
                    <a:pt x="3465" y="11534"/>
                  </a:cubicBezTo>
                  <a:cubicBezTo>
                    <a:pt x="3035" y="11072"/>
                    <a:pt x="3373" y="10468"/>
                    <a:pt x="3845" y="10468"/>
                  </a:cubicBezTo>
                  <a:lnTo>
                    <a:pt x="13758" y="10468"/>
                  </a:lnTo>
                  <a:cubicBezTo>
                    <a:pt x="14311" y="10468"/>
                    <a:pt x="14783" y="10088"/>
                    <a:pt x="14865" y="9535"/>
                  </a:cubicBezTo>
                  <a:cubicBezTo>
                    <a:pt x="14906" y="8889"/>
                    <a:pt x="14393" y="8376"/>
                    <a:pt x="13799" y="8376"/>
                  </a:cubicBezTo>
                  <a:lnTo>
                    <a:pt x="12435" y="8376"/>
                  </a:lnTo>
                  <a:cubicBezTo>
                    <a:pt x="12989" y="7484"/>
                    <a:pt x="13327" y="6459"/>
                    <a:pt x="13327" y="5383"/>
                  </a:cubicBezTo>
                  <a:cubicBezTo>
                    <a:pt x="13327" y="2441"/>
                    <a:pt x="10939" y="1"/>
                    <a:pt x="794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4" name="Google Shape;1394;p98"/>
          <p:cNvGrpSpPr/>
          <p:nvPr/>
        </p:nvGrpSpPr>
        <p:grpSpPr>
          <a:xfrm>
            <a:off x="7795838" y="2549125"/>
            <a:ext cx="344975" cy="287825"/>
            <a:chOff x="7795838" y="2549125"/>
            <a:chExt cx="344975" cy="287825"/>
          </a:xfrm>
        </p:grpSpPr>
        <p:sp>
          <p:nvSpPr>
            <p:cNvPr id="1395" name="Google Shape;1395;p98"/>
            <p:cNvSpPr/>
            <p:nvPr/>
          </p:nvSpPr>
          <p:spPr>
            <a:xfrm>
              <a:off x="7795838" y="2658050"/>
              <a:ext cx="344975" cy="178900"/>
            </a:xfrm>
            <a:custGeom>
              <a:avLst/>
              <a:gdLst/>
              <a:ahLst/>
              <a:cxnLst/>
              <a:rect l="l" t="t" r="r" b="b"/>
              <a:pathLst>
                <a:path w="13799" h="7156" extrusionOk="0">
                  <a:moveTo>
                    <a:pt x="12733" y="595"/>
                  </a:moveTo>
                  <a:cubicBezTo>
                    <a:pt x="12989" y="595"/>
                    <a:pt x="13245" y="810"/>
                    <a:pt x="13204" y="1107"/>
                  </a:cubicBezTo>
                  <a:cubicBezTo>
                    <a:pt x="13204" y="1323"/>
                    <a:pt x="12989" y="1538"/>
                    <a:pt x="12733" y="1538"/>
                  </a:cubicBezTo>
                  <a:lnTo>
                    <a:pt x="3209" y="1538"/>
                  </a:lnTo>
                  <a:cubicBezTo>
                    <a:pt x="2389" y="1538"/>
                    <a:pt x="1712" y="2091"/>
                    <a:pt x="1579" y="2901"/>
                  </a:cubicBezTo>
                  <a:cubicBezTo>
                    <a:pt x="1456" y="3885"/>
                    <a:pt x="2225" y="4736"/>
                    <a:pt x="3209" y="4736"/>
                  </a:cubicBezTo>
                  <a:lnTo>
                    <a:pt x="3547" y="4736"/>
                  </a:lnTo>
                  <a:lnTo>
                    <a:pt x="3547" y="5679"/>
                  </a:lnTo>
                  <a:lnTo>
                    <a:pt x="3209" y="5679"/>
                  </a:lnTo>
                  <a:cubicBezTo>
                    <a:pt x="1794" y="5679"/>
                    <a:pt x="595" y="4531"/>
                    <a:pt x="646" y="3117"/>
                  </a:cubicBezTo>
                  <a:cubicBezTo>
                    <a:pt x="646" y="1712"/>
                    <a:pt x="1794" y="595"/>
                    <a:pt x="3158" y="595"/>
                  </a:cubicBezTo>
                  <a:close/>
                  <a:moveTo>
                    <a:pt x="12733" y="4736"/>
                  </a:moveTo>
                  <a:cubicBezTo>
                    <a:pt x="13030" y="4736"/>
                    <a:pt x="13245" y="4993"/>
                    <a:pt x="13204" y="5300"/>
                  </a:cubicBezTo>
                  <a:cubicBezTo>
                    <a:pt x="13204" y="5505"/>
                    <a:pt x="12948" y="5679"/>
                    <a:pt x="12733" y="5679"/>
                  </a:cubicBezTo>
                  <a:lnTo>
                    <a:pt x="6326" y="5679"/>
                  </a:lnTo>
                  <a:lnTo>
                    <a:pt x="6326" y="4736"/>
                  </a:lnTo>
                  <a:close/>
                  <a:moveTo>
                    <a:pt x="12302" y="2091"/>
                  </a:moveTo>
                  <a:lnTo>
                    <a:pt x="12302" y="4142"/>
                  </a:lnTo>
                  <a:lnTo>
                    <a:pt x="6326" y="4142"/>
                  </a:lnTo>
                  <a:lnTo>
                    <a:pt x="6326" y="3588"/>
                  </a:lnTo>
                  <a:cubicBezTo>
                    <a:pt x="6326" y="3414"/>
                    <a:pt x="6192" y="3291"/>
                    <a:pt x="6028" y="3291"/>
                  </a:cubicBezTo>
                  <a:cubicBezTo>
                    <a:pt x="5854" y="3291"/>
                    <a:pt x="5721" y="3414"/>
                    <a:pt x="5721" y="3588"/>
                  </a:cubicBezTo>
                  <a:lnTo>
                    <a:pt x="5721" y="6233"/>
                  </a:lnTo>
                  <a:lnTo>
                    <a:pt x="5126" y="5762"/>
                  </a:lnTo>
                  <a:cubicBezTo>
                    <a:pt x="5085" y="5721"/>
                    <a:pt x="5021" y="5700"/>
                    <a:pt x="4952" y="5700"/>
                  </a:cubicBezTo>
                  <a:cubicBezTo>
                    <a:pt x="4883" y="5700"/>
                    <a:pt x="4808" y="5721"/>
                    <a:pt x="4747" y="5762"/>
                  </a:cubicBezTo>
                  <a:lnTo>
                    <a:pt x="4142" y="6233"/>
                  </a:lnTo>
                  <a:lnTo>
                    <a:pt x="4142" y="3588"/>
                  </a:lnTo>
                  <a:cubicBezTo>
                    <a:pt x="4142" y="3455"/>
                    <a:pt x="4060" y="3332"/>
                    <a:pt x="3886" y="3291"/>
                  </a:cubicBezTo>
                  <a:cubicBezTo>
                    <a:pt x="3869" y="3287"/>
                    <a:pt x="3851" y="3285"/>
                    <a:pt x="3834" y="3285"/>
                  </a:cubicBezTo>
                  <a:cubicBezTo>
                    <a:pt x="3687" y="3285"/>
                    <a:pt x="3547" y="3432"/>
                    <a:pt x="3547" y="3588"/>
                  </a:cubicBezTo>
                  <a:lnTo>
                    <a:pt x="3547" y="4142"/>
                  </a:lnTo>
                  <a:lnTo>
                    <a:pt x="3209" y="4142"/>
                  </a:lnTo>
                  <a:cubicBezTo>
                    <a:pt x="2697" y="4142"/>
                    <a:pt x="2266" y="3803"/>
                    <a:pt x="2184" y="3291"/>
                  </a:cubicBezTo>
                  <a:cubicBezTo>
                    <a:pt x="2092" y="2645"/>
                    <a:pt x="2604" y="2091"/>
                    <a:pt x="3209" y="2091"/>
                  </a:cubicBezTo>
                  <a:close/>
                  <a:moveTo>
                    <a:pt x="3209" y="0"/>
                  </a:moveTo>
                  <a:cubicBezTo>
                    <a:pt x="1456" y="0"/>
                    <a:pt x="0" y="1456"/>
                    <a:pt x="41" y="3199"/>
                  </a:cubicBezTo>
                  <a:cubicBezTo>
                    <a:pt x="82" y="4911"/>
                    <a:pt x="1456" y="6274"/>
                    <a:pt x="3158" y="6274"/>
                  </a:cubicBezTo>
                  <a:lnTo>
                    <a:pt x="3547" y="6274"/>
                  </a:lnTo>
                  <a:lnTo>
                    <a:pt x="3547" y="6838"/>
                  </a:lnTo>
                  <a:cubicBezTo>
                    <a:pt x="3547" y="6920"/>
                    <a:pt x="3588" y="7043"/>
                    <a:pt x="3671" y="7094"/>
                  </a:cubicBezTo>
                  <a:cubicBezTo>
                    <a:pt x="3717" y="7135"/>
                    <a:pt x="3781" y="7156"/>
                    <a:pt x="3850" y="7156"/>
                  </a:cubicBezTo>
                  <a:cubicBezTo>
                    <a:pt x="3919" y="7156"/>
                    <a:pt x="3993" y="7135"/>
                    <a:pt x="4060" y="7094"/>
                  </a:cubicBezTo>
                  <a:lnTo>
                    <a:pt x="4952" y="6366"/>
                  </a:lnTo>
                  <a:lnTo>
                    <a:pt x="5854" y="7094"/>
                  </a:lnTo>
                  <a:cubicBezTo>
                    <a:pt x="5895" y="7135"/>
                    <a:pt x="5977" y="7135"/>
                    <a:pt x="6028" y="7135"/>
                  </a:cubicBezTo>
                  <a:cubicBezTo>
                    <a:pt x="6110" y="7135"/>
                    <a:pt x="6151" y="7135"/>
                    <a:pt x="6233" y="7094"/>
                  </a:cubicBezTo>
                  <a:cubicBezTo>
                    <a:pt x="6285" y="7043"/>
                    <a:pt x="6326" y="6920"/>
                    <a:pt x="6326" y="6838"/>
                  </a:cubicBezTo>
                  <a:lnTo>
                    <a:pt x="6326" y="6274"/>
                  </a:lnTo>
                  <a:lnTo>
                    <a:pt x="12733" y="6274"/>
                  </a:lnTo>
                  <a:cubicBezTo>
                    <a:pt x="13327" y="6274"/>
                    <a:pt x="13799" y="5813"/>
                    <a:pt x="13799" y="5208"/>
                  </a:cubicBezTo>
                  <a:cubicBezTo>
                    <a:pt x="13799" y="4695"/>
                    <a:pt x="13409" y="4275"/>
                    <a:pt x="12897" y="4183"/>
                  </a:cubicBezTo>
                  <a:lnTo>
                    <a:pt x="12897" y="2133"/>
                  </a:lnTo>
                  <a:cubicBezTo>
                    <a:pt x="13409" y="2050"/>
                    <a:pt x="13799" y="1620"/>
                    <a:pt x="13799" y="1066"/>
                  </a:cubicBezTo>
                  <a:cubicBezTo>
                    <a:pt x="13799" y="472"/>
                    <a:pt x="13286" y="0"/>
                    <a:pt x="1273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98"/>
            <p:cNvSpPr/>
            <p:nvPr/>
          </p:nvSpPr>
          <p:spPr>
            <a:xfrm>
              <a:off x="7810713" y="2549125"/>
              <a:ext cx="309875" cy="123800"/>
            </a:xfrm>
            <a:custGeom>
              <a:avLst/>
              <a:gdLst/>
              <a:ahLst/>
              <a:cxnLst/>
              <a:rect l="l" t="t" r="r" b="b"/>
              <a:pathLst>
                <a:path w="12395" h="4952" extrusionOk="0">
                  <a:moveTo>
                    <a:pt x="7781" y="595"/>
                  </a:moveTo>
                  <a:cubicBezTo>
                    <a:pt x="7350" y="943"/>
                    <a:pt x="7053" y="1456"/>
                    <a:pt x="6971" y="2010"/>
                  </a:cubicBezTo>
                  <a:cubicBezTo>
                    <a:pt x="6756" y="1922"/>
                    <a:pt x="6541" y="1879"/>
                    <a:pt x="6327" y="1879"/>
                  </a:cubicBezTo>
                  <a:cubicBezTo>
                    <a:pt x="6113" y="1879"/>
                    <a:pt x="5900" y="1922"/>
                    <a:pt x="5690" y="2010"/>
                  </a:cubicBezTo>
                  <a:cubicBezTo>
                    <a:pt x="5597" y="1456"/>
                    <a:pt x="5300" y="943"/>
                    <a:pt x="4870" y="595"/>
                  </a:cubicBezTo>
                  <a:close/>
                  <a:moveTo>
                    <a:pt x="3250" y="595"/>
                  </a:moveTo>
                  <a:cubicBezTo>
                    <a:pt x="4316" y="595"/>
                    <a:pt x="5177" y="1405"/>
                    <a:pt x="5177" y="2481"/>
                  </a:cubicBezTo>
                  <a:cubicBezTo>
                    <a:pt x="5177" y="3506"/>
                    <a:pt x="4316" y="4357"/>
                    <a:pt x="3250" y="4357"/>
                  </a:cubicBezTo>
                  <a:cubicBezTo>
                    <a:pt x="2225" y="4357"/>
                    <a:pt x="1374" y="3506"/>
                    <a:pt x="1374" y="2481"/>
                  </a:cubicBezTo>
                  <a:cubicBezTo>
                    <a:pt x="1374" y="1405"/>
                    <a:pt x="2225" y="595"/>
                    <a:pt x="3250" y="595"/>
                  </a:cubicBezTo>
                  <a:close/>
                  <a:moveTo>
                    <a:pt x="9401" y="595"/>
                  </a:moveTo>
                  <a:cubicBezTo>
                    <a:pt x="10426" y="595"/>
                    <a:pt x="11277" y="1405"/>
                    <a:pt x="11277" y="2481"/>
                  </a:cubicBezTo>
                  <a:cubicBezTo>
                    <a:pt x="11277" y="3506"/>
                    <a:pt x="10426" y="4357"/>
                    <a:pt x="9401" y="4357"/>
                  </a:cubicBezTo>
                  <a:cubicBezTo>
                    <a:pt x="8335" y="4357"/>
                    <a:pt x="7484" y="3506"/>
                    <a:pt x="7484" y="2481"/>
                  </a:cubicBezTo>
                  <a:cubicBezTo>
                    <a:pt x="7484" y="1405"/>
                    <a:pt x="8335" y="595"/>
                    <a:pt x="9401" y="595"/>
                  </a:cubicBezTo>
                  <a:close/>
                  <a:moveTo>
                    <a:pt x="3291" y="0"/>
                  </a:moveTo>
                  <a:cubicBezTo>
                    <a:pt x="2009" y="0"/>
                    <a:pt x="943" y="943"/>
                    <a:pt x="820" y="2174"/>
                  </a:cubicBezTo>
                  <a:lnTo>
                    <a:pt x="390" y="2174"/>
                  </a:lnTo>
                  <a:cubicBezTo>
                    <a:pt x="308" y="2174"/>
                    <a:pt x="215" y="2225"/>
                    <a:pt x="174" y="2266"/>
                  </a:cubicBezTo>
                  <a:cubicBezTo>
                    <a:pt x="0" y="2522"/>
                    <a:pt x="174" y="2778"/>
                    <a:pt x="431" y="2778"/>
                  </a:cubicBezTo>
                  <a:lnTo>
                    <a:pt x="820" y="2778"/>
                  </a:lnTo>
                  <a:cubicBezTo>
                    <a:pt x="943" y="3968"/>
                    <a:pt x="2009" y="4952"/>
                    <a:pt x="3250" y="4952"/>
                  </a:cubicBezTo>
                  <a:cubicBezTo>
                    <a:pt x="4572" y="4952"/>
                    <a:pt x="5638" y="3927"/>
                    <a:pt x="5731" y="2604"/>
                  </a:cubicBezTo>
                  <a:cubicBezTo>
                    <a:pt x="5920" y="2517"/>
                    <a:pt x="6123" y="2473"/>
                    <a:pt x="6325" y="2473"/>
                  </a:cubicBezTo>
                  <a:cubicBezTo>
                    <a:pt x="6528" y="2473"/>
                    <a:pt x="6730" y="2517"/>
                    <a:pt x="6920" y="2604"/>
                  </a:cubicBezTo>
                  <a:cubicBezTo>
                    <a:pt x="7012" y="3927"/>
                    <a:pt x="8078" y="4952"/>
                    <a:pt x="9401" y="4952"/>
                  </a:cubicBezTo>
                  <a:cubicBezTo>
                    <a:pt x="10641" y="4952"/>
                    <a:pt x="11707" y="3968"/>
                    <a:pt x="11841" y="2778"/>
                  </a:cubicBezTo>
                  <a:lnTo>
                    <a:pt x="12046" y="2778"/>
                  </a:lnTo>
                  <a:cubicBezTo>
                    <a:pt x="12138" y="2778"/>
                    <a:pt x="12179" y="2737"/>
                    <a:pt x="12220" y="2645"/>
                  </a:cubicBezTo>
                  <a:cubicBezTo>
                    <a:pt x="12394" y="2430"/>
                    <a:pt x="12220" y="2174"/>
                    <a:pt x="12005" y="2174"/>
                  </a:cubicBezTo>
                  <a:lnTo>
                    <a:pt x="11841" y="2174"/>
                  </a:lnTo>
                  <a:cubicBezTo>
                    <a:pt x="11666" y="943"/>
                    <a:pt x="10641" y="0"/>
                    <a:pt x="936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7" name="Google Shape;1397;p98"/>
          <p:cNvGrpSpPr/>
          <p:nvPr/>
        </p:nvGrpSpPr>
        <p:grpSpPr>
          <a:xfrm>
            <a:off x="6980063" y="2520150"/>
            <a:ext cx="345000" cy="345050"/>
            <a:chOff x="6980063" y="2520150"/>
            <a:chExt cx="345000" cy="345050"/>
          </a:xfrm>
        </p:grpSpPr>
        <p:sp>
          <p:nvSpPr>
            <p:cNvPr id="1398" name="Google Shape;1398;p98"/>
            <p:cNvSpPr/>
            <p:nvPr/>
          </p:nvSpPr>
          <p:spPr>
            <a:xfrm>
              <a:off x="7043113" y="2565000"/>
              <a:ext cx="218900" cy="36625"/>
            </a:xfrm>
            <a:custGeom>
              <a:avLst/>
              <a:gdLst/>
              <a:ahLst/>
              <a:cxnLst/>
              <a:rect l="l" t="t" r="r" b="b"/>
              <a:pathLst>
                <a:path w="8756" h="1465" extrusionOk="0">
                  <a:moveTo>
                    <a:pt x="1" y="1"/>
                  </a:moveTo>
                  <a:lnTo>
                    <a:pt x="1" y="606"/>
                  </a:lnTo>
                  <a:lnTo>
                    <a:pt x="1918" y="606"/>
                  </a:lnTo>
                  <a:lnTo>
                    <a:pt x="1918" y="1159"/>
                  </a:lnTo>
                  <a:cubicBezTo>
                    <a:pt x="1918" y="1334"/>
                    <a:pt x="2000" y="1457"/>
                    <a:pt x="2133" y="1457"/>
                  </a:cubicBezTo>
                  <a:cubicBezTo>
                    <a:pt x="2161" y="1462"/>
                    <a:pt x="2187" y="1464"/>
                    <a:pt x="2212" y="1464"/>
                  </a:cubicBezTo>
                  <a:cubicBezTo>
                    <a:pt x="2378" y="1464"/>
                    <a:pt x="2471" y="1347"/>
                    <a:pt x="2471" y="1159"/>
                  </a:cubicBezTo>
                  <a:lnTo>
                    <a:pt x="2471" y="606"/>
                  </a:lnTo>
                  <a:lnTo>
                    <a:pt x="8756" y="606"/>
                  </a:lnTo>
                  <a:lnTo>
                    <a:pt x="8756"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98"/>
            <p:cNvSpPr/>
            <p:nvPr/>
          </p:nvSpPr>
          <p:spPr>
            <a:xfrm>
              <a:off x="7043113" y="2696325"/>
              <a:ext cx="217875" cy="36575"/>
            </a:xfrm>
            <a:custGeom>
              <a:avLst/>
              <a:gdLst/>
              <a:ahLst/>
              <a:cxnLst/>
              <a:rect l="l" t="t" r="r" b="b"/>
              <a:pathLst>
                <a:path w="8715" h="1463" extrusionOk="0">
                  <a:moveTo>
                    <a:pt x="2194" y="1"/>
                  </a:moveTo>
                  <a:cubicBezTo>
                    <a:pt x="2025" y="1"/>
                    <a:pt x="1918" y="148"/>
                    <a:pt x="1918" y="304"/>
                  </a:cubicBezTo>
                  <a:lnTo>
                    <a:pt x="1918" y="858"/>
                  </a:lnTo>
                  <a:lnTo>
                    <a:pt x="1" y="858"/>
                  </a:lnTo>
                  <a:lnTo>
                    <a:pt x="1" y="1463"/>
                  </a:lnTo>
                  <a:lnTo>
                    <a:pt x="8715" y="1463"/>
                  </a:lnTo>
                  <a:lnTo>
                    <a:pt x="8715" y="858"/>
                  </a:lnTo>
                  <a:lnTo>
                    <a:pt x="2471" y="858"/>
                  </a:lnTo>
                  <a:lnTo>
                    <a:pt x="2471" y="304"/>
                  </a:lnTo>
                  <a:cubicBezTo>
                    <a:pt x="2471" y="181"/>
                    <a:pt x="2389" y="48"/>
                    <a:pt x="2256" y="7"/>
                  </a:cubicBezTo>
                  <a:cubicBezTo>
                    <a:pt x="2235" y="3"/>
                    <a:pt x="2214" y="1"/>
                    <a:pt x="219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98"/>
            <p:cNvSpPr/>
            <p:nvPr/>
          </p:nvSpPr>
          <p:spPr>
            <a:xfrm>
              <a:off x="6980063" y="2520150"/>
              <a:ext cx="345000" cy="345050"/>
            </a:xfrm>
            <a:custGeom>
              <a:avLst/>
              <a:gdLst/>
              <a:ahLst/>
              <a:cxnLst/>
              <a:rect l="l" t="t" r="r" b="b"/>
              <a:pathLst>
                <a:path w="13800" h="13802" extrusionOk="0">
                  <a:moveTo>
                    <a:pt x="6623" y="606"/>
                  </a:moveTo>
                  <a:lnTo>
                    <a:pt x="6623" y="9658"/>
                  </a:lnTo>
                  <a:lnTo>
                    <a:pt x="2820" y="9658"/>
                  </a:lnTo>
                  <a:lnTo>
                    <a:pt x="2820" y="606"/>
                  </a:lnTo>
                  <a:close/>
                  <a:moveTo>
                    <a:pt x="10980" y="606"/>
                  </a:moveTo>
                  <a:lnTo>
                    <a:pt x="10980" y="9658"/>
                  </a:lnTo>
                  <a:lnTo>
                    <a:pt x="7177" y="9658"/>
                  </a:lnTo>
                  <a:lnTo>
                    <a:pt x="7177" y="606"/>
                  </a:lnTo>
                  <a:close/>
                  <a:moveTo>
                    <a:pt x="13195" y="10252"/>
                  </a:moveTo>
                  <a:lnTo>
                    <a:pt x="13195" y="11411"/>
                  </a:lnTo>
                  <a:lnTo>
                    <a:pt x="596" y="11411"/>
                  </a:lnTo>
                  <a:lnTo>
                    <a:pt x="596" y="10252"/>
                  </a:lnTo>
                  <a:close/>
                  <a:moveTo>
                    <a:pt x="3117" y="12005"/>
                  </a:moveTo>
                  <a:lnTo>
                    <a:pt x="3117" y="12610"/>
                  </a:lnTo>
                  <a:cubicBezTo>
                    <a:pt x="3117" y="12927"/>
                    <a:pt x="2856" y="13209"/>
                    <a:pt x="2536" y="13209"/>
                  </a:cubicBezTo>
                  <a:cubicBezTo>
                    <a:pt x="2515" y="13209"/>
                    <a:pt x="2493" y="13207"/>
                    <a:pt x="2472" y="13205"/>
                  </a:cubicBezTo>
                  <a:cubicBezTo>
                    <a:pt x="2174" y="13164"/>
                    <a:pt x="1959" y="12907"/>
                    <a:pt x="1959" y="12610"/>
                  </a:cubicBezTo>
                  <a:lnTo>
                    <a:pt x="1959" y="12005"/>
                  </a:lnTo>
                  <a:close/>
                  <a:moveTo>
                    <a:pt x="11831" y="12005"/>
                  </a:moveTo>
                  <a:lnTo>
                    <a:pt x="11831" y="12610"/>
                  </a:lnTo>
                  <a:cubicBezTo>
                    <a:pt x="11831" y="12927"/>
                    <a:pt x="11606" y="13209"/>
                    <a:pt x="11299" y="13209"/>
                  </a:cubicBezTo>
                  <a:cubicBezTo>
                    <a:pt x="11278" y="13209"/>
                    <a:pt x="11258" y="13207"/>
                    <a:pt x="11237" y="13205"/>
                  </a:cubicBezTo>
                  <a:cubicBezTo>
                    <a:pt x="10888" y="13164"/>
                    <a:pt x="10673" y="12907"/>
                    <a:pt x="10673" y="12610"/>
                  </a:cubicBezTo>
                  <a:lnTo>
                    <a:pt x="10673" y="12005"/>
                  </a:lnTo>
                  <a:close/>
                  <a:moveTo>
                    <a:pt x="2523" y="1"/>
                  </a:moveTo>
                  <a:cubicBezTo>
                    <a:pt x="2390" y="1"/>
                    <a:pt x="2267" y="134"/>
                    <a:pt x="2267" y="308"/>
                  </a:cubicBezTo>
                  <a:lnTo>
                    <a:pt x="2267" y="9658"/>
                  </a:lnTo>
                  <a:lnTo>
                    <a:pt x="298" y="9658"/>
                  </a:lnTo>
                  <a:cubicBezTo>
                    <a:pt x="124" y="9658"/>
                    <a:pt x="1" y="9832"/>
                    <a:pt x="1" y="9955"/>
                  </a:cubicBezTo>
                  <a:lnTo>
                    <a:pt x="1" y="11708"/>
                  </a:lnTo>
                  <a:cubicBezTo>
                    <a:pt x="1" y="11882"/>
                    <a:pt x="124" y="12005"/>
                    <a:pt x="298" y="12005"/>
                  </a:cubicBezTo>
                  <a:lnTo>
                    <a:pt x="1364" y="12005"/>
                  </a:lnTo>
                  <a:lnTo>
                    <a:pt x="1364" y="12610"/>
                  </a:lnTo>
                  <a:cubicBezTo>
                    <a:pt x="1364" y="13263"/>
                    <a:pt x="1880" y="13802"/>
                    <a:pt x="2533" y="13802"/>
                  </a:cubicBezTo>
                  <a:cubicBezTo>
                    <a:pt x="2557" y="13802"/>
                    <a:pt x="2581" y="13801"/>
                    <a:pt x="2605" y="13799"/>
                  </a:cubicBezTo>
                  <a:cubicBezTo>
                    <a:pt x="3199" y="13758"/>
                    <a:pt x="3712" y="13246"/>
                    <a:pt x="3712" y="12610"/>
                  </a:cubicBezTo>
                  <a:lnTo>
                    <a:pt x="3712" y="12005"/>
                  </a:lnTo>
                  <a:lnTo>
                    <a:pt x="10078" y="12005"/>
                  </a:lnTo>
                  <a:lnTo>
                    <a:pt x="10078" y="12610"/>
                  </a:lnTo>
                  <a:cubicBezTo>
                    <a:pt x="10078" y="13263"/>
                    <a:pt x="10594" y="13802"/>
                    <a:pt x="11247" y="13802"/>
                  </a:cubicBezTo>
                  <a:cubicBezTo>
                    <a:pt x="11271" y="13802"/>
                    <a:pt x="11295" y="13801"/>
                    <a:pt x="11319" y="13799"/>
                  </a:cubicBezTo>
                  <a:cubicBezTo>
                    <a:pt x="11954" y="13758"/>
                    <a:pt x="12426" y="13246"/>
                    <a:pt x="12426" y="12610"/>
                  </a:cubicBezTo>
                  <a:lnTo>
                    <a:pt x="12426" y="12005"/>
                  </a:lnTo>
                  <a:lnTo>
                    <a:pt x="13492" y="12005"/>
                  </a:lnTo>
                  <a:cubicBezTo>
                    <a:pt x="13666" y="12005"/>
                    <a:pt x="13799" y="11882"/>
                    <a:pt x="13799" y="11708"/>
                  </a:cubicBezTo>
                  <a:lnTo>
                    <a:pt x="13799" y="9955"/>
                  </a:lnTo>
                  <a:cubicBezTo>
                    <a:pt x="13799" y="9832"/>
                    <a:pt x="13666" y="9658"/>
                    <a:pt x="13492" y="9658"/>
                  </a:cubicBezTo>
                  <a:lnTo>
                    <a:pt x="11575" y="9658"/>
                  </a:lnTo>
                  <a:lnTo>
                    <a:pt x="11575" y="308"/>
                  </a:lnTo>
                  <a:cubicBezTo>
                    <a:pt x="11575" y="134"/>
                    <a:pt x="11442" y="1"/>
                    <a:pt x="11278"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98"/>
            <p:cNvSpPr/>
            <p:nvPr/>
          </p:nvSpPr>
          <p:spPr>
            <a:xfrm>
              <a:off x="7078238" y="2641900"/>
              <a:ext cx="38475" cy="15150"/>
            </a:xfrm>
            <a:custGeom>
              <a:avLst/>
              <a:gdLst/>
              <a:ahLst/>
              <a:cxnLst/>
              <a:rect l="l" t="t" r="r" b="b"/>
              <a:pathLst>
                <a:path w="1539" h="606" extrusionOk="0">
                  <a:moveTo>
                    <a:pt x="339" y="0"/>
                  </a:moveTo>
                  <a:cubicBezTo>
                    <a:pt x="175" y="0"/>
                    <a:pt x="0" y="134"/>
                    <a:pt x="41" y="349"/>
                  </a:cubicBezTo>
                  <a:cubicBezTo>
                    <a:pt x="82" y="472"/>
                    <a:pt x="216" y="605"/>
                    <a:pt x="339" y="605"/>
                  </a:cubicBezTo>
                  <a:lnTo>
                    <a:pt x="1200" y="605"/>
                  </a:lnTo>
                  <a:cubicBezTo>
                    <a:pt x="1415" y="605"/>
                    <a:pt x="1538" y="431"/>
                    <a:pt x="1497" y="216"/>
                  </a:cubicBezTo>
                  <a:cubicBezTo>
                    <a:pt x="1497" y="93"/>
                    <a:pt x="136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98"/>
            <p:cNvSpPr/>
            <p:nvPr/>
          </p:nvSpPr>
          <p:spPr>
            <a:xfrm>
              <a:off x="7188188" y="2663425"/>
              <a:ext cx="37425" cy="14900"/>
            </a:xfrm>
            <a:custGeom>
              <a:avLst/>
              <a:gdLst/>
              <a:ahLst/>
              <a:cxnLst/>
              <a:rect l="l" t="t" r="r" b="b"/>
              <a:pathLst>
                <a:path w="1497" h="596" extrusionOk="0">
                  <a:moveTo>
                    <a:pt x="297" y="0"/>
                  </a:moveTo>
                  <a:cubicBezTo>
                    <a:pt x="133" y="0"/>
                    <a:pt x="0" y="165"/>
                    <a:pt x="41" y="380"/>
                  </a:cubicBezTo>
                  <a:cubicBezTo>
                    <a:pt x="41" y="513"/>
                    <a:pt x="174" y="595"/>
                    <a:pt x="349" y="595"/>
                  </a:cubicBezTo>
                  <a:lnTo>
                    <a:pt x="1200" y="595"/>
                  </a:lnTo>
                  <a:cubicBezTo>
                    <a:pt x="1374" y="595"/>
                    <a:pt x="1497" y="472"/>
                    <a:pt x="1497" y="257"/>
                  </a:cubicBezTo>
                  <a:cubicBezTo>
                    <a:pt x="1456" y="12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98"/>
            <p:cNvSpPr/>
            <p:nvPr/>
          </p:nvSpPr>
          <p:spPr>
            <a:xfrm>
              <a:off x="7188188" y="2620625"/>
              <a:ext cx="37425" cy="13875"/>
            </a:xfrm>
            <a:custGeom>
              <a:avLst/>
              <a:gdLst/>
              <a:ahLst/>
              <a:cxnLst/>
              <a:rect l="l" t="t" r="r" b="b"/>
              <a:pathLst>
                <a:path w="1497" h="555" extrusionOk="0">
                  <a:moveTo>
                    <a:pt x="297" y="0"/>
                  </a:moveTo>
                  <a:cubicBezTo>
                    <a:pt x="133" y="0"/>
                    <a:pt x="0" y="134"/>
                    <a:pt x="41" y="339"/>
                  </a:cubicBezTo>
                  <a:cubicBezTo>
                    <a:pt x="41" y="472"/>
                    <a:pt x="174" y="554"/>
                    <a:pt x="349" y="554"/>
                  </a:cubicBezTo>
                  <a:lnTo>
                    <a:pt x="1200" y="554"/>
                  </a:lnTo>
                  <a:cubicBezTo>
                    <a:pt x="1374" y="554"/>
                    <a:pt x="1497" y="431"/>
                    <a:pt x="1497" y="216"/>
                  </a:cubicBezTo>
                  <a:cubicBezTo>
                    <a:pt x="1456" y="8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4" name="Google Shape;1404;p98"/>
          <p:cNvGrpSpPr/>
          <p:nvPr/>
        </p:nvGrpSpPr>
        <p:grpSpPr>
          <a:xfrm>
            <a:off x="6346788" y="2520150"/>
            <a:ext cx="211475" cy="345000"/>
            <a:chOff x="6346788" y="2520150"/>
            <a:chExt cx="211475" cy="345000"/>
          </a:xfrm>
        </p:grpSpPr>
        <p:sp>
          <p:nvSpPr>
            <p:cNvPr id="1405" name="Google Shape;1405;p98"/>
            <p:cNvSpPr/>
            <p:nvPr/>
          </p:nvSpPr>
          <p:spPr>
            <a:xfrm>
              <a:off x="6385238" y="2658050"/>
              <a:ext cx="90750" cy="139950"/>
            </a:xfrm>
            <a:custGeom>
              <a:avLst/>
              <a:gdLst/>
              <a:ahLst/>
              <a:cxnLst/>
              <a:rect l="l" t="t" r="r" b="b"/>
              <a:pathLst>
                <a:path w="3630" h="5598" extrusionOk="0">
                  <a:moveTo>
                    <a:pt x="3076" y="595"/>
                  </a:moveTo>
                  <a:lnTo>
                    <a:pt x="3076" y="5044"/>
                  </a:lnTo>
                  <a:lnTo>
                    <a:pt x="595" y="5044"/>
                  </a:lnTo>
                  <a:lnTo>
                    <a:pt x="595" y="595"/>
                  </a:lnTo>
                  <a:close/>
                  <a:moveTo>
                    <a:pt x="298" y="0"/>
                  </a:moveTo>
                  <a:cubicBezTo>
                    <a:pt x="123" y="0"/>
                    <a:pt x="0" y="123"/>
                    <a:pt x="0" y="297"/>
                  </a:cubicBezTo>
                  <a:lnTo>
                    <a:pt x="0" y="5341"/>
                  </a:lnTo>
                  <a:cubicBezTo>
                    <a:pt x="0" y="5464"/>
                    <a:pt x="123" y="5597"/>
                    <a:pt x="298" y="5597"/>
                  </a:cubicBezTo>
                  <a:lnTo>
                    <a:pt x="3373" y="5597"/>
                  </a:lnTo>
                  <a:cubicBezTo>
                    <a:pt x="3506" y="5597"/>
                    <a:pt x="3629" y="5464"/>
                    <a:pt x="3629" y="5341"/>
                  </a:cubicBezTo>
                  <a:lnTo>
                    <a:pt x="3629" y="297"/>
                  </a:lnTo>
                  <a:cubicBezTo>
                    <a:pt x="3629" y="123"/>
                    <a:pt x="3506"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98"/>
            <p:cNvSpPr/>
            <p:nvPr/>
          </p:nvSpPr>
          <p:spPr>
            <a:xfrm>
              <a:off x="6423663" y="2707250"/>
              <a:ext cx="14900" cy="47950"/>
            </a:xfrm>
            <a:custGeom>
              <a:avLst/>
              <a:gdLst/>
              <a:ahLst/>
              <a:cxnLst/>
              <a:rect l="l" t="t" r="r" b="b"/>
              <a:pathLst>
                <a:path w="596" h="1918" extrusionOk="0">
                  <a:moveTo>
                    <a:pt x="257" y="0"/>
                  </a:moveTo>
                  <a:cubicBezTo>
                    <a:pt x="83" y="41"/>
                    <a:pt x="1" y="165"/>
                    <a:pt x="1" y="298"/>
                  </a:cubicBezTo>
                  <a:lnTo>
                    <a:pt x="1" y="1620"/>
                  </a:lnTo>
                  <a:cubicBezTo>
                    <a:pt x="1" y="1743"/>
                    <a:pt x="83" y="1876"/>
                    <a:pt x="257" y="1917"/>
                  </a:cubicBezTo>
                  <a:cubicBezTo>
                    <a:pt x="432" y="1917"/>
                    <a:pt x="596" y="1794"/>
                    <a:pt x="596" y="1620"/>
                  </a:cubicBezTo>
                  <a:lnTo>
                    <a:pt x="596" y="298"/>
                  </a:lnTo>
                  <a:cubicBezTo>
                    <a:pt x="596" y="123"/>
                    <a:pt x="432" y="0"/>
                    <a:pt x="257"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98"/>
            <p:cNvSpPr/>
            <p:nvPr/>
          </p:nvSpPr>
          <p:spPr>
            <a:xfrm>
              <a:off x="6346788" y="2520150"/>
              <a:ext cx="211475" cy="345000"/>
            </a:xfrm>
            <a:custGeom>
              <a:avLst/>
              <a:gdLst/>
              <a:ahLst/>
              <a:cxnLst/>
              <a:rect l="l" t="t" r="r" b="b"/>
              <a:pathLst>
                <a:path w="8459" h="13800" extrusionOk="0">
                  <a:moveTo>
                    <a:pt x="5598" y="2400"/>
                  </a:moveTo>
                  <a:cubicBezTo>
                    <a:pt x="5895" y="2400"/>
                    <a:pt x="6151" y="2615"/>
                    <a:pt x="6151" y="2912"/>
                  </a:cubicBezTo>
                  <a:lnTo>
                    <a:pt x="6151" y="13123"/>
                  </a:lnTo>
                  <a:lnTo>
                    <a:pt x="3455" y="12303"/>
                  </a:lnTo>
                  <a:lnTo>
                    <a:pt x="3291" y="12303"/>
                  </a:lnTo>
                  <a:lnTo>
                    <a:pt x="595" y="13123"/>
                  </a:lnTo>
                  <a:lnTo>
                    <a:pt x="595" y="2912"/>
                  </a:lnTo>
                  <a:cubicBezTo>
                    <a:pt x="595" y="2615"/>
                    <a:pt x="810" y="2400"/>
                    <a:pt x="1108" y="2400"/>
                  </a:cubicBezTo>
                  <a:lnTo>
                    <a:pt x="3076" y="2400"/>
                  </a:lnTo>
                  <a:lnTo>
                    <a:pt x="3076" y="2738"/>
                  </a:lnTo>
                  <a:lnTo>
                    <a:pt x="3076" y="3333"/>
                  </a:lnTo>
                  <a:lnTo>
                    <a:pt x="2738" y="3333"/>
                  </a:lnTo>
                  <a:cubicBezTo>
                    <a:pt x="2563" y="3333"/>
                    <a:pt x="2430" y="3425"/>
                    <a:pt x="2389" y="3589"/>
                  </a:cubicBezTo>
                  <a:cubicBezTo>
                    <a:pt x="2389" y="3763"/>
                    <a:pt x="2522" y="3937"/>
                    <a:pt x="2686" y="3937"/>
                  </a:cubicBezTo>
                  <a:lnTo>
                    <a:pt x="4019" y="3937"/>
                  </a:lnTo>
                  <a:cubicBezTo>
                    <a:pt x="4142" y="3937"/>
                    <a:pt x="4275" y="3804"/>
                    <a:pt x="4316" y="3681"/>
                  </a:cubicBezTo>
                  <a:cubicBezTo>
                    <a:pt x="4357" y="3507"/>
                    <a:pt x="4183" y="3333"/>
                    <a:pt x="4019" y="3333"/>
                  </a:cubicBezTo>
                  <a:lnTo>
                    <a:pt x="3671" y="3333"/>
                  </a:lnTo>
                  <a:lnTo>
                    <a:pt x="3671" y="2738"/>
                  </a:lnTo>
                  <a:lnTo>
                    <a:pt x="3671" y="2400"/>
                  </a:lnTo>
                  <a:close/>
                  <a:moveTo>
                    <a:pt x="5762" y="1"/>
                  </a:moveTo>
                  <a:cubicBezTo>
                    <a:pt x="4614" y="1"/>
                    <a:pt x="3589" y="770"/>
                    <a:pt x="3250" y="1795"/>
                  </a:cubicBezTo>
                  <a:lnTo>
                    <a:pt x="339" y="1795"/>
                  </a:lnTo>
                  <a:cubicBezTo>
                    <a:pt x="124" y="1795"/>
                    <a:pt x="1" y="1928"/>
                    <a:pt x="1" y="2143"/>
                  </a:cubicBezTo>
                  <a:lnTo>
                    <a:pt x="1" y="13543"/>
                  </a:lnTo>
                  <a:cubicBezTo>
                    <a:pt x="31" y="13703"/>
                    <a:pt x="135" y="13790"/>
                    <a:pt x="254" y="13790"/>
                  </a:cubicBezTo>
                  <a:cubicBezTo>
                    <a:pt x="295" y="13790"/>
                    <a:pt x="338" y="13779"/>
                    <a:pt x="380" y="13758"/>
                  </a:cubicBezTo>
                  <a:lnTo>
                    <a:pt x="3373" y="12907"/>
                  </a:lnTo>
                  <a:lnTo>
                    <a:pt x="6326" y="13758"/>
                  </a:lnTo>
                  <a:cubicBezTo>
                    <a:pt x="6367" y="13799"/>
                    <a:pt x="6408" y="13799"/>
                    <a:pt x="6408" y="13799"/>
                  </a:cubicBezTo>
                  <a:cubicBezTo>
                    <a:pt x="6531" y="13799"/>
                    <a:pt x="6664" y="13717"/>
                    <a:pt x="6705" y="13543"/>
                  </a:cubicBezTo>
                  <a:lnTo>
                    <a:pt x="6705" y="2143"/>
                  </a:lnTo>
                  <a:cubicBezTo>
                    <a:pt x="6705" y="1928"/>
                    <a:pt x="6582" y="1795"/>
                    <a:pt x="6408" y="1795"/>
                  </a:cubicBezTo>
                  <a:lnTo>
                    <a:pt x="3886" y="1795"/>
                  </a:lnTo>
                  <a:cubicBezTo>
                    <a:pt x="4220" y="1104"/>
                    <a:pt x="4932" y="623"/>
                    <a:pt x="5765" y="623"/>
                  </a:cubicBezTo>
                  <a:cubicBezTo>
                    <a:pt x="6415" y="623"/>
                    <a:pt x="7138" y="916"/>
                    <a:pt x="7812" y="1631"/>
                  </a:cubicBezTo>
                  <a:cubicBezTo>
                    <a:pt x="7863" y="1672"/>
                    <a:pt x="7863" y="1754"/>
                    <a:pt x="7863" y="1846"/>
                  </a:cubicBezTo>
                  <a:lnTo>
                    <a:pt x="7863" y="5260"/>
                  </a:lnTo>
                  <a:cubicBezTo>
                    <a:pt x="7863" y="5260"/>
                    <a:pt x="7904" y="5260"/>
                    <a:pt x="7904" y="5301"/>
                  </a:cubicBezTo>
                  <a:cubicBezTo>
                    <a:pt x="7993" y="5390"/>
                    <a:pt x="8087" y="5427"/>
                    <a:pt x="8171" y="5427"/>
                  </a:cubicBezTo>
                  <a:cubicBezTo>
                    <a:pt x="8331" y="5427"/>
                    <a:pt x="8458" y="5294"/>
                    <a:pt x="8458" y="5127"/>
                  </a:cubicBezTo>
                  <a:lnTo>
                    <a:pt x="8458" y="2738"/>
                  </a:lnTo>
                  <a:cubicBezTo>
                    <a:pt x="8458" y="1241"/>
                    <a:pt x="7259" y="1"/>
                    <a:pt x="576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98"/>
          <p:cNvGrpSpPr/>
          <p:nvPr/>
        </p:nvGrpSpPr>
        <p:grpSpPr>
          <a:xfrm>
            <a:off x="4735263" y="2554500"/>
            <a:ext cx="343950" cy="277075"/>
            <a:chOff x="4735263" y="2554500"/>
            <a:chExt cx="343950" cy="277075"/>
          </a:xfrm>
        </p:grpSpPr>
        <p:sp>
          <p:nvSpPr>
            <p:cNvPr id="1409" name="Google Shape;1409;p98"/>
            <p:cNvSpPr/>
            <p:nvPr/>
          </p:nvSpPr>
          <p:spPr>
            <a:xfrm>
              <a:off x="4942588" y="2603450"/>
              <a:ext cx="92800" cy="15150"/>
            </a:xfrm>
            <a:custGeom>
              <a:avLst/>
              <a:gdLst/>
              <a:ahLst/>
              <a:cxnLst/>
              <a:rect l="l" t="t" r="r" b="b"/>
              <a:pathLst>
                <a:path w="3712" h="606" extrusionOk="0">
                  <a:moveTo>
                    <a:pt x="339" y="1"/>
                  </a:moveTo>
                  <a:cubicBezTo>
                    <a:pt x="165" y="1"/>
                    <a:pt x="1" y="175"/>
                    <a:pt x="42" y="349"/>
                  </a:cubicBezTo>
                  <a:cubicBezTo>
                    <a:pt x="83" y="472"/>
                    <a:pt x="216" y="605"/>
                    <a:pt x="339" y="605"/>
                  </a:cubicBezTo>
                  <a:lnTo>
                    <a:pt x="3414" y="605"/>
                  </a:lnTo>
                  <a:cubicBezTo>
                    <a:pt x="3589" y="605"/>
                    <a:pt x="3712" y="431"/>
                    <a:pt x="3671" y="257"/>
                  </a:cubicBezTo>
                  <a:cubicBezTo>
                    <a:pt x="3671" y="93"/>
                    <a:pt x="3548"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98"/>
            <p:cNvSpPr/>
            <p:nvPr/>
          </p:nvSpPr>
          <p:spPr>
            <a:xfrm>
              <a:off x="4833663" y="2652650"/>
              <a:ext cx="38475" cy="14900"/>
            </a:xfrm>
            <a:custGeom>
              <a:avLst/>
              <a:gdLst/>
              <a:ahLst/>
              <a:cxnLst/>
              <a:rect l="l" t="t" r="r" b="b"/>
              <a:pathLst>
                <a:path w="1539" h="596" extrusionOk="0">
                  <a:moveTo>
                    <a:pt x="339" y="1"/>
                  </a:moveTo>
                  <a:cubicBezTo>
                    <a:pt x="124" y="1"/>
                    <a:pt x="1" y="175"/>
                    <a:pt x="42" y="339"/>
                  </a:cubicBezTo>
                  <a:cubicBezTo>
                    <a:pt x="42" y="472"/>
                    <a:pt x="165" y="596"/>
                    <a:pt x="339" y="596"/>
                  </a:cubicBezTo>
                  <a:lnTo>
                    <a:pt x="1190" y="596"/>
                  </a:lnTo>
                  <a:cubicBezTo>
                    <a:pt x="1364" y="596"/>
                    <a:pt x="1538" y="431"/>
                    <a:pt x="1497" y="257"/>
                  </a:cubicBezTo>
                  <a:cubicBezTo>
                    <a:pt x="1446" y="83"/>
                    <a:pt x="1323" y="1"/>
                    <a:pt x="119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98"/>
            <p:cNvSpPr/>
            <p:nvPr/>
          </p:nvSpPr>
          <p:spPr>
            <a:xfrm>
              <a:off x="4942588" y="2652650"/>
              <a:ext cx="92800" cy="14900"/>
            </a:xfrm>
            <a:custGeom>
              <a:avLst/>
              <a:gdLst/>
              <a:ahLst/>
              <a:cxnLst/>
              <a:rect l="l" t="t" r="r" b="b"/>
              <a:pathLst>
                <a:path w="3712" h="596" extrusionOk="0">
                  <a:moveTo>
                    <a:pt x="339" y="1"/>
                  </a:moveTo>
                  <a:cubicBezTo>
                    <a:pt x="165" y="1"/>
                    <a:pt x="1" y="175"/>
                    <a:pt x="42" y="339"/>
                  </a:cubicBezTo>
                  <a:cubicBezTo>
                    <a:pt x="83" y="472"/>
                    <a:pt x="216" y="596"/>
                    <a:pt x="339" y="596"/>
                  </a:cubicBezTo>
                  <a:lnTo>
                    <a:pt x="3414" y="596"/>
                  </a:lnTo>
                  <a:cubicBezTo>
                    <a:pt x="3589" y="596"/>
                    <a:pt x="3712" y="431"/>
                    <a:pt x="3671" y="257"/>
                  </a:cubicBezTo>
                  <a:cubicBezTo>
                    <a:pt x="3671" y="83"/>
                    <a:pt x="3548"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98"/>
            <p:cNvSpPr/>
            <p:nvPr/>
          </p:nvSpPr>
          <p:spPr>
            <a:xfrm>
              <a:off x="4942588" y="2701875"/>
              <a:ext cx="92800" cy="14875"/>
            </a:xfrm>
            <a:custGeom>
              <a:avLst/>
              <a:gdLst/>
              <a:ahLst/>
              <a:cxnLst/>
              <a:rect l="l" t="t" r="r" b="b"/>
              <a:pathLst>
                <a:path w="3712" h="595" extrusionOk="0">
                  <a:moveTo>
                    <a:pt x="339" y="0"/>
                  </a:moveTo>
                  <a:cubicBezTo>
                    <a:pt x="165" y="0"/>
                    <a:pt x="1" y="164"/>
                    <a:pt x="42" y="338"/>
                  </a:cubicBezTo>
                  <a:cubicBezTo>
                    <a:pt x="83" y="513"/>
                    <a:pt x="216" y="595"/>
                    <a:pt x="339" y="595"/>
                  </a:cubicBezTo>
                  <a:lnTo>
                    <a:pt x="3414" y="595"/>
                  </a:lnTo>
                  <a:cubicBezTo>
                    <a:pt x="3589" y="595"/>
                    <a:pt x="3712" y="472"/>
                    <a:pt x="3671" y="256"/>
                  </a:cubicBezTo>
                  <a:cubicBezTo>
                    <a:pt x="3671" y="123"/>
                    <a:pt x="3548"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98"/>
            <p:cNvSpPr/>
            <p:nvPr/>
          </p:nvSpPr>
          <p:spPr>
            <a:xfrm>
              <a:off x="4735263" y="2554500"/>
              <a:ext cx="343950" cy="277075"/>
            </a:xfrm>
            <a:custGeom>
              <a:avLst/>
              <a:gdLst/>
              <a:ahLst/>
              <a:cxnLst/>
              <a:rect l="l" t="t" r="r" b="b"/>
              <a:pathLst>
                <a:path w="13758" h="11083" extrusionOk="0">
                  <a:moveTo>
                    <a:pt x="1753" y="595"/>
                  </a:moveTo>
                  <a:lnTo>
                    <a:pt x="1753" y="8069"/>
                  </a:lnTo>
                  <a:lnTo>
                    <a:pt x="605" y="8069"/>
                  </a:lnTo>
                  <a:lnTo>
                    <a:pt x="605" y="595"/>
                  </a:lnTo>
                  <a:close/>
                  <a:moveTo>
                    <a:pt x="5126" y="595"/>
                  </a:moveTo>
                  <a:cubicBezTo>
                    <a:pt x="5690" y="595"/>
                    <a:pt x="6243" y="851"/>
                    <a:pt x="6582" y="1282"/>
                  </a:cubicBezTo>
                  <a:lnTo>
                    <a:pt x="6582" y="8540"/>
                  </a:lnTo>
                  <a:cubicBezTo>
                    <a:pt x="6151" y="8243"/>
                    <a:pt x="5639" y="8069"/>
                    <a:pt x="5126" y="8069"/>
                  </a:cubicBezTo>
                  <a:lnTo>
                    <a:pt x="4101" y="8069"/>
                  </a:lnTo>
                  <a:lnTo>
                    <a:pt x="4101" y="6449"/>
                  </a:lnTo>
                  <a:cubicBezTo>
                    <a:pt x="4152" y="6490"/>
                    <a:pt x="4193" y="6490"/>
                    <a:pt x="4234" y="6490"/>
                  </a:cubicBezTo>
                  <a:lnTo>
                    <a:pt x="5126" y="6490"/>
                  </a:lnTo>
                  <a:cubicBezTo>
                    <a:pt x="5259" y="6490"/>
                    <a:pt x="5382" y="6408"/>
                    <a:pt x="5433" y="6233"/>
                  </a:cubicBezTo>
                  <a:cubicBezTo>
                    <a:pt x="5433" y="6059"/>
                    <a:pt x="5300" y="5895"/>
                    <a:pt x="5126" y="5895"/>
                  </a:cubicBezTo>
                  <a:lnTo>
                    <a:pt x="4234" y="5895"/>
                  </a:lnTo>
                  <a:cubicBezTo>
                    <a:pt x="4193" y="5895"/>
                    <a:pt x="4152" y="5936"/>
                    <a:pt x="4101" y="5936"/>
                  </a:cubicBezTo>
                  <a:lnTo>
                    <a:pt x="4101" y="2522"/>
                  </a:lnTo>
                  <a:cubicBezTo>
                    <a:pt x="4152" y="2522"/>
                    <a:pt x="4193" y="2563"/>
                    <a:pt x="4234" y="2563"/>
                  </a:cubicBezTo>
                  <a:lnTo>
                    <a:pt x="5126" y="2563"/>
                  </a:lnTo>
                  <a:cubicBezTo>
                    <a:pt x="5259" y="2563"/>
                    <a:pt x="5382" y="2430"/>
                    <a:pt x="5433" y="2307"/>
                  </a:cubicBezTo>
                  <a:cubicBezTo>
                    <a:pt x="5433" y="2133"/>
                    <a:pt x="5300" y="1959"/>
                    <a:pt x="5126" y="1959"/>
                  </a:cubicBezTo>
                  <a:lnTo>
                    <a:pt x="4234" y="1959"/>
                  </a:lnTo>
                  <a:cubicBezTo>
                    <a:pt x="4193" y="1959"/>
                    <a:pt x="4152" y="1959"/>
                    <a:pt x="4101" y="2010"/>
                  </a:cubicBezTo>
                  <a:lnTo>
                    <a:pt x="4101" y="595"/>
                  </a:lnTo>
                  <a:close/>
                  <a:moveTo>
                    <a:pt x="13163" y="595"/>
                  </a:moveTo>
                  <a:lnTo>
                    <a:pt x="13163" y="8069"/>
                  </a:lnTo>
                  <a:lnTo>
                    <a:pt x="8632" y="8069"/>
                  </a:lnTo>
                  <a:cubicBezTo>
                    <a:pt x="8119" y="8069"/>
                    <a:pt x="7607" y="8243"/>
                    <a:pt x="7176" y="8540"/>
                  </a:cubicBezTo>
                  <a:lnTo>
                    <a:pt x="7176" y="1282"/>
                  </a:lnTo>
                  <a:cubicBezTo>
                    <a:pt x="7525" y="851"/>
                    <a:pt x="8078" y="595"/>
                    <a:pt x="8632" y="595"/>
                  </a:cubicBezTo>
                  <a:close/>
                  <a:moveTo>
                    <a:pt x="1753" y="8673"/>
                  </a:moveTo>
                  <a:lnTo>
                    <a:pt x="1753" y="9606"/>
                  </a:lnTo>
                  <a:lnTo>
                    <a:pt x="605" y="9606"/>
                  </a:lnTo>
                  <a:lnTo>
                    <a:pt x="605" y="8673"/>
                  </a:lnTo>
                  <a:close/>
                  <a:moveTo>
                    <a:pt x="5126" y="8673"/>
                  </a:moveTo>
                  <a:cubicBezTo>
                    <a:pt x="5556" y="8673"/>
                    <a:pt x="5987" y="8837"/>
                    <a:pt x="6325" y="9094"/>
                  </a:cubicBezTo>
                  <a:cubicBezTo>
                    <a:pt x="6110" y="9227"/>
                    <a:pt x="5946" y="9391"/>
                    <a:pt x="5813" y="9606"/>
                  </a:cubicBezTo>
                  <a:lnTo>
                    <a:pt x="4101" y="9606"/>
                  </a:lnTo>
                  <a:lnTo>
                    <a:pt x="4101" y="8673"/>
                  </a:lnTo>
                  <a:close/>
                  <a:moveTo>
                    <a:pt x="13163" y="8673"/>
                  </a:moveTo>
                  <a:lnTo>
                    <a:pt x="13163" y="9606"/>
                  </a:lnTo>
                  <a:lnTo>
                    <a:pt x="7945" y="9606"/>
                  </a:lnTo>
                  <a:cubicBezTo>
                    <a:pt x="7822" y="9391"/>
                    <a:pt x="7648" y="9227"/>
                    <a:pt x="7433" y="9094"/>
                  </a:cubicBezTo>
                  <a:cubicBezTo>
                    <a:pt x="7781" y="8837"/>
                    <a:pt x="8201" y="8673"/>
                    <a:pt x="8632" y="8673"/>
                  </a:cubicBezTo>
                  <a:close/>
                  <a:moveTo>
                    <a:pt x="3506" y="595"/>
                  </a:moveTo>
                  <a:lnTo>
                    <a:pt x="3506" y="10211"/>
                  </a:lnTo>
                  <a:lnTo>
                    <a:pt x="3127" y="9904"/>
                  </a:lnTo>
                  <a:cubicBezTo>
                    <a:pt x="3076" y="9863"/>
                    <a:pt x="2994" y="9821"/>
                    <a:pt x="2953" y="9821"/>
                  </a:cubicBezTo>
                  <a:cubicBezTo>
                    <a:pt x="2871" y="9821"/>
                    <a:pt x="2819" y="9863"/>
                    <a:pt x="2778" y="9904"/>
                  </a:cubicBezTo>
                  <a:lnTo>
                    <a:pt x="2358" y="10211"/>
                  </a:lnTo>
                  <a:lnTo>
                    <a:pt x="2358" y="595"/>
                  </a:lnTo>
                  <a:close/>
                  <a:moveTo>
                    <a:pt x="308" y="1"/>
                  </a:moveTo>
                  <a:cubicBezTo>
                    <a:pt x="133" y="1"/>
                    <a:pt x="0" y="124"/>
                    <a:pt x="0" y="298"/>
                  </a:cubicBezTo>
                  <a:lnTo>
                    <a:pt x="0" y="8366"/>
                  </a:lnTo>
                  <a:lnTo>
                    <a:pt x="0" y="9904"/>
                  </a:lnTo>
                  <a:cubicBezTo>
                    <a:pt x="0" y="10078"/>
                    <a:pt x="133" y="10211"/>
                    <a:pt x="308" y="10211"/>
                  </a:cubicBezTo>
                  <a:lnTo>
                    <a:pt x="1753" y="10211"/>
                  </a:lnTo>
                  <a:lnTo>
                    <a:pt x="1753" y="10765"/>
                  </a:lnTo>
                  <a:cubicBezTo>
                    <a:pt x="1753" y="10847"/>
                    <a:pt x="1794" y="10929"/>
                    <a:pt x="1886" y="11021"/>
                  </a:cubicBezTo>
                  <a:cubicBezTo>
                    <a:pt x="1927" y="11062"/>
                    <a:pt x="1992" y="11082"/>
                    <a:pt x="2056" y="11082"/>
                  </a:cubicBezTo>
                  <a:cubicBezTo>
                    <a:pt x="2120" y="11082"/>
                    <a:pt x="2184" y="11062"/>
                    <a:pt x="2225" y="11021"/>
                  </a:cubicBezTo>
                  <a:lnTo>
                    <a:pt x="2953" y="10508"/>
                  </a:lnTo>
                  <a:lnTo>
                    <a:pt x="3639" y="11021"/>
                  </a:lnTo>
                  <a:cubicBezTo>
                    <a:pt x="3680" y="11062"/>
                    <a:pt x="3762" y="11062"/>
                    <a:pt x="3803" y="11062"/>
                  </a:cubicBezTo>
                  <a:cubicBezTo>
                    <a:pt x="3844" y="11062"/>
                    <a:pt x="3937" y="11062"/>
                    <a:pt x="3978" y="11021"/>
                  </a:cubicBezTo>
                  <a:cubicBezTo>
                    <a:pt x="4060" y="10980"/>
                    <a:pt x="4101" y="10888"/>
                    <a:pt x="4101" y="10765"/>
                  </a:cubicBezTo>
                  <a:lnTo>
                    <a:pt x="4101" y="10211"/>
                  </a:lnTo>
                  <a:lnTo>
                    <a:pt x="5987" y="10211"/>
                  </a:lnTo>
                  <a:cubicBezTo>
                    <a:pt x="6110" y="10211"/>
                    <a:pt x="6243" y="10119"/>
                    <a:pt x="6284" y="9996"/>
                  </a:cubicBezTo>
                  <a:cubicBezTo>
                    <a:pt x="6366" y="9739"/>
                    <a:pt x="6623" y="9565"/>
                    <a:pt x="6879" y="9565"/>
                  </a:cubicBezTo>
                  <a:cubicBezTo>
                    <a:pt x="7135" y="9565"/>
                    <a:pt x="7350" y="9698"/>
                    <a:pt x="7433" y="9955"/>
                  </a:cubicBezTo>
                  <a:lnTo>
                    <a:pt x="7484" y="9996"/>
                  </a:lnTo>
                  <a:cubicBezTo>
                    <a:pt x="7525" y="10119"/>
                    <a:pt x="7607" y="10211"/>
                    <a:pt x="7740" y="10211"/>
                  </a:cubicBezTo>
                  <a:lnTo>
                    <a:pt x="13460" y="10211"/>
                  </a:lnTo>
                  <a:cubicBezTo>
                    <a:pt x="13635" y="10211"/>
                    <a:pt x="13758" y="10078"/>
                    <a:pt x="13758" y="9904"/>
                  </a:cubicBezTo>
                  <a:lnTo>
                    <a:pt x="13758" y="8366"/>
                  </a:lnTo>
                  <a:lnTo>
                    <a:pt x="13758" y="8161"/>
                  </a:lnTo>
                  <a:lnTo>
                    <a:pt x="13758" y="298"/>
                  </a:lnTo>
                  <a:cubicBezTo>
                    <a:pt x="13758" y="124"/>
                    <a:pt x="13635" y="1"/>
                    <a:pt x="13460" y="1"/>
                  </a:cubicBezTo>
                  <a:lnTo>
                    <a:pt x="8632" y="1"/>
                  </a:lnTo>
                  <a:cubicBezTo>
                    <a:pt x="7996" y="1"/>
                    <a:pt x="7350" y="257"/>
                    <a:pt x="6879" y="728"/>
                  </a:cubicBezTo>
                  <a:cubicBezTo>
                    <a:pt x="6407" y="257"/>
                    <a:pt x="5772" y="1"/>
                    <a:pt x="512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98"/>
          <p:cNvGrpSpPr/>
          <p:nvPr/>
        </p:nvGrpSpPr>
        <p:grpSpPr>
          <a:xfrm>
            <a:off x="4035838" y="2520150"/>
            <a:ext cx="343975" cy="345000"/>
            <a:chOff x="4035838" y="2520150"/>
            <a:chExt cx="343975" cy="345000"/>
          </a:xfrm>
        </p:grpSpPr>
        <p:sp>
          <p:nvSpPr>
            <p:cNvPr id="1415" name="Google Shape;1415;p98"/>
            <p:cNvSpPr/>
            <p:nvPr/>
          </p:nvSpPr>
          <p:spPr>
            <a:xfrm>
              <a:off x="4243188" y="2565000"/>
              <a:ext cx="37175" cy="15150"/>
            </a:xfrm>
            <a:custGeom>
              <a:avLst/>
              <a:gdLst/>
              <a:ahLst/>
              <a:cxnLst/>
              <a:rect l="l" t="t" r="r" b="b"/>
              <a:pathLst>
                <a:path w="1487" h="606" extrusionOk="0">
                  <a:moveTo>
                    <a:pt x="298" y="1"/>
                  </a:moveTo>
                  <a:cubicBezTo>
                    <a:pt x="123" y="1"/>
                    <a:pt x="0" y="175"/>
                    <a:pt x="41" y="349"/>
                  </a:cubicBezTo>
                  <a:cubicBezTo>
                    <a:pt x="41" y="472"/>
                    <a:pt x="164" y="606"/>
                    <a:pt x="339" y="606"/>
                  </a:cubicBezTo>
                  <a:lnTo>
                    <a:pt x="1189" y="606"/>
                  </a:lnTo>
                  <a:cubicBezTo>
                    <a:pt x="1364" y="606"/>
                    <a:pt x="1487" y="431"/>
                    <a:pt x="1487" y="257"/>
                  </a:cubicBezTo>
                  <a:cubicBezTo>
                    <a:pt x="1446" y="93"/>
                    <a:pt x="1323" y="1"/>
                    <a:pt x="118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98"/>
            <p:cNvSpPr/>
            <p:nvPr/>
          </p:nvSpPr>
          <p:spPr>
            <a:xfrm>
              <a:off x="4243188" y="2608825"/>
              <a:ext cx="37175" cy="15150"/>
            </a:xfrm>
            <a:custGeom>
              <a:avLst/>
              <a:gdLst/>
              <a:ahLst/>
              <a:cxnLst/>
              <a:rect l="l" t="t" r="r" b="b"/>
              <a:pathLst>
                <a:path w="1487" h="606" extrusionOk="0">
                  <a:moveTo>
                    <a:pt x="298" y="1"/>
                  </a:moveTo>
                  <a:cubicBezTo>
                    <a:pt x="123" y="1"/>
                    <a:pt x="0" y="175"/>
                    <a:pt x="41" y="349"/>
                  </a:cubicBezTo>
                  <a:cubicBezTo>
                    <a:pt x="41" y="472"/>
                    <a:pt x="164" y="606"/>
                    <a:pt x="339" y="606"/>
                  </a:cubicBezTo>
                  <a:lnTo>
                    <a:pt x="1189" y="606"/>
                  </a:lnTo>
                  <a:cubicBezTo>
                    <a:pt x="1364" y="606"/>
                    <a:pt x="1487" y="431"/>
                    <a:pt x="1487" y="257"/>
                  </a:cubicBezTo>
                  <a:cubicBezTo>
                    <a:pt x="1446" y="93"/>
                    <a:pt x="1323" y="1"/>
                    <a:pt x="1189"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98"/>
            <p:cNvSpPr/>
            <p:nvPr/>
          </p:nvSpPr>
          <p:spPr>
            <a:xfrm>
              <a:off x="4243188" y="2652650"/>
              <a:ext cx="37175" cy="14900"/>
            </a:xfrm>
            <a:custGeom>
              <a:avLst/>
              <a:gdLst/>
              <a:ahLst/>
              <a:cxnLst/>
              <a:rect l="l" t="t" r="r" b="b"/>
              <a:pathLst>
                <a:path w="1487" h="596" extrusionOk="0">
                  <a:moveTo>
                    <a:pt x="298" y="1"/>
                  </a:moveTo>
                  <a:cubicBezTo>
                    <a:pt x="123" y="1"/>
                    <a:pt x="0" y="175"/>
                    <a:pt x="41" y="339"/>
                  </a:cubicBezTo>
                  <a:cubicBezTo>
                    <a:pt x="41" y="472"/>
                    <a:pt x="164" y="596"/>
                    <a:pt x="339" y="596"/>
                  </a:cubicBezTo>
                  <a:lnTo>
                    <a:pt x="1189" y="596"/>
                  </a:lnTo>
                  <a:cubicBezTo>
                    <a:pt x="1364" y="596"/>
                    <a:pt x="1487" y="431"/>
                    <a:pt x="1487" y="257"/>
                  </a:cubicBezTo>
                  <a:cubicBezTo>
                    <a:pt x="1446" y="83"/>
                    <a:pt x="1323" y="1"/>
                    <a:pt x="118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98"/>
            <p:cNvSpPr/>
            <p:nvPr/>
          </p:nvSpPr>
          <p:spPr>
            <a:xfrm>
              <a:off x="4134263" y="2565000"/>
              <a:ext cx="37175" cy="15150"/>
            </a:xfrm>
            <a:custGeom>
              <a:avLst/>
              <a:gdLst/>
              <a:ahLst/>
              <a:cxnLst/>
              <a:rect l="l" t="t" r="r" b="b"/>
              <a:pathLst>
                <a:path w="1487" h="606" extrusionOk="0">
                  <a:moveTo>
                    <a:pt x="298" y="1"/>
                  </a:moveTo>
                  <a:cubicBezTo>
                    <a:pt x="123" y="1"/>
                    <a:pt x="0" y="175"/>
                    <a:pt x="0" y="349"/>
                  </a:cubicBezTo>
                  <a:cubicBezTo>
                    <a:pt x="41" y="472"/>
                    <a:pt x="164" y="606"/>
                    <a:pt x="298" y="606"/>
                  </a:cubicBezTo>
                  <a:lnTo>
                    <a:pt x="1190" y="606"/>
                  </a:lnTo>
                  <a:cubicBezTo>
                    <a:pt x="1364" y="606"/>
                    <a:pt x="1487" y="431"/>
                    <a:pt x="1446" y="257"/>
                  </a:cubicBezTo>
                  <a:cubicBezTo>
                    <a:pt x="1446" y="93"/>
                    <a:pt x="1323" y="1"/>
                    <a:pt x="1149"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98"/>
            <p:cNvSpPr/>
            <p:nvPr/>
          </p:nvSpPr>
          <p:spPr>
            <a:xfrm>
              <a:off x="4134263" y="2608825"/>
              <a:ext cx="37175" cy="15150"/>
            </a:xfrm>
            <a:custGeom>
              <a:avLst/>
              <a:gdLst/>
              <a:ahLst/>
              <a:cxnLst/>
              <a:rect l="l" t="t" r="r" b="b"/>
              <a:pathLst>
                <a:path w="1487" h="606" extrusionOk="0">
                  <a:moveTo>
                    <a:pt x="298" y="1"/>
                  </a:moveTo>
                  <a:cubicBezTo>
                    <a:pt x="123" y="1"/>
                    <a:pt x="0" y="175"/>
                    <a:pt x="0" y="349"/>
                  </a:cubicBezTo>
                  <a:cubicBezTo>
                    <a:pt x="41" y="472"/>
                    <a:pt x="164" y="606"/>
                    <a:pt x="298" y="606"/>
                  </a:cubicBezTo>
                  <a:lnTo>
                    <a:pt x="1190" y="606"/>
                  </a:lnTo>
                  <a:cubicBezTo>
                    <a:pt x="1364" y="606"/>
                    <a:pt x="1487" y="431"/>
                    <a:pt x="1446" y="257"/>
                  </a:cubicBezTo>
                  <a:cubicBezTo>
                    <a:pt x="1446" y="93"/>
                    <a:pt x="1323" y="1"/>
                    <a:pt x="114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98"/>
            <p:cNvSpPr/>
            <p:nvPr/>
          </p:nvSpPr>
          <p:spPr>
            <a:xfrm>
              <a:off x="4134263" y="2652650"/>
              <a:ext cx="37175" cy="14900"/>
            </a:xfrm>
            <a:custGeom>
              <a:avLst/>
              <a:gdLst/>
              <a:ahLst/>
              <a:cxnLst/>
              <a:rect l="l" t="t" r="r" b="b"/>
              <a:pathLst>
                <a:path w="1487" h="596" extrusionOk="0">
                  <a:moveTo>
                    <a:pt x="298" y="1"/>
                  </a:moveTo>
                  <a:cubicBezTo>
                    <a:pt x="123" y="1"/>
                    <a:pt x="0" y="175"/>
                    <a:pt x="0" y="339"/>
                  </a:cubicBezTo>
                  <a:cubicBezTo>
                    <a:pt x="41" y="472"/>
                    <a:pt x="164" y="596"/>
                    <a:pt x="298" y="596"/>
                  </a:cubicBezTo>
                  <a:lnTo>
                    <a:pt x="1190" y="596"/>
                  </a:lnTo>
                  <a:cubicBezTo>
                    <a:pt x="1364" y="596"/>
                    <a:pt x="1487" y="431"/>
                    <a:pt x="1446" y="257"/>
                  </a:cubicBezTo>
                  <a:cubicBezTo>
                    <a:pt x="1446" y="83"/>
                    <a:pt x="1323" y="1"/>
                    <a:pt x="1149"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98"/>
            <p:cNvSpPr/>
            <p:nvPr/>
          </p:nvSpPr>
          <p:spPr>
            <a:xfrm>
              <a:off x="4035838" y="2520150"/>
              <a:ext cx="343975" cy="345000"/>
            </a:xfrm>
            <a:custGeom>
              <a:avLst/>
              <a:gdLst/>
              <a:ahLst/>
              <a:cxnLst/>
              <a:rect l="l" t="t" r="r" b="b"/>
              <a:pathLst>
                <a:path w="13759" h="13800" extrusionOk="0">
                  <a:moveTo>
                    <a:pt x="5127" y="606"/>
                  </a:moveTo>
                  <a:cubicBezTo>
                    <a:pt x="5680" y="606"/>
                    <a:pt x="6193" y="862"/>
                    <a:pt x="6582" y="1282"/>
                  </a:cubicBezTo>
                  <a:lnTo>
                    <a:pt x="6582" y="7525"/>
                  </a:lnTo>
                  <a:cubicBezTo>
                    <a:pt x="6152" y="7228"/>
                    <a:pt x="5639" y="7054"/>
                    <a:pt x="5127" y="7054"/>
                  </a:cubicBezTo>
                  <a:lnTo>
                    <a:pt x="2779" y="7054"/>
                  </a:lnTo>
                  <a:lnTo>
                    <a:pt x="2779" y="606"/>
                  </a:lnTo>
                  <a:close/>
                  <a:moveTo>
                    <a:pt x="10939" y="606"/>
                  </a:moveTo>
                  <a:lnTo>
                    <a:pt x="10939" y="7054"/>
                  </a:lnTo>
                  <a:lnTo>
                    <a:pt x="8633" y="7054"/>
                  </a:lnTo>
                  <a:cubicBezTo>
                    <a:pt x="8079" y="7054"/>
                    <a:pt x="7566" y="7228"/>
                    <a:pt x="7177" y="7525"/>
                  </a:cubicBezTo>
                  <a:lnTo>
                    <a:pt x="7177" y="1282"/>
                  </a:lnTo>
                  <a:cubicBezTo>
                    <a:pt x="7525" y="862"/>
                    <a:pt x="8079" y="606"/>
                    <a:pt x="8633" y="606"/>
                  </a:cubicBezTo>
                  <a:close/>
                  <a:moveTo>
                    <a:pt x="12139" y="2871"/>
                  </a:moveTo>
                  <a:cubicBezTo>
                    <a:pt x="12436" y="2871"/>
                    <a:pt x="12692" y="3076"/>
                    <a:pt x="12692" y="3384"/>
                  </a:cubicBezTo>
                  <a:lnTo>
                    <a:pt x="12692" y="10980"/>
                  </a:lnTo>
                  <a:lnTo>
                    <a:pt x="1026" y="10980"/>
                  </a:lnTo>
                  <a:lnTo>
                    <a:pt x="1026" y="3384"/>
                  </a:lnTo>
                  <a:cubicBezTo>
                    <a:pt x="1026" y="3076"/>
                    <a:pt x="1282" y="2871"/>
                    <a:pt x="1539" y="2871"/>
                  </a:cubicBezTo>
                  <a:lnTo>
                    <a:pt x="2184" y="2871"/>
                  </a:lnTo>
                  <a:lnTo>
                    <a:pt x="2184" y="7351"/>
                  </a:lnTo>
                  <a:cubicBezTo>
                    <a:pt x="2184" y="7484"/>
                    <a:pt x="2307" y="7649"/>
                    <a:pt x="2482" y="7649"/>
                  </a:cubicBezTo>
                  <a:lnTo>
                    <a:pt x="5045" y="7649"/>
                  </a:lnTo>
                  <a:cubicBezTo>
                    <a:pt x="5680" y="7649"/>
                    <a:pt x="6244" y="7905"/>
                    <a:pt x="6623" y="8376"/>
                  </a:cubicBezTo>
                  <a:cubicBezTo>
                    <a:pt x="6664" y="8458"/>
                    <a:pt x="6757" y="8510"/>
                    <a:pt x="6839" y="8510"/>
                  </a:cubicBezTo>
                  <a:cubicBezTo>
                    <a:pt x="6962" y="8510"/>
                    <a:pt x="7054" y="8458"/>
                    <a:pt x="7095" y="8376"/>
                  </a:cubicBezTo>
                  <a:cubicBezTo>
                    <a:pt x="7433" y="7905"/>
                    <a:pt x="7987" y="7649"/>
                    <a:pt x="8592" y="7649"/>
                  </a:cubicBezTo>
                  <a:lnTo>
                    <a:pt x="11237" y="7649"/>
                  </a:lnTo>
                  <a:cubicBezTo>
                    <a:pt x="11411" y="7649"/>
                    <a:pt x="11534" y="7484"/>
                    <a:pt x="11534" y="7351"/>
                  </a:cubicBezTo>
                  <a:lnTo>
                    <a:pt x="11534" y="2871"/>
                  </a:lnTo>
                  <a:close/>
                  <a:moveTo>
                    <a:pt x="13164" y="11585"/>
                  </a:moveTo>
                  <a:lnTo>
                    <a:pt x="13164" y="12303"/>
                  </a:lnTo>
                  <a:cubicBezTo>
                    <a:pt x="13164" y="12774"/>
                    <a:pt x="12733" y="13205"/>
                    <a:pt x="12262" y="13205"/>
                  </a:cubicBezTo>
                  <a:lnTo>
                    <a:pt x="1498" y="13205"/>
                  </a:lnTo>
                  <a:cubicBezTo>
                    <a:pt x="985" y="13205"/>
                    <a:pt x="554" y="12774"/>
                    <a:pt x="554" y="12303"/>
                  </a:cubicBezTo>
                  <a:lnTo>
                    <a:pt x="554" y="11585"/>
                  </a:lnTo>
                  <a:close/>
                  <a:moveTo>
                    <a:pt x="2482" y="1"/>
                  </a:moveTo>
                  <a:cubicBezTo>
                    <a:pt x="2307" y="1"/>
                    <a:pt x="2184" y="134"/>
                    <a:pt x="2184" y="308"/>
                  </a:cubicBezTo>
                  <a:lnTo>
                    <a:pt x="2184" y="2266"/>
                  </a:lnTo>
                  <a:lnTo>
                    <a:pt x="1539" y="2266"/>
                  </a:lnTo>
                  <a:cubicBezTo>
                    <a:pt x="944" y="2266"/>
                    <a:pt x="431" y="2738"/>
                    <a:pt x="431" y="3384"/>
                  </a:cubicBezTo>
                  <a:lnTo>
                    <a:pt x="431" y="10980"/>
                  </a:lnTo>
                  <a:lnTo>
                    <a:pt x="257" y="10980"/>
                  </a:lnTo>
                  <a:cubicBezTo>
                    <a:pt x="134" y="10980"/>
                    <a:pt x="1" y="11113"/>
                    <a:pt x="1" y="11278"/>
                  </a:cubicBezTo>
                  <a:lnTo>
                    <a:pt x="1" y="12303"/>
                  </a:lnTo>
                  <a:cubicBezTo>
                    <a:pt x="1" y="13123"/>
                    <a:pt x="647" y="13799"/>
                    <a:pt x="1498" y="13799"/>
                  </a:cubicBezTo>
                  <a:lnTo>
                    <a:pt x="12262" y="13799"/>
                  </a:lnTo>
                  <a:cubicBezTo>
                    <a:pt x="13072" y="13799"/>
                    <a:pt x="13758" y="13123"/>
                    <a:pt x="13758" y="12303"/>
                  </a:cubicBezTo>
                  <a:lnTo>
                    <a:pt x="13758" y="11278"/>
                  </a:lnTo>
                  <a:cubicBezTo>
                    <a:pt x="13758" y="11113"/>
                    <a:pt x="13625" y="10980"/>
                    <a:pt x="13461" y="10980"/>
                  </a:cubicBezTo>
                  <a:lnTo>
                    <a:pt x="13287" y="10980"/>
                  </a:lnTo>
                  <a:lnTo>
                    <a:pt x="13287" y="3384"/>
                  </a:lnTo>
                  <a:cubicBezTo>
                    <a:pt x="13287" y="2738"/>
                    <a:pt x="12774" y="2266"/>
                    <a:pt x="12139" y="2266"/>
                  </a:cubicBezTo>
                  <a:lnTo>
                    <a:pt x="11534" y="2266"/>
                  </a:lnTo>
                  <a:lnTo>
                    <a:pt x="11534" y="308"/>
                  </a:lnTo>
                  <a:cubicBezTo>
                    <a:pt x="11534" y="134"/>
                    <a:pt x="11411" y="1"/>
                    <a:pt x="11237" y="1"/>
                  </a:cubicBezTo>
                  <a:lnTo>
                    <a:pt x="8592" y="1"/>
                  </a:lnTo>
                  <a:cubicBezTo>
                    <a:pt x="7946" y="1"/>
                    <a:pt x="7310" y="308"/>
                    <a:pt x="6839" y="729"/>
                  </a:cubicBezTo>
                  <a:cubicBezTo>
                    <a:pt x="6408" y="308"/>
                    <a:pt x="5772" y="1"/>
                    <a:pt x="508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98"/>
            <p:cNvSpPr/>
            <p:nvPr/>
          </p:nvSpPr>
          <p:spPr>
            <a:xfrm>
              <a:off x="4139388" y="2756200"/>
              <a:ext cx="135850" cy="15150"/>
            </a:xfrm>
            <a:custGeom>
              <a:avLst/>
              <a:gdLst/>
              <a:ahLst/>
              <a:cxnLst/>
              <a:rect l="l" t="t" r="r" b="b"/>
              <a:pathLst>
                <a:path w="5434" h="606" extrusionOk="0">
                  <a:moveTo>
                    <a:pt x="308" y="1"/>
                  </a:moveTo>
                  <a:cubicBezTo>
                    <a:pt x="134" y="1"/>
                    <a:pt x="0" y="175"/>
                    <a:pt x="0" y="349"/>
                  </a:cubicBezTo>
                  <a:cubicBezTo>
                    <a:pt x="52" y="513"/>
                    <a:pt x="175" y="605"/>
                    <a:pt x="308" y="605"/>
                  </a:cubicBezTo>
                  <a:lnTo>
                    <a:pt x="5126" y="605"/>
                  </a:lnTo>
                  <a:cubicBezTo>
                    <a:pt x="5300" y="605"/>
                    <a:pt x="5434" y="472"/>
                    <a:pt x="5434" y="257"/>
                  </a:cubicBezTo>
                  <a:cubicBezTo>
                    <a:pt x="5383" y="134"/>
                    <a:pt x="5259" y="1"/>
                    <a:pt x="512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3" name="Google Shape;1423;p98"/>
          <p:cNvGrpSpPr/>
          <p:nvPr/>
        </p:nvGrpSpPr>
        <p:grpSpPr>
          <a:xfrm>
            <a:off x="5596113" y="2520150"/>
            <a:ext cx="293750" cy="345000"/>
            <a:chOff x="5596113" y="2520150"/>
            <a:chExt cx="293750" cy="345000"/>
          </a:xfrm>
        </p:grpSpPr>
        <p:sp>
          <p:nvSpPr>
            <p:cNvPr id="1424" name="Google Shape;1424;p98"/>
            <p:cNvSpPr/>
            <p:nvPr/>
          </p:nvSpPr>
          <p:spPr>
            <a:xfrm>
              <a:off x="5768088" y="2747750"/>
              <a:ext cx="70500" cy="70500"/>
            </a:xfrm>
            <a:custGeom>
              <a:avLst/>
              <a:gdLst/>
              <a:ahLst/>
              <a:cxnLst/>
              <a:rect l="l" t="t" r="r" b="b"/>
              <a:pathLst>
                <a:path w="2820" h="2820" extrusionOk="0">
                  <a:moveTo>
                    <a:pt x="2389" y="0"/>
                  </a:moveTo>
                  <a:lnTo>
                    <a:pt x="1" y="2389"/>
                  </a:lnTo>
                  <a:lnTo>
                    <a:pt x="421" y="2819"/>
                  </a:lnTo>
                  <a:lnTo>
                    <a:pt x="2820" y="431"/>
                  </a:lnTo>
                  <a:lnTo>
                    <a:pt x="2389"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98"/>
            <p:cNvSpPr/>
            <p:nvPr/>
          </p:nvSpPr>
          <p:spPr>
            <a:xfrm>
              <a:off x="5596113" y="2565000"/>
              <a:ext cx="244525" cy="300150"/>
            </a:xfrm>
            <a:custGeom>
              <a:avLst/>
              <a:gdLst/>
              <a:ahLst/>
              <a:cxnLst/>
              <a:rect l="l" t="t" r="r" b="b"/>
              <a:pathLst>
                <a:path w="9781" h="12006" extrusionOk="0">
                  <a:moveTo>
                    <a:pt x="9186" y="10211"/>
                  </a:moveTo>
                  <a:lnTo>
                    <a:pt x="9186" y="10816"/>
                  </a:lnTo>
                  <a:lnTo>
                    <a:pt x="9186" y="11411"/>
                  </a:lnTo>
                  <a:lnTo>
                    <a:pt x="1241" y="11411"/>
                  </a:lnTo>
                  <a:cubicBezTo>
                    <a:pt x="893" y="11411"/>
                    <a:pt x="637" y="11154"/>
                    <a:pt x="637" y="10857"/>
                  </a:cubicBezTo>
                  <a:cubicBezTo>
                    <a:pt x="596" y="10509"/>
                    <a:pt x="893" y="10211"/>
                    <a:pt x="1190" y="10211"/>
                  </a:cubicBezTo>
                  <a:close/>
                  <a:moveTo>
                    <a:pt x="1149" y="1"/>
                  </a:moveTo>
                  <a:cubicBezTo>
                    <a:pt x="514" y="1"/>
                    <a:pt x="1" y="514"/>
                    <a:pt x="1" y="1200"/>
                  </a:cubicBezTo>
                  <a:lnTo>
                    <a:pt x="1" y="10816"/>
                  </a:lnTo>
                  <a:cubicBezTo>
                    <a:pt x="1" y="11452"/>
                    <a:pt x="555" y="12005"/>
                    <a:pt x="1190" y="12005"/>
                  </a:cubicBezTo>
                  <a:lnTo>
                    <a:pt x="9484" y="12005"/>
                  </a:lnTo>
                  <a:cubicBezTo>
                    <a:pt x="9648" y="12005"/>
                    <a:pt x="9781" y="11882"/>
                    <a:pt x="9781" y="11708"/>
                  </a:cubicBezTo>
                  <a:lnTo>
                    <a:pt x="9781" y="10816"/>
                  </a:lnTo>
                  <a:lnTo>
                    <a:pt x="9781" y="9914"/>
                  </a:lnTo>
                  <a:lnTo>
                    <a:pt x="9781" y="3804"/>
                  </a:lnTo>
                  <a:lnTo>
                    <a:pt x="9186" y="3804"/>
                  </a:lnTo>
                  <a:lnTo>
                    <a:pt x="9186" y="9658"/>
                  </a:lnTo>
                  <a:lnTo>
                    <a:pt x="1190" y="9658"/>
                  </a:lnTo>
                  <a:cubicBezTo>
                    <a:pt x="985" y="9658"/>
                    <a:pt x="770" y="9699"/>
                    <a:pt x="596" y="9791"/>
                  </a:cubicBezTo>
                  <a:lnTo>
                    <a:pt x="596" y="1200"/>
                  </a:lnTo>
                  <a:cubicBezTo>
                    <a:pt x="596" y="862"/>
                    <a:pt x="852" y="606"/>
                    <a:pt x="1149" y="606"/>
                  </a:cubicBezTo>
                  <a:lnTo>
                    <a:pt x="6275" y="606"/>
                  </a:lnTo>
                  <a:lnTo>
                    <a:pt x="6275"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98"/>
            <p:cNvSpPr/>
            <p:nvPr/>
          </p:nvSpPr>
          <p:spPr>
            <a:xfrm>
              <a:off x="5661213" y="2619600"/>
              <a:ext cx="100500" cy="14900"/>
            </a:xfrm>
            <a:custGeom>
              <a:avLst/>
              <a:gdLst/>
              <a:ahLst/>
              <a:cxnLst/>
              <a:rect l="l" t="t" r="r" b="b"/>
              <a:pathLst>
                <a:path w="4020" h="596" extrusionOk="0">
                  <a:moveTo>
                    <a:pt x="339" y="0"/>
                  </a:moveTo>
                  <a:cubicBezTo>
                    <a:pt x="175" y="0"/>
                    <a:pt x="1" y="175"/>
                    <a:pt x="42" y="339"/>
                  </a:cubicBezTo>
                  <a:cubicBezTo>
                    <a:pt x="42" y="513"/>
                    <a:pt x="216" y="595"/>
                    <a:pt x="339" y="595"/>
                  </a:cubicBezTo>
                  <a:lnTo>
                    <a:pt x="3712" y="595"/>
                  </a:lnTo>
                  <a:cubicBezTo>
                    <a:pt x="3886" y="595"/>
                    <a:pt x="4019" y="431"/>
                    <a:pt x="3968" y="257"/>
                  </a:cubicBezTo>
                  <a:cubicBezTo>
                    <a:pt x="3968" y="124"/>
                    <a:pt x="3845" y="0"/>
                    <a:pt x="367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98"/>
            <p:cNvSpPr/>
            <p:nvPr/>
          </p:nvSpPr>
          <p:spPr>
            <a:xfrm>
              <a:off x="5688888" y="2663425"/>
              <a:ext cx="60000" cy="14900"/>
            </a:xfrm>
            <a:custGeom>
              <a:avLst/>
              <a:gdLst/>
              <a:ahLst/>
              <a:cxnLst/>
              <a:rect l="l" t="t" r="r" b="b"/>
              <a:pathLst>
                <a:path w="2400" h="596" extrusionOk="0">
                  <a:moveTo>
                    <a:pt x="298" y="0"/>
                  </a:moveTo>
                  <a:cubicBezTo>
                    <a:pt x="134" y="0"/>
                    <a:pt x="1" y="165"/>
                    <a:pt x="42" y="339"/>
                  </a:cubicBezTo>
                  <a:cubicBezTo>
                    <a:pt x="42" y="472"/>
                    <a:pt x="175" y="595"/>
                    <a:pt x="350" y="595"/>
                  </a:cubicBezTo>
                  <a:lnTo>
                    <a:pt x="2051" y="595"/>
                  </a:lnTo>
                  <a:cubicBezTo>
                    <a:pt x="2267" y="595"/>
                    <a:pt x="2400" y="421"/>
                    <a:pt x="2349" y="257"/>
                  </a:cubicBezTo>
                  <a:cubicBezTo>
                    <a:pt x="2349" y="82"/>
                    <a:pt x="2226" y="0"/>
                    <a:pt x="205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98"/>
            <p:cNvSpPr/>
            <p:nvPr/>
          </p:nvSpPr>
          <p:spPr>
            <a:xfrm>
              <a:off x="5732713" y="2520150"/>
              <a:ext cx="157150" cy="158175"/>
            </a:xfrm>
            <a:custGeom>
              <a:avLst/>
              <a:gdLst/>
              <a:ahLst/>
              <a:cxnLst/>
              <a:rect l="l" t="t" r="r" b="b"/>
              <a:pathLst>
                <a:path w="6286" h="6327" extrusionOk="0">
                  <a:moveTo>
                    <a:pt x="3158" y="606"/>
                  </a:moveTo>
                  <a:cubicBezTo>
                    <a:pt x="3507" y="606"/>
                    <a:pt x="3722" y="821"/>
                    <a:pt x="3845" y="1026"/>
                  </a:cubicBezTo>
                  <a:cubicBezTo>
                    <a:pt x="3907" y="1127"/>
                    <a:pt x="3998" y="1175"/>
                    <a:pt x="4092" y="1175"/>
                  </a:cubicBezTo>
                  <a:cubicBezTo>
                    <a:pt x="4122" y="1175"/>
                    <a:pt x="4153" y="1169"/>
                    <a:pt x="4184" y="1159"/>
                  </a:cubicBezTo>
                  <a:cubicBezTo>
                    <a:pt x="4252" y="1150"/>
                    <a:pt x="4318" y="1145"/>
                    <a:pt x="4381" y="1145"/>
                  </a:cubicBezTo>
                  <a:cubicBezTo>
                    <a:pt x="4603" y="1145"/>
                    <a:pt x="4793" y="1207"/>
                    <a:pt x="4952" y="1375"/>
                  </a:cubicBezTo>
                  <a:cubicBezTo>
                    <a:pt x="5168" y="1590"/>
                    <a:pt x="5260" y="1887"/>
                    <a:pt x="5168" y="2143"/>
                  </a:cubicBezTo>
                  <a:cubicBezTo>
                    <a:pt x="5127" y="2266"/>
                    <a:pt x="5168" y="2441"/>
                    <a:pt x="5301" y="2482"/>
                  </a:cubicBezTo>
                  <a:cubicBezTo>
                    <a:pt x="5557" y="2656"/>
                    <a:pt x="5721" y="2912"/>
                    <a:pt x="5721" y="3169"/>
                  </a:cubicBezTo>
                  <a:cubicBezTo>
                    <a:pt x="5721" y="3466"/>
                    <a:pt x="5557" y="3722"/>
                    <a:pt x="5301" y="3896"/>
                  </a:cubicBezTo>
                  <a:cubicBezTo>
                    <a:pt x="5168" y="3937"/>
                    <a:pt x="5127" y="4060"/>
                    <a:pt x="5168" y="4194"/>
                  </a:cubicBezTo>
                  <a:cubicBezTo>
                    <a:pt x="5260" y="4491"/>
                    <a:pt x="5168" y="4788"/>
                    <a:pt x="4952" y="5004"/>
                  </a:cubicBezTo>
                  <a:cubicBezTo>
                    <a:pt x="4802" y="5132"/>
                    <a:pt x="4596" y="5210"/>
                    <a:pt x="4396" y="5210"/>
                  </a:cubicBezTo>
                  <a:cubicBezTo>
                    <a:pt x="4323" y="5210"/>
                    <a:pt x="4252" y="5200"/>
                    <a:pt x="4184" y="5178"/>
                  </a:cubicBezTo>
                  <a:cubicBezTo>
                    <a:pt x="4061" y="5178"/>
                    <a:pt x="3927" y="5219"/>
                    <a:pt x="3845" y="5342"/>
                  </a:cubicBezTo>
                  <a:cubicBezTo>
                    <a:pt x="3722" y="5598"/>
                    <a:pt x="3466" y="5731"/>
                    <a:pt x="3158" y="5731"/>
                  </a:cubicBezTo>
                  <a:cubicBezTo>
                    <a:pt x="2861" y="5731"/>
                    <a:pt x="2605" y="5598"/>
                    <a:pt x="2482" y="5342"/>
                  </a:cubicBezTo>
                  <a:cubicBezTo>
                    <a:pt x="2390" y="5219"/>
                    <a:pt x="2308" y="5178"/>
                    <a:pt x="2226" y="5178"/>
                  </a:cubicBezTo>
                  <a:lnTo>
                    <a:pt x="2133" y="5178"/>
                  </a:lnTo>
                  <a:cubicBezTo>
                    <a:pt x="2054" y="5200"/>
                    <a:pt x="1978" y="5210"/>
                    <a:pt x="1905" y="5210"/>
                  </a:cubicBezTo>
                  <a:cubicBezTo>
                    <a:pt x="1703" y="5210"/>
                    <a:pt x="1523" y="5132"/>
                    <a:pt x="1364" y="5004"/>
                  </a:cubicBezTo>
                  <a:cubicBezTo>
                    <a:pt x="1159" y="4788"/>
                    <a:pt x="1067" y="4491"/>
                    <a:pt x="1159" y="4194"/>
                  </a:cubicBezTo>
                  <a:cubicBezTo>
                    <a:pt x="1200" y="4060"/>
                    <a:pt x="1108" y="3937"/>
                    <a:pt x="1026" y="3896"/>
                  </a:cubicBezTo>
                  <a:cubicBezTo>
                    <a:pt x="770" y="3722"/>
                    <a:pt x="596" y="3466"/>
                    <a:pt x="596" y="3169"/>
                  </a:cubicBezTo>
                  <a:cubicBezTo>
                    <a:pt x="596" y="2912"/>
                    <a:pt x="770" y="2656"/>
                    <a:pt x="1026" y="2482"/>
                  </a:cubicBezTo>
                  <a:cubicBezTo>
                    <a:pt x="1108" y="2441"/>
                    <a:pt x="1200" y="2266"/>
                    <a:pt x="1159" y="2143"/>
                  </a:cubicBezTo>
                  <a:cubicBezTo>
                    <a:pt x="1067" y="1887"/>
                    <a:pt x="1159" y="1590"/>
                    <a:pt x="1364" y="1375"/>
                  </a:cubicBezTo>
                  <a:cubicBezTo>
                    <a:pt x="1532" y="1207"/>
                    <a:pt x="1724" y="1145"/>
                    <a:pt x="1941" y="1145"/>
                  </a:cubicBezTo>
                  <a:cubicBezTo>
                    <a:pt x="2003" y="1145"/>
                    <a:pt x="2067" y="1150"/>
                    <a:pt x="2133" y="1159"/>
                  </a:cubicBezTo>
                  <a:cubicBezTo>
                    <a:pt x="2166" y="1169"/>
                    <a:pt x="2198" y="1175"/>
                    <a:pt x="2230" y="1175"/>
                  </a:cubicBezTo>
                  <a:cubicBezTo>
                    <a:pt x="2325" y="1175"/>
                    <a:pt x="2412" y="1127"/>
                    <a:pt x="2482" y="1026"/>
                  </a:cubicBezTo>
                  <a:cubicBezTo>
                    <a:pt x="2605" y="770"/>
                    <a:pt x="2902" y="606"/>
                    <a:pt x="3158" y="606"/>
                  </a:cubicBezTo>
                  <a:close/>
                  <a:moveTo>
                    <a:pt x="3210" y="1"/>
                  </a:moveTo>
                  <a:cubicBezTo>
                    <a:pt x="2779" y="1"/>
                    <a:pt x="2349" y="216"/>
                    <a:pt x="2051" y="565"/>
                  </a:cubicBezTo>
                  <a:cubicBezTo>
                    <a:pt x="1998" y="558"/>
                    <a:pt x="1944" y="554"/>
                    <a:pt x="1889" y="554"/>
                  </a:cubicBezTo>
                  <a:cubicBezTo>
                    <a:pt x="1554" y="554"/>
                    <a:pt x="1200" y="688"/>
                    <a:pt x="944" y="944"/>
                  </a:cubicBezTo>
                  <a:cubicBezTo>
                    <a:pt x="647" y="1282"/>
                    <a:pt x="473" y="1672"/>
                    <a:pt x="555" y="2102"/>
                  </a:cubicBezTo>
                  <a:cubicBezTo>
                    <a:pt x="216" y="2359"/>
                    <a:pt x="1" y="2738"/>
                    <a:pt x="1" y="3169"/>
                  </a:cubicBezTo>
                  <a:cubicBezTo>
                    <a:pt x="1" y="3589"/>
                    <a:pt x="216" y="4019"/>
                    <a:pt x="555" y="4276"/>
                  </a:cubicBezTo>
                  <a:cubicBezTo>
                    <a:pt x="473" y="4706"/>
                    <a:pt x="647" y="5086"/>
                    <a:pt x="944" y="5383"/>
                  </a:cubicBezTo>
                  <a:cubicBezTo>
                    <a:pt x="1211" y="5659"/>
                    <a:pt x="1586" y="5820"/>
                    <a:pt x="1964" y="5820"/>
                  </a:cubicBezTo>
                  <a:cubicBezTo>
                    <a:pt x="2007" y="5820"/>
                    <a:pt x="2050" y="5818"/>
                    <a:pt x="2092" y="5813"/>
                  </a:cubicBezTo>
                  <a:cubicBezTo>
                    <a:pt x="2349" y="6111"/>
                    <a:pt x="2738" y="6326"/>
                    <a:pt x="3158" y="6326"/>
                  </a:cubicBezTo>
                  <a:cubicBezTo>
                    <a:pt x="3589" y="6326"/>
                    <a:pt x="3979" y="6111"/>
                    <a:pt x="4235" y="5813"/>
                  </a:cubicBezTo>
                  <a:cubicBezTo>
                    <a:pt x="4278" y="5818"/>
                    <a:pt x="4320" y="5820"/>
                    <a:pt x="4363" y="5820"/>
                  </a:cubicBezTo>
                  <a:cubicBezTo>
                    <a:pt x="4741" y="5820"/>
                    <a:pt x="5116" y="5659"/>
                    <a:pt x="5383" y="5383"/>
                  </a:cubicBezTo>
                  <a:cubicBezTo>
                    <a:pt x="5680" y="5086"/>
                    <a:pt x="5814" y="4706"/>
                    <a:pt x="5773" y="4276"/>
                  </a:cubicBezTo>
                  <a:cubicBezTo>
                    <a:pt x="6111" y="4019"/>
                    <a:pt x="6285" y="3589"/>
                    <a:pt x="6285" y="3169"/>
                  </a:cubicBezTo>
                  <a:cubicBezTo>
                    <a:pt x="6285" y="2738"/>
                    <a:pt x="6111" y="2359"/>
                    <a:pt x="5773" y="2102"/>
                  </a:cubicBezTo>
                  <a:cubicBezTo>
                    <a:pt x="5814" y="1672"/>
                    <a:pt x="5680" y="1282"/>
                    <a:pt x="5383" y="944"/>
                  </a:cubicBezTo>
                  <a:cubicBezTo>
                    <a:pt x="5127" y="688"/>
                    <a:pt x="4773" y="554"/>
                    <a:pt x="4412" y="554"/>
                  </a:cubicBezTo>
                  <a:cubicBezTo>
                    <a:pt x="4353" y="554"/>
                    <a:pt x="4294" y="558"/>
                    <a:pt x="4235" y="565"/>
                  </a:cubicBezTo>
                  <a:cubicBezTo>
                    <a:pt x="3979" y="216"/>
                    <a:pt x="3589" y="1"/>
                    <a:pt x="321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98"/>
            <p:cNvSpPr/>
            <p:nvPr/>
          </p:nvSpPr>
          <p:spPr>
            <a:xfrm>
              <a:off x="5787313" y="2575525"/>
              <a:ext cx="48975" cy="48450"/>
            </a:xfrm>
            <a:custGeom>
              <a:avLst/>
              <a:gdLst/>
              <a:ahLst/>
              <a:cxnLst/>
              <a:rect l="l" t="t" r="r" b="b"/>
              <a:pathLst>
                <a:path w="1959" h="1938" extrusionOk="0">
                  <a:moveTo>
                    <a:pt x="1620" y="0"/>
                  </a:moveTo>
                  <a:cubicBezTo>
                    <a:pt x="1546" y="0"/>
                    <a:pt x="1472" y="31"/>
                    <a:pt x="1405" y="93"/>
                  </a:cubicBezTo>
                  <a:lnTo>
                    <a:pt x="124" y="1425"/>
                  </a:lnTo>
                  <a:cubicBezTo>
                    <a:pt x="1" y="1548"/>
                    <a:pt x="1" y="1722"/>
                    <a:pt x="124" y="1845"/>
                  </a:cubicBezTo>
                  <a:cubicBezTo>
                    <a:pt x="165" y="1887"/>
                    <a:pt x="257" y="1938"/>
                    <a:pt x="339" y="1938"/>
                  </a:cubicBezTo>
                  <a:cubicBezTo>
                    <a:pt x="380" y="1938"/>
                    <a:pt x="462" y="1887"/>
                    <a:pt x="513" y="1845"/>
                  </a:cubicBezTo>
                  <a:lnTo>
                    <a:pt x="1836" y="523"/>
                  </a:lnTo>
                  <a:cubicBezTo>
                    <a:pt x="1959" y="400"/>
                    <a:pt x="1959" y="226"/>
                    <a:pt x="1836" y="93"/>
                  </a:cubicBezTo>
                  <a:cubicBezTo>
                    <a:pt x="1769" y="31"/>
                    <a:pt x="1695"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98"/>
            <p:cNvSpPr/>
            <p:nvPr/>
          </p:nvSpPr>
          <p:spPr>
            <a:xfrm>
              <a:off x="5780913" y="2570400"/>
              <a:ext cx="17950" cy="15150"/>
            </a:xfrm>
            <a:custGeom>
              <a:avLst/>
              <a:gdLst/>
              <a:ahLst/>
              <a:cxnLst/>
              <a:rect l="l" t="t" r="r" b="b"/>
              <a:pathLst>
                <a:path w="718" h="606" extrusionOk="0">
                  <a:moveTo>
                    <a:pt x="339" y="0"/>
                  </a:moveTo>
                  <a:cubicBezTo>
                    <a:pt x="257" y="0"/>
                    <a:pt x="164" y="41"/>
                    <a:pt x="123" y="133"/>
                  </a:cubicBezTo>
                  <a:cubicBezTo>
                    <a:pt x="0" y="390"/>
                    <a:pt x="123" y="605"/>
                    <a:pt x="339" y="605"/>
                  </a:cubicBezTo>
                  <a:cubicBezTo>
                    <a:pt x="554" y="605"/>
                    <a:pt x="718" y="390"/>
                    <a:pt x="636" y="174"/>
                  </a:cubicBezTo>
                  <a:cubicBezTo>
                    <a:pt x="595" y="92"/>
                    <a:pt x="462" y="0"/>
                    <a:pt x="38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98"/>
            <p:cNvSpPr/>
            <p:nvPr/>
          </p:nvSpPr>
          <p:spPr>
            <a:xfrm>
              <a:off x="5824488" y="2614225"/>
              <a:ext cx="18200" cy="14875"/>
            </a:xfrm>
            <a:custGeom>
              <a:avLst/>
              <a:gdLst/>
              <a:ahLst/>
              <a:cxnLst/>
              <a:rect l="l" t="t" r="r" b="b"/>
              <a:pathLst>
                <a:path w="728" h="595" extrusionOk="0">
                  <a:moveTo>
                    <a:pt x="349" y="0"/>
                  </a:moveTo>
                  <a:cubicBezTo>
                    <a:pt x="256" y="0"/>
                    <a:pt x="174" y="41"/>
                    <a:pt x="92" y="133"/>
                  </a:cubicBezTo>
                  <a:cubicBezTo>
                    <a:pt x="0" y="390"/>
                    <a:pt x="133" y="595"/>
                    <a:pt x="349" y="595"/>
                  </a:cubicBezTo>
                  <a:cubicBezTo>
                    <a:pt x="564" y="595"/>
                    <a:pt x="728" y="390"/>
                    <a:pt x="646" y="174"/>
                  </a:cubicBezTo>
                  <a:cubicBezTo>
                    <a:pt x="605" y="41"/>
                    <a:pt x="472" y="0"/>
                    <a:pt x="39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2" name="Google Shape;1432;p98"/>
          <p:cNvGrpSpPr/>
          <p:nvPr/>
        </p:nvGrpSpPr>
        <p:grpSpPr>
          <a:xfrm>
            <a:off x="2509913" y="2520475"/>
            <a:ext cx="343950" cy="344675"/>
            <a:chOff x="2509913" y="2520475"/>
            <a:chExt cx="343950" cy="344675"/>
          </a:xfrm>
        </p:grpSpPr>
        <p:sp>
          <p:nvSpPr>
            <p:cNvPr id="1433" name="Google Shape;1433;p98"/>
            <p:cNvSpPr/>
            <p:nvPr/>
          </p:nvSpPr>
          <p:spPr>
            <a:xfrm>
              <a:off x="2509913" y="2608825"/>
              <a:ext cx="343950" cy="256325"/>
            </a:xfrm>
            <a:custGeom>
              <a:avLst/>
              <a:gdLst/>
              <a:ahLst/>
              <a:cxnLst/>
              <a:rect l="l" t="t" r="r" b="b"/>
              <a:pathLst>
                <a:path w="13758" h="10253" extrusionOk="0">
                  <a:moveTo>
                    <a:pt x="5126" y="8674"/>
                  </a:moveTo>
                  <a:cubicBezTo>
                    <a:pt x="5557" y="8674"/>
                    <a:pt x="5977" y="8848"/>
                    <a:pt x="6326" y="9104"/>
                  </a:cubicBezTo>
                  <a:cubicBezTo>
                    <a:pt x="6233" y="9145"/>
                    <a:pt x="6192" y="9145"/>
                    <a:pt x="6151" y="9186"/>
                  </a:cubicBezTo>
                  <a:cubicBezTo>
                    <a:pt x="5977" y="9319"/>
                    <a:pt x="5854" y="9484"/>
                    <a:pt x="5772" y="9658"/>
                  </a:cubicBezTo>
                  <a:lnTo>
                    <a:pt x="554" y="9658"/>
                  </a:lnTo>
                  <a:lnTo>
                    <a:pt x="554" y="8674"/>
                  </a:lnTo>
                  <a:close/>
                  <a:moveTo>
                    <a:pt x="13153" y="8674"/>
                  </a:moveTo>
                  <a:lnTo>
                    <a:pt x="13153" y="9658"/>
                  </a:lnTo>
                  <a:lnTo>
                    <a:pt x="7945" y="9658"/>
                  </a:lnTo>
                  <a:cubicBezTo>
                    <a:pt x="7822" y="9401"/>
                    <a:pt x="7648" y="9227"/>
                    <a:pt x="7392" y="9104"/>
                  </a:cubicBezTo>
                  <a:cubicBezTo>
                    <a:pt x="7730" y="8848"/>
                    <a:pt x="8161" y="8674"/>
                    <a:pt x="8591" y="8674"/>
                  </a:cubicBezTo>
                  <a:close/>
                  <a:moveTo>
                    <a:pt x="298" y="1"/>
                  </a:moveTo>
                  <a:cubicBezTo>
                    <a:pt x="134" y="1"/>
                    <a:pt x="1" y="134"/>
                    <a:pt x="1" y="298"/>
                  </a:cubicBezTo>
                  <a:lnTo>
                    <a:pt x="1" y="8417"/>
                  </a:lnTo>
                  <a:lnTo>
                    <a:pt x="1" y="9955"/>
                  </a:lnTo>
                  <a:cubicBezTo>
                    <a:pt x="1" y="10129"/>
                    <a:pt x="134" y="10252"/>
                    <a:pt x="298" y="10252"/>
                  </a:cubicBezTo>
                  <a:lnTo>
                    <a:pt x="6028" y="10252"/>
                  </a:lnTo>
                  <a:cubicBezTo>
                    <a:pt x="6151" y="10252"/>
                    <a:pt x="6233" y="10170"/>
                    <a:pt x="6285" y="10037"/>
                  </a:cubicBezTo>
                  <a:lnTo>
                    <a:pt x="6326" y="9996"/>
                  </a:lnTo>
                  <a:cubicBezTo>
                    <a:pt x="6367" y="9873"/>
                    <a:pt x="6408" y="9740"/>
                    <a:pt x="6541" y="9699"/>
                  </a:cubicBezTo>
                  <a:cubicBezTo>
                    <a:pt x="6623" y="9617"/>
                    <a:pt x="6746" y="9576"/>
                    <a:pt x="6879" y="9576"/>
                  </a:cubicBezTo>
                  <a:cubicBezTo>
                    <a:pt x="6961" y="9576"/>
                    <a:pt x="7002" y="9576"/>
                    <a:pt x="7054" y="9617"/>
                  </a:cubicBezTo>
                  <a:cubicBezTo>
                    <a:pt x="7259" y="9658"/>
                    <a:pt x="7392" y="9781"/>
                    <a:pt x="7474" y="9996"/>
                  </a:cubicBezTo>
                  <a:lnTo>
                    <a:pt x="7474" y="10037"/>
                  </a:lnTo>
                  <a:cubicBezTo>
                    <a:pt x="7515" y="10170"/>
                    <a:pt x="7648" y="10252"/>
                    <a:pt x="7771" y="10252"/>
                  </a:cubicBezTo>
                  <a:lnTo>
                    <a:pt x="13461" y="10252"/>
                  </a:lnTo>
                  <a:cubicBezTo>
                    <a:pt x="13625" y="10252"/>
                    <a:pt x="13758" y="10129"/>
                    <a:pt x="13758" y="9955"/>
                  </a:cubicBezTo>
                  <a:lnTo>
                    <a:pt x="13758" y="8376"/>
                  </a:lnTo>
                  <a:lnTo>
                    <a:pt x="13758" y="8161"/>
                  </a:lnTo>
                  <a:lnTo>
                    <a:pt x="13758" y="298"/>
                  </a:lnTo>
                  <a:cubicBezTo>
                    <a:pt x="13758" y="134"/>
                    <a:pt x="13625" y="1"/>
                    <a:pt x="13461" y="1"/>
                  </a:cubicBezTo>
                  <a:lnTo>
                    <a:pt x="9698" y="1"/>
                  </a:lnTo>
                  <a:lnTo>
                    <a:pt x="9698" y="606"/>
                  </a:lnTo>
                  <a:lnTo>
                    <a:pt x="13153" y="606"/>
                  </a:lnTo>
                  <a:lnTo>
                    <a:pt x="13153" y="8079"/>
                  </a:lnTo>
                  <a:lnTo>
                    <a:pt x="8591" y="8079"/>
                  </a:lnTo>
                  <a:cubicBezTo>
                    <a:pt x="8079" y="8079"/>
                    <a:pt x="7566" y="8243"/>
                    <a:pt x="7136" y="8551"/>
                  </a:cubicBezTo>
                  <a:lnTo>
                    <a:pt x="7136" y="3374"/>
                  </a:lnTo>
                  <a:lnTo>
                    <a:pt x="6582" y="3374"/>
                  </a:lnTo>
                  <a:lnTo>
                    <a:pt x="6582" y="8551"/>
                  </a:lnTo>
                  <a:cubicBezTo>
                    <a:pt x="6151" y="8243"/>
                    <a:pt x="5639" y="8079"/>
                    <a:pt x="5085" y="8079"/>
                  </a:cubicBezTo>
                  <a:lnTo>
                    <a:pt x="554" y="8079"/>
                  </a:lnTo>
                  <a:lnTo>
                    <a:pt x="554" y="606"/>
                  </a:lnTo>
                  <a:lnTo>
                    <a:pt x="4019" y="606"/>
                  </a:lnTo>
                  <a:lnTo>
                    <a:pt x="4019"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98"/>
            <p:cNvSpPr/>
            <p:nvPr/>
          </p:nvSpPr>
          <p:spPr>
            <a:xfrm>
              <a:off x="2744938" y="2658050"/>
              <a:ext cx="65100" cy="14875"/>
            </a:xfrm>
            <a:custGeom>
              <a:avLst/>
              <a:gdLst/>
              <a:ahLst/>
              <a:cxnLst/>
              <a:rect l="l" t="t" r="r" b="b"/>
              <a:pathLst>
                <a:path w="2604" h="595" extrusionOk="0">
                  <a:moveTo>
                    <a:pt x="297" y="0"/>
                  </a:moveTo>
                  <a:cubicBezTo>
                    <a:pt x="123" y="0"/>
                    <a:pt x="0" y="123"/>
                    <a:pt x="0" y="338"/>
                  </a:cubicBezTo>
                  <a:cubicBezTo>
                    <a:pt x="41" y="472"/>
                    <a:pt x="164" y="595"/>
                    <a:pt x="297" y="595"/>
                  </a:cubicBezTo>
                  <a:lnTo>
                    <a:pt x="2266" y="595"/>
                  </a:lnTo>
                  <a:cubicBezTo>
                    <a:pt x="2471" y="595"/>
                    <a:pt x="2604" y="431"/>
                    <a:pt x="2563" y="256"/>
                  </a:cubicBezTo>
                  <a:cubicBezTo>
                    <a:pt x="2563" y="82"/>
                    <a:pt x="2430" y="0"/>
                    <a:pt x="226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98"/>
            <p:cNvSpPr/>
            <p:nvPr/>
          </p:nvSpPr>
          <p:spPr>
            <a:xfrm>
              <a:off x="2553738" y="2658050"/>
              <a:ext cx="65125" cy="14875"/>
            </a:xfrm>
            <a:custGeom>
              <a:avLst/>
              <a:gdLst/>
              <a:ahLst/>
              <a:cxnLst/>
              <a:rect l="l" t="t" r="r" b="b"/>
              <a:pathLst>
                <a:path w="2605" h="595" extrusionOk="0">
                  <a:moveTo>
                    <a:pt x="298" y="0"/>
                  </a:moveTo>
                  <a:cubicBezTo>
                    <a:pt x="124" y="0"/>
                    <a:pt x="1" y="123"/>
                    <a:pt x="1" y="338"/>
                  </a:cubicBezTo>
                  <a:cubicBezTo>
                    <a:pt x="42" y="472"/>
                    <a:pt x="175" y="595"/>
                    <a:pt x="298" y="595"/>
                  </a:cubicBezTo>
                  <a:lnTo>
                    <a:pt x="2266" y="595"/>
                  </a:lnTo>
                  <a:cubicBezTo>
                    <a:pt x="2430" y="595"/>
                    <a:pt x="2604" y="431"/>
                    <a:pt x="2563" y="256"/>
                  </a:cubicBezTo>
                  <a:cubicBezTo>
                    <a:pt x="2522" y="82"/>
                    <a:pt x="2389" y="0"/>
                    <a:pt x="226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98"/>
            <p:cNvSpPr/>
            <p:nvPr/>
          </p:nvSpPr>
          <p:spPr>
            <a:xfrm>
              <a:off x="2553738" y="2707250"/>
              <a:ext cx="91775" cy="14900"/>
            </a:xfrm>
            <a:custGeom>
              <a:avLst/>
              <a:gdLst/>
              <a:ahLst/>
              <a:cxnLst/>
              <a:rect l="l" t="t" r="r" b="b"/>
              <a:pathLst>
                <a:path w="3671" h="596" extrusionOk="0">
                  <a:moveTo>
                    <a:pt x="298" y="0"/>
                  </a:moveTo>
                  <a:cubicBezTo>
                    <a:pt x="124" y="0"/>
                    <a:pt x="1" y="165"/>
                    <a:pt x="1" y="339"/>
                  </a:cubicBezTo>
                  <a:cubicBezTo>
                    <a:pt x="42" y="513"/>
                    <a:pt x="175" y="595"/>
                    <a:pt x="298" y="595"/>
                  </a:cubicBezTo>
                  <a:lnTo>
                    <a:pt x="3373" y="595"/>
                  </a:lnTo>
                  <a:cubicBezTo>
                    <a:pt x="3548" y="595"/>
                    <a:pt x="3671" y="421"/>
                    <a:pt x="3671" y="257"/>
                  </a:cubicBezTo>
                  <a:cubicBezTo>
                    <a:pt x="3630" y="123"/>
                    <a:pt x="3507"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98"/>
            <p:cNvSpPr/>
            <p:nvPr/>
          </p:nvSpPr>
          <p:spPr>
            <a:xfrm>
              <a:off x="2564513" y="2756200"/>
              <a:ext cx="81000" cy="15150"/>
            </a:xfrm>
            <a:custGeom>
              <a:avLst/>
              <a:gdLst/>
              <a:ahLst/>
              <a:cxnLst/>
              <a:rect l="l" t="t" r="r" b="b"/>
              <a:pathLst>
                <a:path w="3240" h="606" extrusionOk="0">
                  <a:moveTo>
                    <a:pt x="297" y="1"/>
                  </a:moveTo>
                  <a:cubicBezTo>
                    <a:pt x="123" y="1"/>
                    <a:pt x="0" y="175"/>
                    <a:pt x="0" y="349"/>
                  </a:cubicBezTo>
                  <a:cubicBezTo>
                    <a:pt x="41" y="513"/>
                    <a:pt x="164" y="605"/>
                    <a:pt x="338" y="605"/>
                  </a:cubicBezTo>
                  <a:lnTo>
                    <a:pt x="2942" y="605"/>
                  </a:lnTo>
                  <a:cubicBezTo>
                    <a:pt x="3117" y="605"/>
                    <a:pt x="3240" y="431"/>
                    <a:pt x="3240" y="257"/>
                  </a:cubicBezTo>
                  <a:cubicBezTo>
                    <a:pt x="3199" y="134"/>
                    <a:pt x="3076" y="1"/>
                    <a:pt x="29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98"/>
            <p:cNvSpPr/>
            <p:nvPr/>
          </p:nvSpPr>
          <p:spPr>
            <a:xfrm>
              <a:off x="2716988" y="2707250"/>
              <a:ext cx="93050" cy="14900"/>
            </a:xfrm>
            <a:custGeom>
              <a:avLst/>
              <a:gdLst/>
              <a:ahLst/>
              <a:cxnLst/>
              <a:rect l="l" t="t" r="r" b="b"/>
              <a:pathLst>
                <a:path w="3722" h="596" extrusionOk="0">
                  <a:moveTo>
                    <a:pt x="349" y="0"/>
                  </a:moveTo>
                  <a:cubicBezTo>
                    <a:pt x="134" y="0"/>
                    <a:pt x="1" y="165"/>
                    <a:pt x="52" y="339"/>
                  </a:cubicBezTo>
                  <a:cubicBezTo>
                    <a:pt x="52" y="513"/>
                    <a:pt x="175" y="595"/>
                    <a:pt x="349" y="595"/>
                  </a:cubicBezTo>
                  <a:lnTo>
                    <a:pt x="3384" y="595"/>
                  </a:lnTo>
                  <a:cubicBezTo>
                    <a:pt x="3589" y="595"/>
                    <a:pt x="3722" y="421"/>
                    <a:pt x="3681" y="257"/>
                  </a:cubicBezTo>
                  <a:cubicBezTo>
                    <a:pt x="3681" y="123"/>
                    <a:pt x="3548" y="0"/>
                    <a:pt x="3384"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98"/>
            <p:cNvSpPr/>
            <p:nvPr/>
          </p:nvSpPr>
          <p:spPr>
            <a:xfrm>
              <a:off x="2716988" y="2756200"/>
              <a:ext cx="82300" cy="15150"/>
            </a:xfrm>
            <a:custGeom>
              <a:avLst/>
              <a:gdLst/>
              <a:ahLst/>
              <a:cxnLst/>
              <a:rect l="l" t="t" r="r" b="b"/>
              <a:pathLst>
                <a:path w="3292" h="606" extrusionOk="0">
                  <a:moveTo>
                    <a:pt x="349" y="1"/>
                  </a:moveTo>
                  <a:cubicBezTo>
                    <a:pt x="134" y="1"/>
                    <a:pt x="1" y="175"/>
                    <a:pt x="52" y="349"/>
                  </a:cubicBezTo>
                  <a:cubicBezTo>
                    <a:pt x="52" y="513"/>
                    <a:pt x="175" y="605"/>
                    <a:pt x="349" y="605"/>
                  </a:cubicBezTo>
                  <a:lnTo>
                    <a:pt x="2953" y="605"/>
                  </a:lnTo>
                  <a:cubicBezTo>
                    <a:pt x="3127" y="605"/>
                    <a:pt x="3291" y="431"/>
                    <a:pt x="3250" y="257"/>
                  </a:cubicBezTo>
                  <a:cubicBezTo>
                    <a:pt x="3209" y="134"/>
                    <a:pt x="3076" y="1"/>
                    <a:pt x="295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98"/>
            <p:cNvSpPr/>
            <p:nvPr/>
          </p:nvSpPr>
          <p:spPr>
            <a:xfrm>
              <a:off x="2548363" y="2520475"/>
              <a:ext cx="267075" cy="179100"/>
            </a:xfrm>
            <a:custGeom>
              <a:avLst/>
              <a:gdLst/>
              <a:ahLst/>
              <a:cxnLst/>
              <a:rect l="l" t="t" r="r" b="b"/>
              <a:pathLst>
                <a:path w="10683" h="7164" extrusionOk="0">
                  <a:moveTo>
                    <a:pt x="5341" y="634"/>
                  </a:moveTo>
                  <a:lnTo>
                    <a:pt x="9483" y="2089"/>
                  </a:lnTo>
                  <a:lnTo>
                    <a:pt x="5341" y="3494"/>
                  </a:lnTo>
                  <a:lnTo>
                    <a:pt x="1200" y="2089"/>
                  </a:lnTo>
                  <a:lnTo>
                    <a:pt x="5341" y="634"/>
                  </a:lnTo>
                  <a:close/>
                  <a:moveTo>
                    <a:pt x="7863" y="3279"/>
                  </a:moveTo>
                  <a:lnTo>
                    <a:pt x="7863" y="5585"/>
                  </a:lnTo>
                  <a:lnTo>
                    <a:pt x="5341" y="6569"/>
                  </a:lnTo>
                  <a:lnTo>
                    <a:pt x="2778" y="5585"/>
                  </a:lnTo>
                  <a:lnTo>
                    <a:pt x="2778" y="3279"/>
                  </a:lnTo>
                  <a:lnTo>
                    <a:pt x="5208" y="4089"/>
                  </a:lnTo>
                  <a:cubicBezTo>
                    <a:pt x="5259" y="4140"/>
                    <a:pt x="5300" y="4140"/>
                    <a:pt x="5341" y="4140"/>
                  </a:cubicBezTo>
                  <a:cubicBezTo>
                    <a:pt x="5382" y="4140"/>
                    <a:pt x="5382" y="4140"/>
                    <a:pt x="5423" y="4089"/>
                  </a:cubicBezTo>
                  <a:lnTo>
                    <a:pt x="7863" y="3279"/>
                  </a:lnTo>
                  <a:close/>
                  <a:moveTo>
                    <a:pt x="5335" y="1"/>
                  </a:moveTo>
                  <a:cubicBezTo>
                    <a:pt x="5298" y="1"/>
                    <a:pt x="5254" y="14"/>
                    <a:pt x="5208" y="39"/>
                  </a:cubicBezTo>
                  <a:lnTo>
                    <a:pt x="216" y="1782"/>
                  </a:lnTo>
                  <a:cubicBezTo>
                    <a:pt x="82" y="1874"/>
                    <a:pt x="0" y="1997"/>
                    <a:pt x="0" y="2171"/>
                  </a:cubicBezTo>
                  <a:cubicBezTo>
                    <a:pt x="41" y="2253"/>
                    <a:pt x="133" y="2346"/>
                    <a:pt x="216" y="2387"/>
                  </a:cubicBezTo>
                  <a:lnTo>
                    <a:pt x="2184" y="3063"/>
                  </a:lnTo>
                  <a:lnTo>
                    <a:pt x="2184" y="5800"/>
                  </a:lnTo>
                  <a:cubicBezTo>
                    <a:pt x="2184" y="5934"/>
                    <a:pt x="2266" y="6016"/>
                    <a:pt x="2389" y="6057"/>
                  </a:cubicBezTo>
                  <a:lnTo>
                    <a:pt x="5208" y="7164"/>
                  </a:lnTo>
                  <a:lnTo>
                    <a:pt x="5423" y="7164"/>
                  </a:lnTo>
                  <a:lnTo>
                    <a:pt x="8283" y="6057"/>
                  </a:lnTo>
                  <a:cubicBezTo>
                    <a:pt x="8376" y="6016"/>
                    <a:pt x="8458" y="5934"/>
                    <a:pt x="8458" y="5800"/>
                  </a:cubicBezTo>
                  <a:lnTo>
                    <a:pt x="8458" y="3063"/>
                  </a:lnTo>
                  <a:lnTo>
                    <a:pt x="10426" y="2387"/>
                  </a:lnTo>
                  <a:cubicBezTo>
                    <a:pt x="10549" y="2346"/>
                    <a:pt x="10590" y="2253"/>
                    <a:pt x="10641" y="2171"/>
                  </a:cubicBezTo>
                  <a:cubicBezTo>
                    <a:pt x="10682" y="1997"/>
                    <a:pt x="10590" y="1874"/>
                    <a:pt x="10467" y="1782"/>
                  </a:cubicBezTo>
                  <a:lnTo>
                    <a:pt x="5423" y="39"/>
                  </a:lnTo>
                  <a:cubicBezTo>
                    <a:pt x="5403" y="14"/>
                    <a:pt x="5372" y="1"/>
                    <a:pt x="5335"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98"/>
          <p:cNvGrpSpPr/>
          <p:nvPr/>
        </p:nvGrpSpPr>
        <p:grpSpPr>
          <a:xfrm>
            <a:off x="1003188" y="1986175"/>
            <a:ext cx="343975" cy="344100"/>
            <a:chOff x="1003188" y="1986175"/>
            <a:chExt cx="343975" cy="344100"/>
          </a:xfrm>
        </p:grpSpPr>
        <p:sp>
          <p:nvSpPr>
            <p:cNvPr id="1442" name="Google Shape;1442;p98"/>
            <p:cNvSpPr/>
            <p:nvPr/>
          </p:nvSpPr>
          <p:spPr>
            <a:xfrm>
              <a:off x="1090863" y="1986175"/>
              <a:ext cx="168650" cy="173150"/>
            </a:xfrm>
            <a:custGeom>
              <a:avLst/>
              <a:gdLst/>
              <a:ahLst/>
              <a:cxnLst/>
              <a:rect l="l" t="t" r="r" b="b"/>
              <a:pathLst>
                <a:path w="6746" h="6926" extrusionOk="0">
                  <a:moveTo>
                    <a:pt x="1743" y="1503"/>
                  </a:moveTo>
                  <a:cubicBezTo>
                    <a:pt x="2471" y="1503"/>
                    <a:pt x="3075" y="2056"/>
                    <a:pt x="3075" y="2825"/>
                  </a:cubicBezTo>
                  <a:lnTo>
                    <a:pt x="3075" y="3553"/>
                  </a:lnTo>
                  <a:lnTo>
                    <a:pt x="1917" y="3553"/>
                  </a:lnTo>
                  <a:cubicBezTo>
                    <a:pt x="1189" y="3553"/>
                    <a:pt x="595" y="2959"/>
                    <a:pt x="595" y="2231"/>
                  </a:cubicBezTo>
                  <a:lnTo>
                    <a:pt x="595" y="1503"/>
                  </a:lnTo>
                  <a:close/>
                  <a:moveTo>
                    <a:pt x="6151" y="2825"/>
                  </a:moveTo>
                  <a:lnTo>
                    <a:pt x="6151" y="3553"/>
                  </a:lnTo>
                  <a:cubicBezTo>
                    <a:pt x="6151" y="4281"/>
                    <a:pt x="5546" y="4835"/>
                    <a:pt x="4818" y="4835"/>
                  </a:cubicBezTo>
                  <a:lnTo>
                    <a:pt x="3670" y="4835"/>
                  </a:lnTo>
                  <a:lnTo>
                    <a:pt x="3670" y="4107"/>
                  </a:lnTo>
                  <a:cubicBezTo>
                    <a:pt x="3670" y="3379"/>
                    <a:pt x="4265" y="2825"/>
                    <a:pt x="4992" y="2825"/>
                  </a:cubicBezTo>
                  <a:close/>
                  <a:moveTo>
                    <a:pt x="3362" y="0"/>
                  </a:moveTo>
                  <a:cubicBezTo>
                    <a:pt x="3208" y="0"/>
                    <a:pt x="3075" y="156"/>
                    <a:pt x="3075" y="303"/>
                  </a:cubicBezTo>
                  <a:lnTo>
                    <a:pt x="3075" y="1421"/>
                  </a:lnTo>
                  <a:cubicBezTo>
                    <a:pt x="2727" y="1113"/>
                    <a:pt x="2255" y="908"/>
                    <a:pt x="1743" y="908"/>
                  </a:cubicBezTo>
                  <a:lnTo>
                    <a:pt x="297" y="908"/>
                  </a:lnTo>
                  <a:cubicBezTo>
                    <a:pt x="123" y="908"/>
                    <a:pt x="0" y="1031"/>
                    <a:pt x="0" y="1206"/>
                  </a:cubicBezTo>
                  <a:lnTo>
                    <a:pt x="0" y="2231"/>
                  </a:lnTo>
                  <a:cubicBezTo>
                    <a:pt x="0" y="3256"/>
                    <a:pt x="851" y="4107"/>
                    <a:pt x="1917" y="4107"/>
                  </a:cubicBezTo>
                  <a:lnTo>
                    <a:pt x="3075" y="4107"/>
                  </a:lnTo>
                  <a:lnTo>
                    <a:pt x="3075" y="5132"/>
                  </a:lnTo>
                  <a:lnTo>
                    <a:pt x="3075" y="6629"/>
                  </a:lnTo>
                  <a:cubicBezTo>
                    <a:pt x="3075" y="6752"/>
                    <a:pt x="3157" y="6885"/>
                    <a:pt x="3332" y="6926"/>
                  </a:cubicBezTo>
                  <a:cubicBezTo>
                    <a:pt x="3496" y="6926"/>
                    <a:pt x="3670" y="6803"/>
                    <a:pt x="3670" y="6629"/>
                  </a:cubicBezTo>
                  <a:lnTo>
                    <a:pt x="3670" y="5429"/>
                  </a:lnTo>
                  <a:lnTo>
                    <a:pt x="4818" y="5429"/>
                  </a:lnTo>
                  <a:cubicBezTo>
                    <a:pt x="5895" y="5429"/>
                    <a:pt x="6745" y="4578"/>
                    <a:pt x="6745" y="3553"/>
                  </a:cubicBezTo>
                  <a:lnTo>
                    <a:pt x="6745" y="2528"/>
                  </a:lnTo>
                  <a:cubicBezTo>
                    <a:pt x="6745" y="2354"/>
                    <a:pt x="6612" y="2231"/>
                    <a:pt x="6448" y="2231"/>
                  </a:cubicBezTo>
                  <a:lnTo>
                    <a:pt x="4992" y="2231"/>
                  </a:lnTo>
                  <a:cubicBezTo>
                    <a:pt x="4480" y="2231"/>
                    <a:pt x="4008" y="2395"/>
                    <a:pt x="3670" y="2743"/>
                  </a:cubicBezTo>
                  <a:lnTo>
                    <a:pt x="3670" y="303"/>
                  </a:lnTo>
                  <a:cubicBezTo>
                    <a:pt x="3670" y="180"/>
                    <a:pt x="3588" y="6"/>
                    <a:pt x="3414" y="6"/>
                  </a:cubicBezTo>
                  <a:cubicBezTo>
                    <a:pt x="3396" y="2"/>
                    <a:pt x="3379" y="0"/>
                    <a:pt x="336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98"/>
            <p:cNvSpPr/>
            <p:nvPr/>
          </p:nvSpPr>
          <p:spPr>
            <a:xfrm>
              <a:off x="1003188" y="2144500"/>
              <a:ext cx="343975" cy="185775"/>
            </a:xfrm>
            <a:custGeom>
              <a:avLst/>
              <a:gdLst/>
              <a:ahLst/>
              <a:cxnLst/>
              <a:rect l="l" t="t" r="r" b="b"/>
              <a:pathLst>
                <a:path w="13759" h="7431" extrusionOk="0">
                  <a:moveTo>
                    <a:pt x="6873" y="584"/>
                  </a:moveTo>
                  <a:cubicBezTo>
                    <a:pt x="7777" y="584"/>
                    <a:pt x="8639" y="1011"/>
                    <a:pt x="9186" y="1751"/>
                  </a:cubicBezTo>
                  <a:cubicBezTo>
                    <a:pt x="9145" y="1751"/>
                    <a:pt x="9145" y="1751"/>
                    <a:pt x="9094" y="1700"/>
                  </a:cubicBezTo>
                  <a:cubicBezTo>
                    <a:pt x="8889" y="1659"/>
                    <a:pt x="8674" y="1577"/>
                    <a:pt x="8376" y="1577"/>
                  </a:cubicBezTo>
                  <a:cubicBezTo>
                    <a:pt x="7772" y="1577"/>
                    <a:pt x="7218" y="1915"/>
                    <a:pt x="6880" y="2387"/>
                  </a:cubicBezTo>
                  <a:cubicBezTo>
                    <a:pt x="6531" y="1915"/>
                    <a:pt x="5978" y="1577"/>
                    <a:pt x="5383" y="1577"/>
                  </a:cubicBezTo>
                  <a:cubicBezTo>
                    <a:pt x="5086" y="1577"/>
                    <a:pt x="4870" y="1659"/>
                    <a:pt x="4655" y="1700"/>
                  </a:cubicBezTo>
                  <a:cubicBezTo>
                    <a:pt x="4614" y="1751"/>
                    <a:pt x="4614" y="1751"/>
                    <a:pt x="4573" y="1751"/>
                  </a:cubicBezTo>
                  <a:cubicBezTo>
                    <a:pt x="4911" y="1280"/>
                    <a:pt x="5424" y="931"/>
                    <a:pt x="5978" y="726"/>
                  </a:cubicBezTo>
                  <a:cubicBezTo>
                    <a:pt x="6274" y="630"/>
                    <a:pt x="6576" y="584"/>
                    <a:pt x="6873" y="584"/>
                  </a:cubicBezTo>
                  <a:close/>
                  <a:moveTo>
                    <a:pt x="5424" y="2172"/>
                  </a:moveTo>
                  <a:cubicBezTo>
                    <a:pt x="6070" y="2172"/>
                    <a:pt x="6582" y="2725"/>
                    <a:pt x="6582" y="3371"/>
                  </a:cubicBezTo>
                  <a:lnTo>
                    <a:pt x="6582" y="4314"/>
                  </a:lnTo>
                  <a:cubicBezTo>
                    <a:pt x="6193" y="4099"/>
                    <a:pt x="5762" y="3966"/>
                    <a:pt x="5301" y="3966"/>
                  </a:cubicBezTo>
                  <a:lnTo>
                    <a:pt x="1026" y="3966"/>
                  </a:lnTo>
                  <a:lnTo>
                    <a:pt x="1026" y="3330"/>
                  </a:lnTo>
                  <a:cubicBezTo>
                    <a:pt x="1026" y="3074"/>
                    <a:pt x="1282" y="2817"/>
                    <a:pt x="1580" y="2817"/>
                  </a:cubicBezTo>
                  <a:cubicBezTo>
                    <a:pt x="2646" y="2817"/>
                    <a:pt x="3712" y="2643"/>
                    <a:pt x="4737" y="2305"/>
                  </a:cubicBezTo>
                  <a:cubicBezTo>
                    <a:pt x="4788" y="2305"/>
                    <a:pt x="4829" y="2305"/>
                    <a:pt x="4829" y="2264"/>
                  </a:cubicBezTo>
                  <a:cubicBezTo>
                    <a:pt x="5045" y="2213"/>
                    <a:pt x="5168" y="2172"/>
                    <a:pt x="5424" y="2172"/>
                  </a:cubicBezTo>
                  <a:close/>
                  <a:moveTo>
                    <a:pt x="8325" y="2172"/>
                  </a:moveTo>
                  <a:cubicBezTo>
                    <a:pt x="8581" y="2172"/>
                    <a:pt x="8715" y="2213"/>
                    <a:pt x="8930" y="2264"/>
                  </a:cubicBezTo>
                  <a:cubicBezTo>
                    <a:pt x="8930" y="2305"/>
                    <a:pt x="8971" y="2305"/>
                    <a:pt x="9012" y="2305"/>
                  </a:cubicBezTo>
                  <a:cubicBezTo>
                    <a:pt x="10037" y="2643"/>
                    <a:pt x="11103" y="2817"/>
                    <a:pt x="12170" y="2817"/>
                  </a:cubicBezTo>
                  <a:cubicBezTo>
                    <a:pt x="12477" y="2817"/>
                    <a:pt x="12733" y="3074"/>
                    <a:pt x="12733" y="3330"/>
                  </a:cubicBezTo>
                  <a:lnTo>
                    <a:pt x="12733" y="3966"/>
                  </a:lnTo>
                  <a:lnTo>
                    <a:pt x="8458" y="3966"/>
                  </a:lnTo>
                  <a:cubicBezTo>
                    <a:pt x="7987" y="3966"/>
                    <a:pt x="7556" y="4099"/>
                    <a:pt x="7177" y="4314"/>
                  </a:cubicBezTo>
                  <a:lnTo>
                    <a:pt x="7177" y="3371"/>
                  </a:lnTo>
                  <a:cubicBezTo>
                    <a:pt x="7177" y="2725"/>
                    <a:pt x="7690" y="2172"/>
                    <a:pt x="8325" y="2172"/>
                  </a:cubicBezTo>
                  <a:close/>
                  <a:moveTo>
                    <a:pt x="13154" y="4570"/>
                  </a:moveTo>
                  <a:lnTo>
                    <a:pt x="13154" y="5719"/>
                  </a:lnTo>
                  <a:lnTo>
                    <a:pt x="8243" y="5719"/>
                  </a:lnTo>
                  <a:cubicBezTo>
                    <a:pt x="7946" y="5719"/>
                    <a:pt x="7690" y="5934"/>
                    <a:pt x="7649" y="6231"/>
                  </a:cubicBezTo>
                  <a:cubicBezTo>
                    <a:pt x="7556" y="6569"/>
                    <a:pt x="7259" y="6826"/>
                    <a:pt x="6880" y="6826"/>
                  </a:cubicBezTo>
                  <a:cubicBezTo>
                    <a:pt x="6490" y="6826"/>
                    <a:pt x="6193" y="6569"/>
                    <a:pt x="6111" y="6231"/>
                  </a:cubicBezTo>
                  <a:cubicBezTo>
                    <a:pt x="6070" y="5934"/>
                    <a:pt x="5814" y="5719"/>
                    <a:pt x="5506" y="5719"/>
                  </a:cubicBezTo>
                  <a:lnTo>
                    <a:pt x="596" y="5719"/>
                  </a:lnTo>
                  <a:lnTo>
                    <a:pt x="596" y="4570"/>
                  </a:lnTo>
                  <a:lnTo>
                    <a:pt x="5301" y="4570"/>
                  </a:lnTo>
                  <a:cubicBezTo>
                    <a:pt x="5814" y="4570"/>
                    <a:pt x="6326" y="4775"/>
                    <a:pt x="6664" y="5124"/>
                  </a:cubicBezTo>
                  <a:cubicBezTo>
                    <a:pt x="6726" y="5186"/>
                    <a:pt x="6800" y="5216"/>
                    <a:pt x="6876" y="5216"/>
                  </a:cubicBezTo>
                  <a:cubicBezTo>
                    <a:pt x="6952" y="5216"/>
                    <a:pt x="7028" y="5186"/>
                    <a:pt x="7095" y="5124"/>
                  </a:cubicBezTo>
                  <a:cubicBezTo>
                    <a:pt x="7474" y="4775"/>
                    <a:pt x="7946" y="4570"/>
                    <a:pt x="8458" y="4570"/>
                  </a:cubicBezTo>
                  <a:close/>
                  <a:moveTo>
                    <a:pt x="6872" y="1"/>
                  </a:moveTo>
                  <a:cubicBezTo>
                    <a:pt x="6513" y="1"/>
                    <a:pt x="6156" y="54"/>
                    <a:pt x="5814" y="162"/>
                  </a:cubicBezTo>
                  <a:cubicBezTo>
                    <a:pt x="4911" y="470"/>
                    <a:pt x="4143" y="1105"/>
                    <a:pt x="3763" y="1956"/>
                  </a:cubicBezTo>
                  <a:cubicBezTo>
                    <a:pt x="3035" y="2131"/>
                    <a:pt x="2308" y="2213"/>
                    <a:pt x="1580" y="2213"/>
                  </a:cubicBezTo>
                  <a:cubicBezTo>
                    <a:pt x="985" y="2213"/>
                    <a:pt x="473" y="2725"/>
                    <a:pt x="473" y="3330"/>
                  </a:cubicBezTo>
                  <a:lnTo>
                    <a:pt x="473" y="3966"/>
                  </a:lnTo>
                  <a:lnTo>
                    <a:pt x="298" y="3966"/>
                  </a:lnTo>
                  <a:cubicBezTo>
                    <a:pt x="124" y="3966"/>
                    <a:pt x="1" y="4099"/>
                    <a:pt x="1" y="4263"/>
                  </a:cubicBezTo>
                  <a:lnTo>
                    <a:pt x="1" y="6016"/>
                  </a:lnTo>
                  <a:cubicBezTo>
                    <a:pt x="1" y="6190"/>
                    <a:pt x="124" y="6313"/>
                    <a:pt x="298" y="6313"/>
                  </a:cubicBezTo>
                  <a:lnTo>
                    <a:pt x="5506" y="6313"/>
                  </a:lnTo>
                  <a:cubicBezTo>
                    <a:pt x="5506" y="6313"/>
                    <a:pt x="5557" y="6313"/>
                    <a:pt x="5557" y="6364"/>
                  </a:cubicBezTo>
                  <a:cubicBezTo>
                    <a:pt x="5680" y="6959"/>
                    <a:pt x="6234" y="7431"/>
                    <a:pt x="6880" y="7431"/>
                  </a:cubicBezTo>
                  <a:cubicBezTo>
                    <a:pt x="7515" y="7431"/>
                    <a:pt x="8069" y="6959"/>
                    <a:pt x="8202" y="6364"/>
                  </a:cubicBezTo>
                  <a:cubicBezTo>
                    <a:pt x="8202" y="6313"/>
                    <a:pt x="8243" y="6313"/>
                    <a:pt x="8243" y="6313"/>
                  </a:cubicBezTo>
                  <a:lnTo>
                    <a:pt x="13451" y="6313"/>
                  </a:lnTo>
                  <a:cubicBezTo>
                    <a:pt x="13625" y="6313"/>
                    <a:pt x="13758" y="6190"/>
                    <a:pt x="13758" y="6016"/>
                  </a:cubicBezTo>
                  <a:lnTo>
                    <a:pt x="13758" y="4263"/>
                  </a:lnTo>
                  <a:cubicBezTo>
                    <a:pt x="13758" y="4099"/>
                    <a:pt x="13625" y="3966"/>
                    <a:pt x="13451" y="3966"/>
                  </a:cubicBezTo>
                  <a:lnTo>
                    <a:pt x="13328" y="3966"/>
                  </a:lnTo>
                  <a:lnTo>
                    <a:pt x="13328" y="3330"/>
                  </a:lnTo>
                  <a:cubicBezTo>
                    <a:pt x="13328" y="2725"/>
                    <a:pt x="12815" y="2213"/>
                    <a:pt x="12221" y="2213"/>
                  </a:cubicBezTo>
                  <a:cubicBezTo>
                    <a:pt x="11452" y="2213"/>
                    <a:pt x="10724" y="2131"/>
                    <a:pt x="10037" y="1956"/>
                  </a:cubicBezTo>
                  <a:cubicBezTo>
                    <a:pt x="9658" y="1239"/>
                    <a:pt x="9053" y="634"/>
                    <a:pt x="8325" y="296"/>
                  </a:cubicBezTo>
                  <a:cubicBezTo>
                    <a:pt x="7858" y="100"/>
                    <a:pt x="7363" y="1"/>
                    <a:pt x="687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4" name="Google Shape;1444;p98"/>
          <p:cNvGrpSpPr/>
          <p:nvPr/>
        </p:nvGrpSpPr>
        <p:grpSpPr>
          <a:xfrm>
            <a:off x="7796863" y="2004525"/>
            <a:ext cx="343950" cy="288325"/>
            <a:chOff x="7796863" y="2004525"/>
            <a:chExt cx="343950" cy="288325"/>
          </a:xfrm>
        </p:grpSpPr>
        <p:sp>
          <p:nvSpPr>
            <p:cNvPr id="1445" name="Google Shape;1445;p98"/>
            <p:cNvSpPr/>
            <p:nvPr/>
          </p:nvSpPr>
          <p:spPr>
            <a:xfrm>
              <a:off x="7796863" y="2004525"/>
              <a:ext cx="343950" cy="288325"/>
            </a:xfrm>
            <a:custGeom>
              <a:avLst/>
              <a:gdLst/>
              <a:ahLst/>
              <a:cxnLst/>
              <a:rect l="l" t="t" r="r" b="b"/>
              <a:pathLst>
                <a:path w="13758" h="11533" extrusionOk="0">
                  <a:moveTo>
                    <a:pt x="6582" y="595"/>
                  </a:moveTo>
                  <a:lnTo>
                    <a:pt x="6582" y="8755"/>
                  </a:lnTo>
                  <a:lnTo>
                    <a:pt x="1026" y="8755"/>
                  </a:lnTo>
                  <a:lnTo>
                    <a:pt x="1026" y="1107"/>
                  </a:lnTo>
                  <a:cubicBezTo>
                    <a:pt x="1026" y="851"/>
                    <a:pt x="1282" y="595"/>
                    <a:pt x="1579" y="595"/>
                  </a:cubicBezTo>
                  <a:close/>
                  <a:moveTo>
                    <a:pt x="12179" y="595"/>
                  </a:moveTo>
                  <a:cubicBezTo>
                    <a:pt x="12477" y="595"/>
                    <a:pt x="12733" y="810"/>
                    <a:pt x="12733" y="1107"/>
                  </a:cubicBezTo>
                  <a:lnTo>
                    <a:pt x="12733" y="8755"/>
                  </a:lnTo>
                  <a:lnTo>
                    <a:pt x="7177" y="8755"/>
                  </a:lnTo>
                  <a:lnTo>
                    <a:pt x="7177" y="595"/>
                  </a:lnTo>
                  <a:close/>
                  <a:moveTo>
                    <a:pt x="13163" y="9349"/>
                  </a:moveTo>
                  <a:lnTo>
                    <a:pt x="13163" y="9995"/>
                  </a:lnTo>
                  <a:cubicBezTo>
                    <a:pt x="13163" y="10508"/>
                    <a:pt x="12774" y="10938"/>
                    <a:pt x="12261" y="10938"/>
                  </a:cubicBezTo>
                  <a:lnTo>
                    <a:pt x="1497" y="10938"/>
                  </a:lnTo>
                  <a:cubicBezTo>
                    <a:pt x="985" y="10938"/>
                    <a:pt x="605" y="10508"/>
                    <a:pt x="605" y="9995"/>
                  </a:cubicBezTo>
                  <a:lnTo>
                    <a:pt x="605" y="9349"/>
                  </a:lnTo>
                  <a:close/>
                  <a:moveTo>
                    <a:pt x="1579" y="0"/>
                  </a:moveTo>
                  <a:cubicBezTo>
                    <a:pt x="985" y="0"/>
                    <a:pt x="472" y="513"/>
                    <a:pt x="472" y="1107"/>
                  </a:cubicBezTo>
                  <a:lnTo>
                    <a:pt x="472" y="8755"/>
                  </a:lnTo>
                  <a:lnTo>
                    <a:pt x="298" y="8755"/>
                  </a:lnTo>
                  <a:cubicBezTo>
                    <a:pt x="134" y="8755"/>
                    <a:pt x="0" y="8888"/>
                    <a:pt x="0" y="9052"/>
                  </a:cubicBezTo>
                  <a:lnTo>
                    <a:pt x="0" y="9995"/>
                  </a:lnTo>
                  <a:cubicBezTo>
                    <a:pt x="0" y="10846"/>
                    <a:pt x="687" y="11533"/>
                    <a:pt x="1497" y="11533"/>
                  </a:cubicBezTo>
                  <a:lnTo>
                    <a:pt x="12261" y="11533"/>
                  </a:lnTo>
                  <a:cubicBezTo>
                    <a:pt x="13071" y="11533"/>
                    <a:pt x="13758" y="10846"/>
                    <a:pt x="13758" y="9995"/>
                  </a:cubicBezTo>
                  <a:lnTo>
                    <a:pt x="13758" y="9052"/>
                  </a:lnTo>
                  <a:cubicBezTo>
                    <a:pt x="13758" y="8888"/>
                    <a:pt x="13625" y="8755"/>
                    <a:pt x="13461" y="8755"/>
                  </a:cubicBezTo>
                  <a:lnTo>
                    <a:pt x="13286" y="8755"/>
                  </a:lnTo>
                  <a:lnTo>
                    <a:pt x="13286" y="1107"/>
                  </a:lnTo>
                  <a:cubicBezTo>
                    <a:pt x="13286" y="513"/>
                    <a:pt x="12815" y="0"/>
                    <a:pt x="1217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98"/>
            <p:cNvSpPr/>
            <p:nvPr/>
          </p:nvSpPr>
          <p:spPr>
            <a:xfrm>
              <a:off x="7851463" y="2048350"/>
              <a:ext cx="48975" cy="58700"/>
            </a:xfrm>
            <a:custGeom>
              <a:avLst/>
              <a:gdLst/>
              <a:ahLst/>
              <a:cxnLst/>
              <a:rect l="l" t="t" r="r" b="b"/>
              <a:pathLst>
                <a:path w="1959" h="2348" extrusionOk="0">
                  <a:moveTo>
                    <a:pt x="338" y="0"/>
                  </a:moveTo>
                  <a:cubicBezTo>
                    <a:pt x="164" y="0"/>
                    <a:pt x="41" y="82"/>
                    <a:pt x="41" y="256"/>
                  </a:cubicBezTo>
                  <a:cubicBezTo>
                    <a:pt x="0" y="420"/>
                    <a:pt x="164" y="595"/>
                    <a:pt x="338" y="595"/>
                  </a:cubicBezTo>
                  <a:lnTo>
                    <a:pt x="677" y="595"/>
                  </a:lnTo>
                  <a:lnTo>
                    <a:pt x="677" y="2050"/>
                  </a:lnTo>
                  <a:cubicBezTo>
                    <a:pt x="677" y="2173"/>
                    <a:pt x="810" y="2307"/>
                    <a:pt x="933" y="2348"/>
                  </a:cubicBezTo>
                  <a:cubicBezTo>
                    <a:pt x="1107" y="2348"/>
                    <a:pt x="1281" y="2214"/>
                    <a:pt x="1281" y="2050"/>
                  </a:cubicBezTo>
                  <a:lnTo>
                    <a:pt x="1281" y="595"/>
                  </a:lnTo>
                  <a:lnTo>
                    <a:pt x="1620" y="595"/>
                  </a:lnTo>
                  <a:cubicBezTo>
                    <a:pt x="1794" y="595"/>
                    <a:pt x="1917" y="513"/>
                    <a:pt x="1917" y="338"/>
                  </a:cubicBezTo>
                  <a:cubicBezTo>
                    <a:pt x="1958" y="164"/>
                    <a:pt x="1835"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98"/>
            <p:cNvSpPr/>
            <p:nvPr/>
          </p:nvSpPr>
          <p:spPr>
            <a:xfrm>
              <a:off x="7905788" y="2092175"/>
              <a:ext cx="27950" cy="14875"/>
            </a:xfrm>
            <a:custGeom>
              <a:avLst/>
              <a:gdLst/>
              <a:ahLst/>
              <a:cxnLst/>
              <a:rect l="l" t="t" r="r" b="b"/>
              <a:pathLst>
                <a:path w="1118" h="595" extrusionOk="0">
                  <a:moveTo>
                    <a:pt x="349" y="0"/>
                  </a:moveTo>
                  <a:cubicBezTo>
                    <a:pt x="175" y="0"/>
                    <a:pt x="0" y="164"/>
                    <a:pt x="41" y="338"/>
                  </a:cubicBezTo>
                  <a:cubicBezTo>
                    <a:pt x="41" y="461"/>
                    <a:pt x="216" y="595"/>
                    <a:pt x="349" y="595"/>
                  </a:cubicBezTo>
                  <a:lnTo>
                    <a:pt x="769" y="595"/>
                  </a:lnTo>
                  <a:cubicBezTo>
                    <a:pt x="943" y="595"/>
                    <a:pt x="1118" y="420"/>
                    <a:pt x="1067" y="256"/>
                  </a:cubicBezTo>
                  <a:cubicBezTo>
                    <a:pt x="1026" y="82"/>
                    <a:pt x="902" y="0"/>
                    <a:pt x="76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98"/>
            <p:cNvSpPr/>
            <p:nvPr/>
          </p:nvSpPr>
          <p:spPr>
            <a:xfrm>
              <a:off x="7851463" y="2135725"/>
              <a:ext cx="82275" cy="15150"/>
            </a:xfrm>
            <a:custGeom>
              <a:avLst/>
              <a:gdLst/>
              <a:ahLst/>
              <a:cxnLst/>
              <a:rect l="l" t="t" r="r" b="b"/>
              <a:pathLst>
                <a:path w="3291" h="606" extrusionOk="0">
                  <a:moveTo>
                    <a:pt x="338" y="1"/>
                  </a:moveTo>
                  <a:cubicBezTo>
                    <a:pt x="123" y="1"/>
                    <a:pt x="0" y="175"/>
                    <a:pt x="41" y="349"/>
                  </a:cubicBezTo>
                  <a:cubicBezTo>
                    <a:pt x="41" y="472"/>
                    <a:pt x="164" y="606"/>
                    <a:pt x="338" y="606"/>
                  </a:cubicBezTo>
                  <a:lnTo>
                    <a:pt x="2942" y="606"/>
                  </a:lnTo>
                  <a:cubicBezTo>
                    <a:pt x="3116" y="606"/>
                    <a:pt x="3291" y="431"/>
                    <a:pt x="3240" y="257"/>
                  </a:cubicBezTo>
                  <a:cubicBezTo>
                    <a:pt x="3199" y="93"/>
                    <a:pt x="3075" y="1"/>
                    <a:pt x="294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98"/>
            <p:cNvSpPr/>
            <p:nvPr/>
          </p:nvSpPr>
          <p:spPr>
            <a:xfrm>
              <a:off x="8004188" y="2048350"/>
              <a:ext cx="82050" cy="14875"/>
            </a:xfrm>
            <a:custGeom>
              <a:avLst/>
              <a:gdLst/>
              <a:ahLst/>
              <a:cxnLst/>
              <a:rect l="l" t="t" r="r" b="b"/>
              <a:pathLst>
                <a:path w="3282" h="595" extrusionOk="0">
                  <a:moveTo>
                    <a:pt x="339" y="0"/>
                  </a:moveTo>
                  <a:cubicBezTo>
                    <a:pt x="165" y="0"/>
                    <a:pt x="1" y="164"/>
                    <a:pt x="42" y="338"/>
                  </a:cubicBezTo>
                  <a:cubicBezTo>
                    <a:pt x="83" y="513"/>
                    <a:pt x="206" y="595"/>
                    <a:pt x="339" y="595"/>
                  </a:cubicBezTo>
                  <a:lnTo>
                    <a:pt x="2943" y="595"/>
                  </a:lnTo>
                  <a:cubicBezTo>
                    <a:pt x="3158" y="595"/>
                    <a:pt x="3281" y="420"/>
                    <a:pt x="3240" y="256"/>
                  </a:cubicBezTo>
                  <a:cubicBezTo>
                    <a:pt x="3240" y="82"/>
                    <a:pt x="3117" y="0"/>
                    <a:pt x="294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98"/>
            <p:cNvSpPr/>
            <p:nvPr/>
          </p:nvSpPr>
          <p:spPr>
            <a:xfrm>
              <a:off x="8004188" y="2092175"/>
              <a:ext cx="82050" cy="14875"/>
            </a:xfrm>
            <a:custGeom>
              <a:avLst/>
              <a:gdLst/>
              <a:ahLst/>
              <a:cxnLst/>
              <a:rect l="l" t="t" r="r" b="b"/>
              <a:pathLst>
                <a:path w="3282" h="595" extrusionOk="0">
                  <a:moveTo>
                    <a:pt x="339" y="0"/>
                  </a:moveTo>
                  <a:cubicBezTo>
                    <a:pt x="165" y="0"/>
                    <a:pt x="1" y="164"/>
                    <a:pt x="42" y="338"/>
                  </a:cubicBezTo>
                  <a:cubicBezTo>
                    <a:pt x="83" y="461"/>
                    <a:pt x="206" y="595"/>
                    <a:pt x="339" y="595"/>
                  </a:cubicBezTo>
                  <a:lnTo>
                    <a:pt x="2943" y="595"/>
                  </a:lnTo>
                  <a:cubicBezTo>
                    <a:pt x="3158" y="595"/>
                    <a:pt x="3281" y="420"/>
                    <a:pt x="3240" y="256"/>
                  </a:cubicBezTo>
                  <a:cubicBezTo>
                    <a:pt x="3240" y="82"/>
                    <a:pt x="3117" y="0"/>
                    <a:pt x="294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98"/>
            <p:cNvSpPr/>
            <p:nvPr/>
          </p:nvSpPr>
          <p:spPr>
            <a:xfrm>
              <a:off x="8004188" y="2135725"/>
              <a:ext cx="82050" cy="15150"/>
            </a:xfrm>
            <a:custGeom>
              <a:avLst/>
              <a:gdLst/>
              <a:ahLst/>
              <a:cxnLst/>
              <a:rect l="l" t="t" r="r" b="b"/>
              <a:pathLst>
                <a:path w="3282" h="606" extrusionOk="0">
                  <a:moveTo>
                    <a:pt x="339" y="1"/>
                  </a:moveTo>
                  <a:cubicBezTo>
                    <a:pt x="165" y="1"/>
                    <a:pt x="1" y="175"/>
                    <a:pt x="42" y="349"/>
                  </a:cubicBezTo>
                  <a:cubicBezTo>
                    <a:pt x="83" y="472"/>
                    <a:pt x="206" y="606"/>
                    <a:pt x="339" y="606"/>
                  </a:cubicBezTo>
                  <a:lnTo>
                    <a:pt x="2943" y="606"/>
                  </a:lnTo>
                  <a:cubicBezTo>
                    <a:pt x="3158" y="606"/>
                    <a:pt x="3281" y="431"/>
                    <a:pt x="3240" y="257"/>
                  </a:cubicBezTo>
                  <a:cubicBezTo>
                    <a:pt x="3240" y="93"/>
                    <a:pt x="3117" y="1"/>
                    <a:pt x="294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98"/>
            <p:cNvSpPr/>
            <p:nvPr/>
          </p:nvSpPr>
          <p:spPr>
            <a:xfrm>
              <a:off x="8004188" y="2179550"/>
              <a:ext cx="82050" cy="15150"/>
            </a:xfrm>
            <a:custGeom>
              <a:avLst/>
              <a:gdLst/>
              <a:ahLst/>
              <a:cxnLst/>
              <a:rect l="l" t="t" r="r" b="b"/>
              <a:pathLst>
                <a:path w="3282" h="606" extrusionOk="0">
                  <a:moveTo>
                    <a:pt x="339" y="1"/>
                  </a:moveTo>
                  <a:cubicBezTo>
                    <a:pt x="165" y="1"/>
                    <a:pt x="1" y="175"/>
                    <a:pt x="42" y="349"/>
                  </a:cubicBezTo>
                  <a:cubicBezTo>
                    <a:pt x="83" y="472"/>
                    <a:pt x="206" y="606"/>
                    <a:pt x="339" y="606"/>
                  </a:cubicBezTo>
                  <a:lnTo>
                    <a:pt x="2943" y="606"/>
                  </a:lnTo>
                  <a:cubicBezTo>
                    <a:pt x="3158" y="606"/>
                    <a:pt x="3281" y="431"/>
                    <a:pt x="3240" y="257"/>
                  </a:cubicBezTo>
                  <a:cubicBezTo>
                    <a:pt x="3240" y="93"/>
                    <a:pt x="3117" y="1"/>
                    <a:pt x="294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98"/>
            <p:cNvSpPr/>
            <p:nvPr/>
          </p:nvSpPr>
          <p:spPr>
            <a:xfrm>
              <a:off x="7851463" y="2179550"/>
              <a:ext cx="82275" cy="15150"/>
            </a:xfrm>
            <a:custGeom>
              <a:avLst/>
              <a:gdLst/>
              <a:ahLst/>
              <a:cxnLst/>
              <a:rect l="l" t="t" r="r" b="b"/>
              <a:pathLst>
                <a:path w="3291" h="606" extrusionOk="0">
                  <a:moveTo>
                    <a:pt x="338" y="1"/>
                  </a:moveTo>
                  <a:cubicBezTo>
                    <a:pt x="123" y="1"/>
                    <a:pt x="0" y="175"/>
                    <a:pt x="41" y="349"/>
                  </a:cubicBezTo>
                  <a:cubicBezTo>
                    <a:pt x="41" y="472"/>
                    <a:pt x="164" y="606"/>
                    <a:pt x="338" y="606"/>
                  </a:cubicBezTo>
                  <a:lnTo>
                    <a:pt x="2942" y="606"/>
                  </a:lnTo>
                  <a:cubicBezTo>
                    <a:pt x="3116" y="606"/>
                    <a:pt x="3291" y="431"/>
                    <a:pt x="3240" y="257"/>
                  </a:cubicBezTo>
                  <a:cubicBezTo>
                    <a:pt x="3199" y="93"/>
                    <a:pt x="3075" y="1"/>
                    <a:pt x="29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4" name="Google Shape;1454;p98"/>
          <p:cNvGrpSpPr/>
          <p:nvPr/>
        </p:nvGrpSpPr>
        <p:grpSpPr>
          <a:xfrm>
            <a:off x="1751813" y="2520150"/>
            <a:ext cx="343700" cy="345000"/>
            <a:chOff x="1751813" y="2520150"/>
            <a:chExt cx="343700" cy="345000"/>
          </a:xfrm>
        </p:grpSpPr>
        <p:sp>
          <p:nvSpPr>
            <p:cNvPr id="1455" name="Google Shape;1455;p98"/>
            <p:cNvSpPr/>
            <p:nvPr/>
          </p:nvSpPr>
          <p:spPr>
            <a:xfrm>
              <a:off x="1949413" y="2527850"/>
              <a:ext cx="14900" cy="328850"/>
            </a:xfrm>
            <a:custGeom>
              <a:avLst/>
              <a:gdLst/>
              <a:ahLst/>
              <a:cxnLst/>
              <a:rect l="l" t="t" r="r" b="b"/>
              <a:pathLst>
                <a:path w="596" h="13154" extrusionOk="0">
                  <a:moveTo>
                    <a:pt x="0" y="0"/>
                  </a:moveTo>
                  <a:lnTo>
                    <a:pt x="0" y="13153"/>
                  </a:lnTo>
                  <a:lnTo>
                    <a:pt x="595" y="1315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98"/>
            <p:cNvSpPr/>
            <p:nvPr/>
          </p:nvSpPr>
          <p:spPr>
            <a:xfrm>
              <a:off x="1905588" y="2527850"/>
              <a:ext cx="14900" cy="329875"/>
            </a:xfrm>
            <a:custGeom>
              <a:avLst/>
              <a:gdLst/>
              <a:ahLst/>
              <a:cxnLst/>
              <a:rect l="l" t="t" r="r" b="b"/>
              <a:pathLst>
                <a:path w="596" h="13195" extrusionOk="0">
                  <a:moveTo>
                    <a:pt x="0" y="0"/>
                  </a:moveTo>
                  <a:lnTo>
                    <a:pt x="0" y="13194"/>
                  </a:lnTo>
                  <a:lnTo>
                    <a:pt x="595" y="13194"/>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98"/>
            <p:cNvSpPr/>
            <p:nvPr/>
          </p:nvSpPr>
          <p:spPr>
            <a:xfrm>
              <a:off x="2044238" y="2575775"/>
              <a:ext cx="43850" cy="14900"/>
            </a:xfrm>
            <a:custGeom>
              <a:avLst/>
              <a:gdLst/>
              <a:ahLst/>
              <a:cxnLst/>
              <a:rect l="l" t="t" r="r" b="b"/>
              <a:pathLst>
                <a:path w="1754" h="596" extrusionOk="0">
                  <a:moveTo>
                    <a:pt x="1" y="0"/>
                  </a:moveTo>
                  <a:lnTo>
                    <a:pt x="1" y="595"/>
                  </a:lnTo>
                  <a:lnTo>
                    <a:pt x="1754" y="595"/>
                  </a:lnTo>
                  <a:lnTo>
                    <a:pt x="17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98"/>
            <p:cNvSpPr/>
            <p:nvPr/>
          </p:nvSpPr>
          <p:spPr>
            <a:xfrm>
              <a:off x="1751813" y="2520150"/>
              <a:ext cx="256325" cy="345000"/>
            </a:xfrm>
            <a:custGeom>
              <a:avLst/>
              <a:gdLst/>
              <a:ahLst/>
              <a:cxnLst/>
              <a:rect l="l" t="t" r="r" b="b"/>
              <a:pathLst>
                <a:path w="10253" h="13800" extrusionOk="0">
                  <a:moveTo>
                    <a:pt x="9135" y="606"/>
                  </a:moveTo>
                  <a:cubicBezTo>
                    <a:pt x="9442" y="606"/>
                    <a:pt x="9647" y="862"/>
                    <a:pt x="9647" y="1118"/>
                  </a:cubicBezTo>
                  <a:lnTo>
                    <a:pt x="9647" y="12692"/>
                  </a:lnTo>
                  <a:cubicBezTo>
                    <a:pt x="9647" y="12990"/>
                    <a:pt x="9442" y="13205"/>
                    <a:pt x="9135" y="13205"/>
                  </a:cubicBezTo>
                  <a:lnTo>
                    <a:pt x="595" y="13205"/>
                  </a:lnTo>
                  <a:lnTo>
                    <a:pt x="595" y="606"/>
                  </a:lnTo>
                  <a:close/>
                  <a:moveTo>
                    <a:pt x="298" y="1"/>
                  </a:moveTo>
                  <a:cubicBezTo>
                    <a:pt x="124" y="1"/>
                    <a:pt x="1" y="134"/>
                    <a:pt x="1" y="308"/>
                  </a:cubicBezTo>
                  <a:lnTo>
                    <a:pt x="1" y="13502"/>
                  </a:lnTo>
                  <a:cubicBezTo>
                    <a:pt x="1" y="13676"/>
                    <a:pt x="124" y="13799"/>
                    <a:pt x="298" y="13799"/>
                  </a:cubicBezTo>
                  <a:lnTo>
                    <a:pt x="9135" y="13799"/>
                  </a:lnTo>
                  <a:cubicBezTo>
                    <a:pt x="9740" y="13799"/>
                    <a:pt x="10252" y="13287"/>
                    <a:pt x="10252" y="12692"/>
                  </a:cubicBezTo>
                  <a:lnTo>
                    <a:pt x="10252" y="1118"/>
                  </a:lnTo>
                  <a:cubicBezTo>
                    <a:pt x="10252" y="513"/>
                    <a:pt x="9740" y="1"/>
                    <a:pt x="91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98"/>
            <p:cNvSpPr/>
            <p:nvPr/>
          </p:nvSpPr>
          <p:spPr>
            <a:xfrm>
              <a:off x="2036813" y="2521350"/>
              <a:ext cx="58700" cy="343800"/>
            </a:xfrm>
            <a:custGeom>
              <a:avLst/>
              <a:gdLst/>
              <a:ahLst/>
              <a:cxnLst/>
              <a:rect l="l" t="t" r="r" b="b"/>
              <a:pathLst>
                <a:path w="2348" h="13752" extrusionOk="0">
                  <a:moveTo>
                    <a:pt x="1170" y="594"/>
                  </a:moveTo>
                  <a:cubicBezTo>
                    <a:pt x="1193" y="594"/>
                    <a:pt x="1217" y="596"/>
                    <a:pt x="1241" y="599"/>
                  </a:cubicBezTo>
                  <a:cubicBezTo>
                    <a:pt x="1538" y="599"/>
                    <a:pt x="1753" y="855"/>
                    <a:pt x="1753" y="1152"/>
                  </a:cubicBezTo>
                  <a:lnTo>
                    <a:pt x="1753" y="12214"/>
                  </a:lnTo>
                  <a:lnTo>
                    <a:pt x="1159" y="12942"/>
                  </a:lnTo>
                  <a:lnTo>
                    <a:pt x="605" y="12214"/>
                  </a:lnTo>
                  <a:lnTo>
                    <a:pt x="605" y="1152"/>
                  </a:lnTo>
                  <a:cubicBezTo>
                    <a:pt x="605" y="838"/>
                    <a:pt x="862" y="594"/>
                    <a:pt x="1170" y="594"/>
                  </a:cubicBezTo>
                  <a:close/>
                  <a:moveTo>
                    <a:pt x="1211" y="1"/>
                  </a:moveTo>
                  <a:cubicBezTo>
                    <a:pt x="1180" y="1"/>
                    <a:pt x="1149" y="2"/>
                    <a:pt x="1118" y="4"/>
                  </a:cubicBezTo>
                  <a:cubicBezTo>
                    <a:pt x="472" y="4"/>
                    <a:pt x="0" y="517"/>
                    <a:pt x="0" y="1152"/>
                  </a:cubicBezTo>
                  <a:lnTo>
                    <a:pt x="0" y="12347"/>
                  </a:lnTo>
                  <a:cubicBezTo>
                    <a:pt x="0" y="12388"/>
                    <a:pt x="0" y="12470"/>
                    <a:pt x="41" y="12511"/>
                  </a:cubicBezTo>
                  <a:lnTo>
                    <a:pt x="943" y="13628"/>
                  </a:lnTo>
                  <a:cubicBezTo>
                    <a:pt x="984" y="13710"/>
                    <a:pt x="1066" y="13751"/>
                    <a:pt x="1159" y="13751"/>
                  </a:cubicBezTo>
                  <a:cubicBezTo>
                    <a:pt x="1241" y="13751"/>
                    <a:pt x="1323" y="13710"/>
                    <a:pt x="1415" y="13628"/>
                  </a:cubicBezTo>
                  <a:lnTo>
                    <a:pt x="2266" y="12511"/>
                  </a:lnTo>
                  <a:cubicBezTo>
                    <a:pt x="2307" y="12470"/>
                    <a:pt x="2348" y="12388"/>
                    <a:pt x="2348" y="12347"/>
                  </a:cubicBezTo>
                  <a:lnTo>
                    <a:pt x="2348" y="1152"/>
                  </a:lnTo>
                  <a:cubicBezTo>
                    <a:pt x="2348" y="497"/>
                    <a:pt x="1844" y="1"/>
                    <a:pt x="12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98"/>
            <p:cNvSpPr/>
            <p:nvPr/>
          </p:nvSpPr>
          <p:spPr>
            <a:xfrm>
              <a:off x="1795638" y="2565000"/>
              <a:ext cx="70500" cy="15150"/>
            </a:xfrm>
            <a:custGeom>
              <a:avLst/>
              <a:gdLst/>
              <a:ahLst/>
              <a:cxnLst/>
              <a:rect l="l" t="t" r="r" b="b"/>
              <a:pathLst>
                <a:path w="2820" h="606" extrusionOk="0">
                  <a:moveTo>
                    <a:pt x="339" y="1"/>
                  </a:moveTo>
                  <a:cubicBezTo>
                    <a:pt x="124" y="1"/>
                    <a:pt x="1" y="175"/>
                    <a:pt x="42" y="349"/>
                  </a:cubicBezTo>
                  <a:cubicBezTo>
                    <a:pt x="42" y="472"/>
                    <a:pt x="165" y="606"/>
                    <a:pt x="339" y="606"/>
                  </a:cubicBezTo>
                  <a:lnTo>
                    <a:pt x="2512" y="606"/>
                  </a:lnTo>
                  <a:cubicBezTo>
                    <a:pt x="2686" y="606"/>
                    <a:pt x="2820" y="431"/>
                    <a:pt x="2820" y="257"/>
                  </a:cubicBezTo>
                  <a:cubicBezTo>
                    <a:pt x="2769" y="93"/>
                    <a:pt x="2645" y="1"/>
                    <a:pt x="25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98"/>
            <p:cNvSpPr/>
            <p:nvPr/>
          </p:nvSpPr>
          <p:spPr>
            <a:xfrm>
              <a:off x="1795638" y="2608825"/>
              <a:ext cx="48975" cy="15150"/>
            </a:xfrm>
            <a:custGeom>
              <a:avLst/>
              <a:gdLst/>
              <a:ahLst/>
              <a:cxnLst/>
              <a:rect l="l" t="t" r="r" b="b"/>
              <a:pathLst>
                <a:path w="1959" h="606" extrusionOk="0">
                  <a:moveTo>
                    <a:pt x="339" y="1"/>
                  </a:moveTo>
                  <a:cubicBezTo>
                    <a:pt x="124" y="1"/>
                    <a:pt x="1" y="175"/>
                    <a:pt x="42" y="349"/>
                  </a:cubicBezTo>
                  <a:cubicBezTo>
                    <a:pt x="42" y="472"/>
                    <a:pt x="165" y="606"/>
                    <a:pt x="339" y="606"/>
                  </a:cubicBezTo>
                  <a:lnTo>
                    <a:pt x="1620" y="606"/>
                  </a:lnTo>
                  <a:cubicBezTo>
                    <a:pt x="1795" y="606"/>
                    <a:pt x="1959" y="431"/>
                    <a:pt x="1918" y="257"/>
                  </a:cubicBezTo>
                  <a:cubicBezTo>
                    <a:pt x="1918" y="93"/>
                    <a:pt x="1743" y="1"/>
                    <a:pt x="162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2" name="Google Shape;1462;p98"/>
          <p:cNvGrpSpPr/>
          <p:nvPr/>
        </p:nvGrpSpPr>
        <p:grpSpPr>
          <a:xfrm>
            <a:off x="6339363" y="1976825"/>
            <a:ext cx="265800" cy="343725"/>
            <a:chOff x="6339363" y="1976825"/>
            <a:chExt cx="265800" cy="343725"/>
          </a:xfrm>
        </p:grpSpPr>
        <p:sp>
          <p:nvSpPr>
            <p:cNvPr id="1463" name="Google Shape;1463;p98"/>
            <p:cNvSpPr/>
            <p:nvPr/>
          </p:nvSpPr>
          <p:spPr>
            <a:xfrm>
              <a:off x="6339363" y="1976825"/>
              <a:ext cx="265800" cy="343725"/>
            </a:xfrm>
            <a:custGeom>
              <a:avLst/>
              <a:gdLst/>
              <a:ahLst/>
              <a:cxnLst/>
              <a:rect l="l" t="t" r="r" b="b"/>
              <a:pathLst>
                <a:path w="10632" h="13749" extrusionOk="0">
                  <a:moveTo>
                    <a:pt x="10036" y="595"/>
                  </a:moveTo>
                  <a:lnTo>
                    <a:pt x="10036" y="2174"/>
                  </a:lnTo>
                  <a:lnTo>
                    <a:pt x="1446" y="2174"/>
                  </a:lnTo>
                  <a:cubicBezTo>
                    <a:pt x="984" y="2174"/>
                    <a:pt x="595" y="1836"/>
                    <a:pt x="636" y="1364"/>
                  </a:cubicBezTo>
                  <a:cubicBezTo>
                    <a:pt x="636" y="934"/>
                    <a:pt x="1025" y="595"/>
                    <a:pt x="1446" y="595"/>
                  </a:cubicBezTo>
                  <a:close/>
                  <a:moveTo>
                    <a:pt x="595" y="2512"/>
                  </a:moveTo>
                  <a:cubicBezTo>
                    <a:pt x="810" y="2687"/>
                    <a:pt x="1066" y="2769"/>
                    <a:pt x="1405" y="2769"/>
                  </a:cubicBezTo>
                  <a:lnTo>
                    <a:pt x="10036" y="2769"/>
                  </a:lnTo>
                  <a:lnTo>
                    <a:pt x="10036" y="13153"/>
                  </a:lnTo>
                  <a:lnTo>
                    <a:pt x="1405" y="13153"/>
                  </a:lnTo>
                  <a:cubicBezTo>
                    <a:pt x="933" y="13153"/>
                    <a:pt x="595" y="12815"/>
                    <a:pt x="595" y="12344"/>
                  </a:cubicBezTo>
                  <a:lnTo>
                    <a:pt x="595" y="2512"/>
                  </a:lnTo>
                  <a:close/>
                  <a:moveTo>
                    <a:pt x="1405" y="1"/>
                  </a:moveTo>
                  <a:cubicBezTo>
                    <a:pt x="595" y="1"/>
                    <a:pt x="0" y="595"/>
                    <a:pt x="0" y="1405"/>
                  </a:cubicBezTo>
                  <a:lnTo>
                    <a:pt x="0" y="12344"/>
                  </a:lnTo>
                  <a:cubicBezTo>
                    <a:pt x="0" y="13112"/>
                    <a:pt x="595" y="13748"/>
                    <a:pt x="1405" y="13748"/>
                  </a:cubicBezTo>
                  <a:lnTo>
                    <a:pt x="10334" y="13748"/>
                  </a:lnTo>
                  <a:cubicBezTo>
                    <a:pt x="10508" y="13748"/>
                    <a:pt x="10631" y="13625"/>
                    <a:pt x="10631" y="13451"/>
                  </a:cubicBezTo>
                  <a:lnTo>
                    <a:pt x="10631" y="2471"/>
                  </a:lnTo>
                  <a:lnTo>
                    <a:pt x="10631" y="298"/>
                  </a:lnTo>
                  <a:cubicBezTo>
                    <a:pt x="10631" y="124"/>
                    <a:pt x="10508" y="1"/>
                    <a:pt x="10334"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98"/>
            <p:cNvSpPr/>
            <p:nvPr/>
          </p:nvSpPr>
          <p:spPr>
            <a:xfrm>
              <a:off x="6377788" y="2069600"/>
              <a:ext cx="188925" cy="212500"/>
            </a:xfrm>
            <a:custGeom>
              <a:avLst/>
              <a:gdLst/>
              <a:ahLst/>
              <a:cxnLst/>
              <a:rect l="l" t="t" r="r" b="b"/>
              <a:pathLst>
                <a:path w="7557" h="8500" extrusionOk="0">
                  <a:moveTo>
                    <a:pt x="5896" y="595"/>
                  </a:moveTo>
                  <a:cubicBezTo>
                    <a:pt x="6019" y="1108"/>
                    <a:pt x="6449" y="1539"/>
                    <a:pt x="6962" y="1672"/>
                  </a:cubicBezTo>
                  <a:lnTo>
                    <a:pt x="6962" y="6839"/>
                  </a:lnTo>
                  <a:cubicBezTo>
                    <a:pt x="6449" y="6962"/>
                    <a:pt x="6019" y="7351"/>
                    <a:pt x="5896" y="7905"/>
                  </a:cubicBezTo>
                  <a:lnTo>
                    <a:pt x="1621" y="7905"/>
                  </a:lnTo>
                  <a:cubicBezTo>
                    <a:pt x="1539" y="7351"/>
                    <a:pt x="1108" y="6962"/>
                    <a:pt x="555" y="6839"/>
                  </a:cubicBezTo>
                  <a:lnTo>
                    <a:pt x="555" y="1672"/>
                  </a:lnTo>
                  <a:cubicBezTo>
                    <a:pt x="1108" y="1539"/>
                    <a:pt x="1539" y="1108"/>
                    <a:pt x="1621" y="595"/>
                  </a:cubicBezTo>
                  <a:close/>
                  <a:moveTo>
                    <a:pt x="1364" y="1"/>
                  </a:moveTo>
                  <a:cubicBezTo>
                    <a:pt x="1190" y="1"/>
                    <a:pt x="1067" y="134"/>
                    <a:pt x="1067" y="298"/>
                  </a:cubicBezTo>
                  <a:cubicBezTo>
                    <a:pt x="1067" y="729"/>
                    <a:pt x="729" y="1108"/>
                    <a:pt x="257" y="1108"/>
                  </a:cubicBezTo>
                  <a:cubicBezTo>
                    <a:pt x="124" y="1108"/>
                    <a:pt x="1" y="1241"/>
                    <a:pt x="1" y="1416"/>
                  </a:cubicBezTo>
                  <a:lnTo>
                    <a:pt x="1" y="7095"/>
                  </a:lnTo>
                  <a:cubicBezTo>
                    <a:pt x="1" y="7259"/>
                    <a:pt x="124" y="7392"/>
                    <a:pt x="257" y="7392"/>
                  </a:cubicBezTo>
                  <a:cubicBezTo>
                    <a:pt x="729" y="7392"/>
                    <a:pt x="1067" y="7730"/>
                    <a:pt x="1067" y="8202"/>
                  </a:cubicBezTo>
                  <a:cubicBezTo>
                    <a:pt x="1067" y="8335"/>
                    <a:pt x="1190" y="8499"/>
                    <a:pt x="1364" y="8499"/>
                  </a:cubicBezTo>
                  <a:lnTo>
                    <a:pt x="6193" y="8499"/>
                  </a:lnTo>
                  <a:cubicBezTo>
                    <a:pt x="6316" y="8499"/>
                    <a:pt x="6490" y="8335"/>
                    <a:pt x="6490" y="8202"/>
                  </a:cubicBezTo>
                  <a:cubicBezTo>
                    <a:pt x="6490" y="7730"/>
                    <a:pt x="6828" y="7392"/>
                    <a:pt x="7259" y="7392"/>
                  </a:cubicBezTo>
                  <a:cubicBezTo>
                    <a:pt x="7433" y="7392"/>
                    <a:pt x="7556" y="7259"/>
                    <a:pt x="7556" y="7095"/>
                  </a:cubicBezTo>
                  <a:lnTo>
                    <a:pt x="7556" y="1416"/>
                  </a:lnTo>
                  <a:cubicBezTo>
                    <a:pt x="7556" y="1241"/>
                    <a:pt x="7433" y="1108"/>
                    <a:pt x="7259" y="1108"/>
                  </a:cubicBezTo>
                  <a:cubicBezTo>
                    <a:pt x="6828" y="1108"/>
                    <a:pt x="6490" y="729"/>
                    <a:pt x="6490" y="298"/>
                  </a:cubicBezTo>
                  <a:cubicBezTo>
                    <a:pt x="6490" y="134"/>
                    <a:pt x="6316" y="1"/>
                    <a:pt x="619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98"/>
            <p:cNvSpPr/>
            <p:nvPr/>
          </p:nvSpPr>
          <p:spPr>
            <a:xfrm>
              <a:off x="6436488" y="2125225"/>
              <a:ext cx="70500" cy="101525"/>
            </a:xfrm>
            <a:custGeom>
              <a:avLst/>
              <a:gdLst/>
              <a:ahLst/>
              <a:cxnLst/>
              <a:rect l="l" t="t" r="r" b="b"/>
              <a:pathLst>
                <a:path w="2820" h="4061" extrusionOk="0">
                  <a:moveTo>
                    <a:pt x="1405" y="851"/>
                  </a:moveTo>
                  <a:lnTo>
                    <a:pt x="2174" y="2051"/>
                  </a:lnTo>
                  <a:lnTo>
                    <a:pt x="1405" y="3199"/>
                  </a:lnTo>
                  <a:lnTo>
                    <a:pt x="687" y="2051"/>
                  </a:lnTo>
                  <a:lnTo>
                    <a:pt x="1405" y="851"/>
                  </a:lnTo>
                  <a:close/>
                  <a:moveTo>
                    <a:pt x="1405" y="0"/>
                  </a:moveTo>
                  <a:cubicBezTo>
                    <a:pt x="1323" y="0"/>
                    <a:pt x="1241" y="41"/>
                    <a:pt x="1200" y="123"/>
                  </a:cubicBezTo>
                  <a:lnTo>
                    <a:pt x="83" y="1876"/>
                  </a:lnTo>
                  <a:cubicBezTo>
                    <a:pt x="1" y="1958"/>
                    <a:pt x="1" y="2092"/>
                    <a:pt x="83" y="2174"/>
                  </a:cubicBezTo>
                  <a:lnTo>
                    <a:pt x="1200" y="3927"/>
                  </a:lnTo>
                  <a:cubicBezTo>
                    <a:pt x="1241" y="4009"/>
                    <a:pt x="1323" y="4060"/>
                    <a:pt x="1405" y="4060"/>
                  </a:cubicBezTo>
                  <a:cubicBezTo>
                    <a:pt x="1538" y="4060"/>
                    <a:pt x="1620" y="4009"/>
                    <a:pt x="1661" y="3927"/>
                  </a:cubicBezTo>
                  <a:lnTo>
                    <a:pt x="2779" y="2174"/>
                  </a:lnTo>
                  <a:cubicBezTo>
                    <a:pt x="2820" y="2092"/>
                    <a:pt x="2820" y="1958"/>
                    <a:pt x="2779" y="1876"/>
                  </a:cubicBezTo>
                  <a:lnTo>
                    <a:pt x="1661" y="123"/>
                  </a:lnTo>
                  <a:cubicBezTo>
                    <a:pt x="1620" y="41"/>
                    <a:pt x="1538" y="0"/>
                    <a:pt x="140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98"/>
            <p:cNvSpPr/>
            <p:nvPr/>
          </p:nvSpPr>
          <p:spPr>
            <a:xfrm>
              <a:off x="6506963" y="2118825"/>
              <a:ext cx="18225" cy="14875"/>
            </a:xfrm>
            <a:custGeom>
              <a:avLst/>
              <a:gdLst/>
              <a:ahLst/>
              <a:cxnLst/>
              <a:rect l="l" t="t" r="r" b="b"/>
              <a:pathLst>
                <a:path w="729" h="595" extrusionOk="0">
                  <a:moveTo>
                    <a:pt x="339" y="0"/>
                  </a:moveTo>
                  <a:cubicBezTo>
                    <a:pt x="257" y="0"/>
                    <a:pt x="124" y="41"/>
                    <a:pt x="83" y="123"/>
                  </a:cubicBezTo>
                  <a:cubicBezTo>
                    <a:pt x="1" y="379"/>
                    <a:pt x="124" y="595"/>
                    <a:pt x="339" y="595"/>
                  </a:cubicBezTo>
                  <a:cubicBezTo>
                    <a:pt x="554" y="595"/>
                    <a:pt x="729" y="379"/>
                    <a:pt x="636" y="164"/>
                  </a:cubicBezTo>
                  <a:cubicBezTo>
                    <a:pt x="595" y="82"/>
                    <a:pt x="472" y="0"/>
                    <a:pt x="38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98"/>
            <p:cNvSpPr/>
            <p:nvPr/>
          </p:nvSpPr>
          <p:spPr>
            <a:xfrm>
              <a:off x="6506963" y="2218000"/>
              <a:ext cx="18225" cy="15150"/>
            </a:xfrm>
            <a:custGeom>
              <a:avLst/>
              <a:gdLst/>
              <a:ahLst/>
              <a:cxnLst/>
              <a:rect l="l" t="t" r="r" b="b"/>
              <a:pathLst>
                <a:path w="729" h="606" extrusionOk="0">
                  <a:moveTo>
                    <a:pt x="339" y="0"/>
                  </a:moveTo>
                  <a:cubicBezTo>
                    <a:pt x="257" y="0"/>
                    <a:pt x="124" y="41"/>
                    <a:pt x="83" y="134"/>
                  </a:cubicBezTo>
                  <a:cubicBezTo>
                    <a:pt x="1" y="349"/>
                    <a:pt x="124" y="605"/>
                    <a:pt x="339" y="605"/>
                  </a:cubicBezTo>
                  <a:cubicBezTo>
                    <a:pt x="554" y="605"/>
                    <a:pt x="729" y="390"/>
                    <a:pt x="636" y="175"/>
                  </a:cubicBezTo>
                  <a:cubicBezTo>
                    <a:pt x="595" y="41"/>
                    <a:pt x="472" y="0"/>
                    <a:pt x="38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98"/>
            <p:cNvSpPr/>
            <p:nvPr/>
          </p:nvSpPr>
          <p:spPr>
            <a:xfrm>
              <a:off x="6412913" y="2118825"/>
              <a:ext cx="19250" cy="14875"/>
            </a:xfrm>
            <a:custGeom>
              <a:avLst/>
              <a:gdLst/>
              <a:ahLst/>
              <a:cxnLst/>
              <a:rect l="l" t="t" r="r" b="b"/>
              <a:pathLst>
                <a:path w="770" h="595" extrusionOk="0">
                  <a:moveTo>
                    <a:pt x="390" y="0"/>
                  </a:moveTo>
                  <a:cubicBezTo>
                    <a:pt x="298" y="0"/>
                    <a:pt x="175" y="41"/>
                    <a:pt x="134" y="123"/>
                  </a:cubicBezTo>
                  <a:cubicBezTo>
                    <a:pt x="0" y="379"/>
                    <a:pt x="175" y="595"/>
                    <a:pt x="390" y="595"/>
                  </a:cubicBezTo>
                  <a:cubicBezTo>
                    <a:pt x="605" y="595"/>
                    <a:pt x="769" y="379"/>
                    <a:pt x="687" y="164"/>
                  </a:cubicBezTo>
                  <a:cubicBezTo>
                    <a:pt x="605" y="82"/>
                    <a:pt x="513" y="0"/>
                    <a:pt x="43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98"/>
            <p:cNvSpPr/>
            <p:nvPr/>
          </p:nvSpPr>
          <p:spPr>
            <a:xfrm>
              <a:off x="6412913" y="2218000"/>
              <a:ext cx="19250" cy="15150"/>
            </a:xfrm>
            <a:custGeom>
              <a:avLst/>
              <a:gdLst/>
              <a:ahLst/>
              <a:cxnLst/>
              <a:rect l="l" t="t" r="r" b="b"/>
              <a:pathLst>
                <a:path w="770" h="606" extrusionOk="0">
                  <a:moveTo>
                    <a:pt x="390" y="0"/>
                  </a:moveTo>
                  <a:cubicBezTo>
                    <a:pt x="298" y="0"/>
                    <a:pt x="175" y="41"/>
                    <a:pt x="134" y="134"/>
                  </a:cubicBezTo>
                  <a:cubicBezTo>
                    <a:pt x="0" y="349"/>
                    <a:pt x="175" y="605"/>
                    <a:pt x="390" y="605"/>
                  </a:cubicBezTo>
                  <a:cubicBezTo>
                    <a:pt x="605" y="605"/>
                    <a:pt x="769" y="390"/>
                    <a:pt x="687" y="175"/>
                  </a:cubicBezTo>
                  <a:cubicBezTo>
                    <a:pt x="605" y="41"/>
                    <a:pt x="513" y="0"/>
                    <a:pt x="43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0" name="Google Shape;1470;p98"/>
          <p:cNvGrpSpPr/>
          <p:nvPr/>
        </p:nvGrpSpPr>
        <p:grpSpPr>
          <a:xfrm>
            <a:off x="5493613" y="1976825"/>
            <a:ext cx="343700" cy="343725"/>
            <a:chOff x="5493613" y="1976825"/>
            <a:chExt cx="343700" cy="343725"/>
          </a:xfrm>
        </p:grpSpPr>
        <p:sp>
          <p:nvSpPr>
            <p:cNvPr id="1471" name="Google Shape;1471;p98"/>
            <p:cNvSpPr/>
            <p:nvPr/>
          </p:nvSpPr>
          <p:spPr>
            <a:xfrm>
              <a:off x="5493613" y="1976825"/>
              <a:ext cx="343700" cy="255050"/>
            </a:xfrm>
            <a:custGeom>
              <a:avLst/>
              <a:gdLst/>
              <a:ahLst/>
              <a:cxnLst/>
              <a:rect l="l" t="t" r="r" b="b"/>
              <a:pathLst>
                <a:path w="13748" h="10202" extrusionOk="0">
                  <a:moveTo>
                    <a:pt x="298" y="1"/>
                  </a:moveTo>
                  <a:cubicBezTo>
                    <a:pt x="123" y="1"/>
                    <a:pt x="0" y="124"/>
                    <a:pt x="0" y="257"/>
                  </a:cubicBezTo>
                  <a:lnTo>
                    <a:pt x="0" y="8202"/>
                  </a:lnTo>
                  <a:lnTo>
                    <a:pt x="0" y="9945"/>
                  </a:lnTo>
                  <a:cubicBezTo>
                    <a:pt x="0" y="10078"/>
                    <a:pt x="123" y="10201"/>
                    <a:pt x="298" y="10201"/>
                  </a:cubicBezTo>
                  <a:lnTo>
                    <a:pt x="4265" y="10201"/>
                  </a:lnTo>
                  <a:lnTo>
                    <a:pt x="4265" y="9647"/>
                  </a:lnTo>
                  <a:lnTo>
                    <a:pt x="595" y="9647"/>
                  </a:lnTo>
                  <a:lnTo>
                    <a:pt x="595" y="8499"/>
                  </a:lnTo>
                  <a:lnTo>
                    <a:pt x="4614" y="8499"/>
                  </a:lnTo>
                  <a:lnTo>
                    <a:pt x="4614" y="7894"/>
                  </a:lnTo>
                  <a:lnTo>
                    <a:pt x="595" y="7894"/>
                  </a:lnTo>
                  <a:lnTo>
                    <a:pt x="595" y="554"/>
                  </a:lnTo>
                  <a:lnTo>
                    <a:pt x="5126" y="554"/>
                  </a:lnTo>
                  <a:cubicBezTo>
                    <a:pt x="5680" y="554"/>
                    <a:pt x="6233" y="811"/>
                    <a:pt x="6572" y="1231"/>
                  </a:cubicBezTo>
                  <a:lnTo>
                    <a:pt x="6572" y="6869"/>
                  </a:lnTo>
                  <a:lnTo>
                    <a:pt x="7176" y="6869"/>
                  </a:lnTo>
                  <a:lnTo>
                    <a:pt x="7176" y="1231"/>
                  </a:lnTo>
                  <a:cubicBezTo>
                    <a:pt x="7515" y="811"/>
                    <a:pt x="8068" y="554"/>
                    <a:pt x="8622" y="554"/>
                  </a:cubicBezTo>
                  <a:lnTo>
                    <a:pt x="13153" y="554"/>
                  </a:lnTo>
                  <a:lnTo>
                    <a:pt x="13153" y="7894"/>
                  </a:lnTo>
                  <a:lnTo>
                    <a:pt x="9134" y="7894"/>
                  </a:lnTo>
                  <a:lnTo>
                    <a:pt x="9134" y="8499"/>
                  </a:lnTo>
                  <a:lnTo>
                    <a:pt x="13153" y="8499"/>
                  </a:lnTo>
                  <a:lnTo>
                    <a:pt x="13153" y="9647"/>
                  </a:lnTo>
                  <a:lnTo>
                    <a:pt x="9442" y="9647"/>
                  </a:lnTo>
                  <a:lnTo>
                    <a:pt x="9442" y="10201"/>
                  </a:lnTo>
                  <a:lnTo>
                    <a:pt x="13450" y="10201"/>
                  </a:lnTo>
                  <a:cubicBezTo>
                    <a:pt x="13625" y="10201"/>
                    <a:pt x="13748" y="10078"/>
                    <a:pt x="13748" y="9945"/>
                  </a:cubicBezTo>
                  <a:lnTo>
                    <a:pt x="13748" y="8202"/>
                  </a:lnTo>
                  <a:lnTo>
                    <a:pt x="13748" y="257"/>
                  </a:lnTo>
                  <a:cubicBezTo>
                    <a:pt x="13748" y="124"/>
                    <a:pt x="13625" y="1"/>
                    <a:pt x="13450" y="1"/>
                  </a:cubicBezTo>
                  <a:lnTo>
                    <a:pt x="8622" y="1"/>
                  </a:lnTo>
                  <a:cubicBezTo>
                    <a:pt x="7986" y="1"/>
                    <a:pt x="7340" y="257"/>
                    <a:pt x="6879" y="677"/>
                  </a:cubicBezTo>
                  <a:cubicBezTo>
                    <a:pt x="6408" y="257"/>
                    <a:pt x="5762" y="1"/>
                    <a:pt x="512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98"/>
            <p:cNvSpPr/>
            <p:nvPr/>
          </p:nvSpPr>
          <p:spPr>
            <a:xfrm>
              <a:off x="5701713" y="2026800"/>
              <a:ext cx="92025" cy="15150"/>
            </a:xfrm>
            <a:custGeom>
              <a:avLst/>
              <a:gdLst/>
              <a:ahLst/>
              <a:cxnLst/>
              <a:rect l="l" t="t" r="r" b="b"/>
              <a:pathLst>
                <a:path w="3681" h="606" extrusionOk="0">
                  <a:moveTo>
                    <a:pt x="298" y="1"/>
                  </a:moveTo>
                  <a:cubicBezTo>
                    <a:pt x="134" y="1"/>
                    <a:pt x="1" y="175"/>
                    <a:pt x="1" y="349"/>
                  </a:cubicBezTo>
                  <a:cubicBezTo>
                    <a:pt x="42" y="513"/>
                    <a:pt x="175" y="606"/>
                    <a:pt x="298" y="606"/>
                  </a:cubicBezTo>
                  <a:lnTo>
                    <a:pt x="3373" y="606"/>
                  </a:lnTo>
                  <a:cubicBezTo>
                    <a:pt x="3548" y="606"/>
                    <a:pt x="3681" y="472"/>
                    <a:pt x="3681" y="257"/>
                  </a:cubicBezTo>
                  <a:cubicBezTo>
                    <a:pt x="3630" y="134"/>
                    <a:pt x="3507"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98"/>
            <p:cNvSpPr/>
            <p:nvPr/>
          </p:nvSpPr>
          <p:spPr>
            <a:xfrm>
              <a:off x="5537438" y="2026800"/>
              <a:ext cx="92800" cy="15150"/>
            </a:xfrm>
            <a:custGeom>
              <a:avLst/>
              <a:gdLst/>
              <a:ahLst/>
              <a:cxnLst/>
              <a:rect l="l" t="t" r="r" b="b"/>
              <a:pathLst>
                <a:path w="3712" h="606" extrusionOk="0">
                  <a:moveTo>
                    <a:pt x="298" y="1"/>
                  </a:moveTo>
                  <a:cubicBezTo>
                    <a:pt x="123" y="1"/>
                    <a:pt x="0" y="175"/>
                    <a:pt x="41" y="349"/>
                  </a:cubicBezTo>
                  <a:cubicBezTo>
                    <a:pt x="41" y="513"/>
                    <a:pt x="164" y="606"/>
                    <a:pt x="339" y="606"/>
                  </a:cubicBezTo>
                  <a:lnTo>
                    <a:pt x="3373" y="606"/>
                  </a:lnTo>
                  <a:cubicBezTo>
                    <a:pt x="3537" y="606"/>
                    <a:pt x="3711" y="472"/>
                    <a:pt x="3670" y="257"/>
                  </a:cubicBezTo>
                  <a:cubicBezTo>
                    <a:pt x="3629" y="134"/>
                    <a:pt x="3496"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98"/>
            <p:cNvSpPr/>
            <p:nvPr/>
          </p:nvSpPr>
          <p:spPr>
            <a:xfrm>
              <a:off x="5537438" y="2076025"/>
              <a:ext cx="92800" cy="14875"/>
            </a:xfrm>
            <a:custGeom>
              <a:avLst/>
              <a:gdLst/>
              <a:ahLst/>
              <a:cxnLst/>
              <a:rect l="l" t="t" r="r" b="b"/>
              <a:pathLst>
                <a:path w="3712" h="595" extrusionOk="0">
                  <a:moveTo>
                    <a:pt x="298" y="0"/>
                  </a:moveTo>
                  <a:cubicBezTo>
                    <a:pt x="123" y="0"/>
                    <a:pt x="0" y="174"/>
                    <a:pt x="41" y="338"/>
                  </a:cubicBezTo>
                  <a:cubicBezTo>
                    <a:pt x="41" y="513"/>
                    <a:pt x="164" y="595"/>
                    <a:pt x="339" y="595"/>
                  </a:cubicBezTo>
                  <a:lnTo>
                    <a:pt x="3373" y="595"/>
                  </a:lnTo>
                  <a:cubicBezTo>
                    <a:pt x="3537" y="595"/>
                    <a:pt x="3711" y="431"/>
                    <a:pt x="3670" y="256"/>
                  </a:cubicBezTo>
                  <a:cubicBezTo>
                    <a:pt x="3629" y="133"/>
                    <a:pt x="3496"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98"/>
            <p:cNvSpPr/>
            <p:nvPr/>
          </p:nvSpPr>
          <p:spPr>
            <a:xfrm>
              <a:off x="5537438" y="2125225"/>
              <a:ext cx="48975" cy="14900"/>
            </a:xfrm>
            <a:custGeom>
              <a:avLst/>
              <a:gdLst/>
              <a:ahLst/>
              <a:cxnLst/>
              <a:rect l="l" t="t" r="r" b="b"/>
              <a:pathLst>
                <a:path w="1959" h="596" extrusionOk="0">
                  <a:moveTo>
                    <a:pt x="298" y="0"/>
                  </a:moveTo>
                  <a:cubicBezTo>
                    <a:pt x="123" y="0"/>
                    <a:pt x="0" y="123"/>
                    <a:pt x="41" y="339"/>
                  </a:cubicBezTo>
                  <a:cubicBezTo>
                    <a:pt x="41" y="472"/>
                    <a:pt x="164" y="595"/>
                    <a:pt x="339" y="595"/>
                  </a:cubicBezTo>
                  <a:lnTo>
                    <a:pt x="1620" y="595"/>
                  </a:lnTo>
                  <a:cubicBezTo>
                    <a:pt x="1794" y="595"/>
                    <a:pt x="1958" y="421"/>
                    <a:pt x="1917" y="216"/>
                  </a:cubicBezTo>
                  <a:cubicBezTo>
                    <a:pt x="1876" y="82"/>
                    <a:pt x="1743"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98"/>
            <p:cNvSpPr/>
            <p:nvPr/>
          </p:nvSpPr>
          <p:spPr>
            <a:xfrm>
              <a:off x="5701713" y="2076025"/>
              <a:ext cx="92025" cy="14875"/>
            </a:xfrm>
            <a:custGeom>
              <a:avLst/>
              <a:gdLst/>
              <a:ahLst/>
              <a:cxnLst/>
              <a:rect l="l" t="t" r="r" b="b"/>
              <a:pathLst>
                <a:path w="3681" h="595" extrusionOk="0">
                  <a:moveTo>
                    <a:pt x="298" y="0"/>
                  </a:moveTo>
                  <a:cubicBezTo>
                    <a:pt x="134" y="0"/>
                    <a:pt x="1" y="174"/>
                    <a:pt x="1" y="338"/>
                  </a:cubicBezTo>
                  <a:cubicBezTo>
                    <a:pt x="42" y="513"/>
                    <a:pt x="175" y="595"/>
                    <a:pt x="298" y="595"/>
                  </a:cubicBezTo>
                  <a:lnTo>
                    <a:pt x="3373" y="595"/>
                  </a:lnTo>
                  <a:cubicBezTo>
                    <a:pt x="3548" y="595"/>
                    <a:pt x="3681" y="431"/>
                    <a:pt x="3681" y="256"/>
                  </a:cubicBezTo>
                  <a:cubicBezTo>
                    <a:pt x="3630" y="133"/>
                    <a:pt x="3507"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98"/>
            <p:cNvSpPr/>
            <p:nvPr/>
          </p:nvSpPr>
          <p:spPr>
            <a:xfrm>
              <a:off x="5745538" y="2125225"/>
              <a:ext cx="48200" cy="14900"/>
            </a:xfrm>
            <a:custGeom>
              <a:avLst/>
              <a:gdLst/>
              <a:ahLst/>
              <a:cxnLst/>
              <a:rect l="l" t="t" r="r" b="b"/>
              <a:pathLst>
                <a:path w="1928" h="596" extrusionOk="0">
                  <a:moveTo>
                    <a:pt x="298" y="0"/>
                  </a:moveTo>
                  <a:cubicBezTo>
                    <a:pt x="134" y="0"/>
                    <a:pt x="1" y="123"/>
                    <a:pt x="1" y="339"/>
                  </a:cubicBezTo>
                  <a:cubicBezTo>
                    <a:pt x="42" y="472"/>
                    <a:pt x="175" y="595"/>
                    <a:pt x="298" y="595"/>
                  </a:cubicBezTo>
                  <a:lnTo>
                    <a:pt x="1620" y="595"/>
                  </a:lnTo>
                  <a:cubicBezTo>
                    <a:pt x="1795" y="595"/>
                    <a:pt x="1928" y="421"/>
                    <a:pt x="1928" y="216"/>
                  </a:cubicBezTo>
                  <a:cubicBezTo>
                    <a:pt x="1877" y="82"/>
                    <a:pt x="1754"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98"/>
            <p:cNvSpPr/>
            <p:nvPr/>
          </p:nvSpPr>
          <p:spPr>
            <a:xfrm>
              <a:off x="5592788" y="2141125"/>
              <a:ext cx="180450" cy="179425"/>
            </a:xfrm>
            <a:custGeom>
              <a:avLst/>
              <a:gdLst/>
              <a:ahLst/>
              <a:cxnLst/>
              <a:rect l="l" t="t" r="r" b="b"/>
              <a:pathLst>
                <a:path w="7218" h="7177" extrusionOk="0">
                  <a:moveTo>
                    <a:pt x="2912" y="605"/>
                  </a:moveTo>
                  <a:cubicBezTo>
                    <a:pt x="4194" y="605"/>
                    <a:pt x="5260" y="1630"/>
                    <a:pt x="5260" y="2952"/>
                  </a:cubicBezTo>
                  <a:cubicBezTo>
                    <a:pt x="5260" y="4234"/>
                    <a:pt x="4194" y="5259"/>
                    <a:pt x="2912" y="5259"/>
                  </a:cubicBezTo>
                  <a:cubicBezTo>
                    <a:pt x="1631" y="5259"/>
                    <a:pt x="606" y="4234"/>
                    <a:pt x="606" y="2952"/>
                  </a:cubicBezTo>
                  <a:cubicBezTo>
                    <a:pt x="606" y="1630"/>
                    <a:pt x="1631" y="605"/>
                    <a:pt x="2912" y="605"/>
                  </a:cubicBezTo>
                  <a:close/>
                  <a:moveTo>
                    <a:pt x="2912" y="0"/>
                  </a:moveTo>
                  <a:cubicBezTo>
                    <a:pt x="1282" y="0"/>
                    <a:pt x="1" y="1322"/>
                    <a:pt x="1" y="2952"/>
                  </a:cubicBezTo>
                  <a:cubicBezTo>
                    <a:pt x="1" y="4531"/>
                    <a:pt x="1282" y="5854"/>
                    <a:pt x="2912" y="5854"/>
                  </a:cubicBezTo>
                  <a:cubicBezTo>
                    <a:pt x="3589" y="5854"/>
                    <a:pt x="4276" y="5597"/>
                    <a:pt x="4747" y="5167"/>
                  </a:cubicBezTo>
                  <a:lnTo>
                    <a:pt x="6664" y="7094"/>
                  </a:lnTo>
                  <a:cubicBezTo>
                    <a:pt x="6705" y="7176"/>
                    <a:pt x="6797" y="7176"/>
                    <a:pt x="6879" y="7176"/>
                  </a:cubicBezTo>
                  <a:cubicBezTo>
                    <a:pt x="6961" y="7176"/>
                    <a:pt x="7013" y="7176"/>
                    <a:pt x="7095" y="7094"/>
                  </a:cubicBezTo>
                  <a:cubicBezTo>
                    <a:pt x="7218" y="7012"/>
                    <a:pt x="7218" y="6797"/>
                    <a:pt x="7095" y="6663"/>
                  </a:cubicBezTo>
                  <a:lnTo>
                    <a:pt x="5167" y="4787"/>
                  </a:lnTo>
                  <a:cubicBezTo>
                    <a:pt x="5598" y="4275"/>
                    <a:pt x="5813" y="3629"/>
                    <a:pt x="5813" y="2952"/>
                  </a:cubicBezTo>
                  <a:cubicBezTo>
                    <a:pt x="5813" y="1322"/>
                    <a:pt x="4532" y="0"/>
                    <a:pt x="291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9" name="Google Shape;1479;p98"/>
          <p:cNvGrpSpPr/>
          <p:nvPr/>
        </p:nvGrpSpPr>
        <p:grpSpPr>
          <a:xfrm>
            <a:off x="4744988" y="1976825"/>
            <a:ext cx="343975" cy="343725"/>
            <a:chOff x="4744988" y="1976825"/>
            <a:chExt cx="343975" cy="343725"/>
          </a:xfrm>
        </p:grpSpPr>
        <p:sp>
          <p:nvSpPr>
            <p:cNvPr id="1480" name="Google Shape;1480;p98"/>
            <p:cNvSpPr/>
            <p:nvPr/>
          </p:nvSpPr>
          <p:spPr>
            <a:xfrm>
              <a:off x="4788813" y="2020400"/>
              <a:ext cx="47950" cy="59125"/>
            </a:xfrm>
            <a:custGeom>
              <a:avLst/>
              <a:gdLst/>
              <a:ahLst/>
              <a:cxnLst/>
              <a:rect l="l" t="t" r="r" b="b"/>
              <a:pathLst>
                <a:path w="1918" h="2365" extrusionOk="0">
                  <a:moveTo>
                    <a:pt x="298" y="1"/>
                  </a:moveTo>
                  <a:cubicBezTo>
                    <a:pt x="165" y="1"/>
                    <a:pt x="42" y="134"/>
                    <a:pt x="1" y="257"/>
                  </a:cubicBezTo>
                  <a:cubicBezTo>
                    <a:pt x="1" y="431"/>
                    <a:pt x="124" y="605"/>
                    <a:pt x="298" y="605"/>
                  </a:cubicBezTo>
                  <a:lnTo>
                    <a:pt x="677" y="605"/>
                  </a:lnTo>
                  <a:lnTo>
                    <a:pt x="677" y="2051"/>
                  </a:lnTo>
                  <a:cubicBezTo>
                    <a:pt x="677" y="2184"/>
                    <a:pt x="770" y="2307"/>
                    <a:pt x="893" y="2358"/>
                  </a:cubicBezTo>
                  <a:cubicBezTo>
                    <a:pt x="914" y="2363"/>
                    <a:pt x="935" y="2365"/>
                    <a:pt x="955" y="2365"/>
                  </a:cubicBezTo>
                  <a:cubicBezTo>
                    <a:pt x="1133" y="2365"/>
                    <a:pt x="1241" y="2208"/>
                    <a:pt x="1241" y="2051"/>
                  </a:cubicBezTo>
                  <a:lnTo>
                    <a:pt x="1241" y="605"/>
                  </a:lnTo>
                  <a:lnTo>
                    <a:pt x="1620" y="605"/>
                  </a:lnTo>
                  <a:cubicBezTo>
                    <a:pt x="1754" y="605"/>
                    <a:pt x="1877" y="513"/>
                    <a:pt x="1918" y="349"/>
                  </a:cubicBezTo>
                  <a:cubicBezTo>
                    <a:pt x="1918" y="175"/>
                    <a:pt x="1795" y="1"/>
                    <a:pt x="162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98"/>
            <p:cNvSpPr/>
            <p:nvPr/>
          </p:nvSpPr>
          <p:spPr>
            <a:xfrm>
              <a:off x="4744988" y="1976825"/>
              <a:ext cx="343975" cy="343725"/>
            </a:xfrm>
            <a:custGeom>
              <a:avLst/>
              <a:gdLst/>
              <a:ahLst/>
              <a:cxnLst/>
              <a:rect l="l" t="t" r="r" b="b"/>
              <a:pathLst>
                <a:path w="13759" h="13749" extrusionOk="0">
                  <a:moveTo>
                    <a:pt x="6582" y="595"/>
                  </a:moveTo>
                  <a:lnTo>
                    <a:pt x="6582" y="8756"/>
                  </a:lnTo>
                  <a:lnTo>
                    <a:pt x="595" y="8756"/>
                  </a:lnTo>
                  <a:lnTo>
                    <a:pt x="595" y="1108"/>
                  </a:lnTo>
                  <a:cubicBezTo>
                    <a:pt x="595" y="811"/>
                    <a:pt x="811" y="595"/>
                    <a:pt x="1108" y="595"/>
                  </a:cubicBezTo>
                  <a:close/>
                  <a:moveTo>
                    <a:pt x="12641" y="595"/>
                  </a:moveTo>
                  <a:cubicBezTo>
                    <a:pt x="12938" y="595"/>
                    <a:pt x="13153" y="811"/>
                    <a:pt x="13153" y="1108"/>
                  </a:cubicBezTo>
                  <a:lnTo>
                    <a:pt x="13153" y="8756"/>
                  </a:lnTo>
                  <a:lnTo>
                    <a:pt x="7177" y="8756"/>
                  </a:lnTo>
                  <a:lnTo>
                    <a:pt x="7177" y="595"/>
                  </a:lnTo>
                  <a:close/>
                  <a:moveTo>
                    <a:pt x="13153" y="9350"/>
                  </a:moveTo>
                  <a:lnTo>
                    <a:pt x="13153" y="10201"/>
                  </a:lnTo>
                  <a:cubicBezTo>
                    <a:pt x="13153" y="10509"/>
                    <a:pt x="12938" y="10714"/>
                    <a:pt x="12641" y="10714"/>
                  </a:cubicBezTo>
                  <a:lnTo>
                    <a:pt x="1108" y="10714"/>
                  </a:lnTo>
                  <a:cubicBezTo>
                    <a:pt x="811" y="10714"/>
                    <a:pt x="595" y="10509"/>
                    <a:pt x="595" y="10201"/>
                  </a:cubicBezTo>
                  <a:lnTo>
                    <a:pt x="595" y="9350"/>
                  </a:lnTo>
                  <a:close/>
                  <a:moveTo>
                    <a:pt x="8120" y="11318"/>
                  </a:moveTo>
                  <a:cubicBezTo>
                    <a:pt x="8161" y="11954"/>
                    <a:pt x="8325" y="12600"/>
                    <a:pt x="8581" y="13194"/>
                  </a:cubicBezTo>
                  <a:lnTo>
                    <a:pt x="5167" y="13194"/>
                  </a:lnTo>
                  <a:cubicBezTo>
                    <a:pt x="5424" y="12600"/>
                    <a:pt x="5598" y="11954"/>
                    <a:pt x="5639" y="11318"/>
                  </a:cubicBezTo>
                  <a:close/>
                  <a:moveTo>
                    <a:pt x="1108" y="1"/>
                  </a:moveTo>
                  <a:cubicBezTo>
                    <a:pt x="472" y="1"/>
                    <a:pt x="1" y="462"/>
                    <a:pt x="1" y="1108"/>
                  </a:cubicBezTo>
                  <a:lnTo>
                    <a:pt x="1" y="10252"/>
                  </a:lnTo>
                  <a:cubicBezTo>
                    <a:pt x="1" y="10847"/>
                    <a:pt x="472" y="11318"/>
                    <a:pt x="1108" y="11318"/>
                  </a:cubicBezTo>
                  <a:lnTo>
                    <a:pt x="4993" y="11318"/>
                  </a:lnTo>
                  <a:cubicBezTo>
                    <a:pt x="4952" y="11954"/>
                    <a:pt x="4788" y="12600"/>
                    <a:pt x="4481" y="13153"/>
                  </a:cubicBezTo>
                  <a:lnTo>
                    <a:pt x="3589" y="13153"/>
                  </a:lnTo>
                  <a:cubicBezTo>
                    <a:pt x="3455" y="13153"/>
                    <a:pt x="3332" y="13276"/>
                    <a:pt x="3291" y="13410"/>
                  </a:cubicBezTo>
                  <a:cubicBezTo>
                    <a:pt x="3291" y="13584"/>
                    <a:pt x="3414" y="13748"/>
                    <a:pt x="3589" y="13748"/>
                  </a:cubicBezTo>
                  <a:lnTo>
                    <a:pt x="10170" y="13748"/>
                  </a:lnTo>
                  <a:cubicBezTo>
                    <a:pt x="10293" y="13748"/>
                    <a:pt x="10427" y="13666"/>
                    <a:pt x="10468" y="13492"/>
                  </a:cubicBezTo>
                  <a:cubicBezTo>
                    <a:pt x="10468" y="13328"/>
                    <a:pt x="10334" y="13153"/>
                    <a:pt x="10170" y="13153"/>
                  </a:cubicBezTo>
                  <a:lnTo>
                    <a:pt x="9227" y="13153"/>
                  </a:lnTo>
                  <a:cubicBezTo>
                    <a:pt x="8930" y="12600"/>
                    <a:pt x="8756" y="11954"/>
                    <a:pt x="8715" y="11318"/>
                  </a:cubicBezTo>
                  <a:lnTo>
                    <a:pt x="12641" y="11318"/>
                  </a:lnTo>
                  <a:cubicBezTo>
                    <a:pt x="13287" y="11318"/>
                    <a:pt x="13758" y="10847"/>
                    <a:pt x="13758" y="10252"/>
                  </a:cubicBezTo>
                  <a:lnTo>
                    <a:pt x="13758" y="1108"/>
                  </a:lnTo>
                  <a:cubicBezTo>
                    <a:pt x="13758" y="462"/>
                    <a:pt x="13287" y="1"/>
                    <a:pt x="1264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98"/>
            <p:cNvSpPr/>
            <p:nvPr/>
          </p:nvSpPr>
          <p:spPr>
            <a:xfrm>
              <a:off x="4843163" y="2064225"/>
              <a:ext cx="38450" cy="15150"/>
            </a:xfrm>
            <a:custGeom>
              <a:avLst/>
              <a:gdLst/>
              <a:ahLst/>
              <a:cxnLst/>
              <a:rect l="l" t="t" r="r" b="b"/>
              <a:pathLst>
                <a:path w="1538" h="606" extrusionOk="0">
                  <a:moveTo>
                    <a:pt x="349" y="1"/>
                  </a:moveTo>
                  <a:cubicBezTo>
                    <a:pt x="133" y="1"/>
                    <a:pt x="0" y="175"/>
                    <a:pt x="41" y="349"/>
                  </a:cubicBezTo>
                  <a:cubicBezTo>
                    <a:pt x="41" y="513"/>
                    <a:pt x="174" y="605"/>
                    <a:pt x="349" y="605"/>
                  </a:cubicBezTo>
                  <a:lnTo>
                    <a:pt x="1199" y="605"/>
                  </a:lnTo>
                  <a:cubicBezTo>
                    <a:pt x="1374" y="605"/>
                    <a:pt x="1538" y="431"/>
                    <a:pt x="1497" y="257"/>
                  </a:cubicBezTo>
                  <a:cubicBezTo>
                    <a:pt x="1456" y="134"/>
                    <a:pt x="1323" y="1"/>
                    <a:pt x="119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98"/>
            <p:cNvSpPr/>
            <p:nvPr/>
          </p:nvSpPr>
          <p:spPr>
            <a:xfrm>
              <a:off x="4788813" y="2108050"/>
              <a:ext cx="92800" cy="14900"/>
            </a:xfrm>
            <a:custGeom>
              <a:avLst/>
              <a:gdLst/>
              <a:ahLst/>
              <a:cxnLst/>
              <a:rect l="l" t="t" r="r" b="b"/>
              <a:pathLst>
                <a:path w="3712" h="596" extrusionOk="0">
                  <a:moveTo>
                    <a:pt x="298" y="1"/>
                  </a:moveTo>
                  <a:cubicBezTo>
                    <a:pt x="124" y="1"/>
                    <a:pt x="1" y="175"/>
                    <a:pt x="42" y="339"/>
                  </a:cubicBezTo>
                  <a:cubicBezTo>
                    <a:pt x="42" y="513"/>
                    <a:pt x="165" y="595"/>
                    <a:pt x="339" y="595"/>
                  </a:cubicBezTo>
                  <a:lnTo>
                    <a:pt x="3373" y="595"/>
                  </a:lnTo>
                  <a:cubicBezTo>
                    <a:pt x="3548" y="595"/>
                    <a:pt x="3712" y="431"/>
                    <a:pt x="3671" y="257"/>
                  </a:cubicBezTo>
                  <a:cubicBezTo>
                    <a:pt x="3630" y="134"/>
                    <a:pt x="3497"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98"/>
            <p:cNvSpPr/>
            <p:nvPr/>
          </p:nvSpPr>
          <p:spPr>
            <a:xfrm>
              <a:off x="4788813" y="2151875"/>
              <a:ext cx="92800" cy="14900"/>
            </a:xfrm>
            <a:custGeom>
              <a:avLst/>
              <a:gdLst/>
              <a:ahLst/>
              <a:cxnLst/>
              <a:rect l="l" t="t" r="r" b="b"/>
              <a:pathLst>
                <a:path w="3712" h="596" extrusionOk="0">
                  <a:moveTo>
                    <a:pt x="298" y="1"/>
                  </a:moveTo>
                  <a:cubicBezTo>
                    <a:pt x="124" y="1"/>
                    <a:pt x="1" y="175"/>
                    <a:pt x="42" y="339"/>
                  </a:cubicBezTo>
                  <a:cubicBezTo>
                    <a:pt x="42" y="472"/>
                    <a:pt x="165" y="595"/>
                    <a:pt x="339" y="595"/>
                  </a:cubicBezTo>
                  <a:lnTo>
                    <a:pt x="3373" y="595"/>
                  </a:lnTo>
                  <a:cubicBezTo>
                    <a:pt x="3548" y="595"/>
                    <a:pt x="3712" y="431"/>
                    <a:pt x="3671" y="257"/>
                  </a:cubicBezTo>
                  <a:cubicBezTo>
                    <a:pt x="3630" y="83"/>
                    <a:pt x="3497"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98"/>
            <p:cNvSpPr/>
            <p:nvPr/>
          </p:nvSpPr>
          <p:spPr>
            <a:xfrm>
              <a:off x="4953088" y="2108050"/>
              <a:ext cx="92050" cy="14900"/>
            </a:xfrm>
            <a:custGeom>
              <a:avLst/>
              <a:gdLst/>
              <a:ahLst/>
              <a:cxnLst/>
              <a:rect l="l" t="t" r="r" b="b"/>
              <a:pathLst>
                <a:path w="3682" h="596" extrusionOk="0">
                  <a:moveTo>
                    <a:pt x="308" y="1"/>
                  </a:moveTo>
                  <a:cubicBezTo>
                    <a:pt x="134" y="1"/>
                    <a:pt x="1" y="175"/>
                    <a:pt x="1" y="339"/>
                  </a:cubicBezTo>
                  <a:cubicBezTo>
                    <a:pt x="52" y="513"/>
                    <a:pt x="175" y="595"/>
                    <a:pt x="308" y="595"/>
                  </a:cubicBezTo>
                  <a:lnTo>
                    <a:pt x="3384" y="595"/>
                  </a:lnTo>
                  <a:cubicBezTo>
                    <a:pt x="3548" y="595"/>
                    <a:pt x="3681" y="431"/>
                    <a:pt x="3681" y="257"/>
                  </a:cubicBezTo>
                  <a:cubicBezTo>
                    <a:pt x="3640" y="134"/>
                    <a:pt x="3507" y="1"/>
                    <a:pt x="338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98"/>
            <p:cNvSpPr/>
            <p:nvPr/>
          </p:nvSpPr>
          <p:spPr>
            <a:xfrm>
              <a:off x="4953088" y="2064225"/>
              <a:ext cx="92050" cy="15150"/>
            </a:xfrm>
            <a:custGeom>
              <a:avLst/>
              <a:gdLst/>
              <a:ahLst/>
              <a:cxnLst/>
              <a:rect l="l" t="t" r="r" b="b"/>
              <a:pathLst>
                <a:path w="3682" h="606" extrusionOk="0">
                  <a:moveTo>
                    <a:pt x="308" y="1"/>
                  </a:moveTo>
                  <a:cubicBezTo>
                    <a:pt x="134" y="1"/>
                    <a:pt x="1" y="175"/>
                    <a:pt x="1" y="349"/>
                  </a:cubicBezTo>
                  <a:cubicBezTo>
                    <a:pt x="52" y="513"/>
                    <a:pt x="175" y="605"/>
                    <a:pt x="308" y="605"/>
                  </a:cubicBezTo>
                  <a:lnTo>
                    <a:pt x="3384" y="605"/>
                  </a:lnTo>
                  <a:cubicBezTo>
                    <a:pt x="3548" y="605"/>
                    <a:pt x="3681" y="431"/>
                    <a:pt x="3681" y="257"/>
                  </a:cubicBezTo>
                  <a:cubicBezTo>
                    <a:pt x="3640" y="134"/>
                    <a:pt x="3507" y="1"/>
                    <a:pt x="3384"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98"/>
            <p:cNvSpPr/>
            <p:nvPr/>
          </p:nvSpPr>
          <p:spPr>
            <a:xfrm>
              <a:off x="4953088" y="2020400"/>
              <a:ext cx="92050" cy="15150"/>
            </a:xfrm>
            <a:custGeom>
              <a:avLst/>
              <a:gdLst/>
              <a:ahLst/>
              <a:cxnLst/>
              <a:rect l="l" t="t" r="r" b="b"/>
              <a:pathLst>
                <a:path w="3682" h="606" extrusionOk="0">
                  <a:moveTo>
                    <a:pt x="308" y="1"/>
                  </a:moveTo>
                  <a:cubicBezTo>
                    <a:pt x="134" y="1"/>
                    <a:pt x="1" y="175"/>
                    <a:pt x="1" y="349"/>
                  </a:cubicBezTo>
                  <a:cubicBezTo>
                    <a:pt x="52" y="513"/>
                    <a:pt x="175" y="605"/>
                    <a:pt x="308" y="605"/>
                  </a:cubicBezTo>
                  <a:lnTo>
                    <a:pt x="3384" y="605"/>
                  </a:lnTo>
                  <a:cubicBezTo>
                    <a:pt x="3548" y="605"/>
                    <a:pt x="3681" y="431"/>
                    <a:pt x="3681" y="257"/>
                  </a:cubicBezTo>
                  <a:cubicBezTo>
                    <a:pt x="3640" y="134"/>
                    <a:pt x="3507" y="1"/>
                    <a:pt x="3384"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98"/>
            <p:cNvSpPr/>
            <p:nvPr/>
          </p:nvSpPr>
          <p:spPr>
            <a:xfrm>
              <a:off x="4953088" y="2151875"/>
              <a:ext cx="70525" cy="14900"/>
            </a:xfrm>
            <a:custGeom>
              <a:avLst/>
              <a:gdLst/>
              <a:ahLst/>
              <a:cxnLst/>
              <a:rect l="l" t="t" r="r" b="b"/>
              <a:pathLst>
                <a:path w="2821" h="596" extrusionOk="0">
                  <a:moveTo>
                    <a:pt x="308" y="1"/>
                  </a:moveTo>
                  <a:cubicBezTo>
                    <a:pt x="134" y="1"/>
                    <a:pt x="1" y="175"/>
                    <a:pt x="1" y="339"/>
                  </a:cubicBezTo>
                  <a:cubicBezTo>
                    <a:pt x="52" y="472"/>
                    <a:pt x="175" y="595"/>
                    <a:pt x="308" y="595"/>
                  </a:cubicBezTo>
                  <a:lnTo>
                    <a:pt x="2482" y="595"/>
                  </a:lnTo>
                  <a:cubicBezTo>
                    <a:pt x="2656" y="595"/>
                    <a:pt x="2820" y="431"/>
                    <a:pt x="2779" y="257"/>
                  </a:cubicBezTo>
                  <a:cubicBezTo>
                    <a:pt x="2779" y="83"/>
                    <a:pt x="2656" y="1"/>
                    <a:pt x="248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9" name="Google Shape;1489;p98"/>
          <p:cNvGrpSpPr/>
          <p:nvPr/>
        </p:nvGrpSpPr>
        <p:grpSpPr>
          <a:xfrm>
            <a:off x="7008788" y="1976825"/>
            <a:ext cx="346000" cy="343725"/>
            <a:chOff x="7008788" y="1976825"/>
            <a:chExt cx="346000" cy="343725"/>
          </a:xfrm>
        </p:grpSpPr>
        <p:sp>
          <p:nvSpPr>
            <p:cNvPr id="1490" name="Google Shape;1490;p98"/>
            <p:cNvSpPr/>
            <p:nvPr/>
          </p:nvSpPr>
          <p:spPr>
            <a:xfrm>
              <a:off x="7076188" y="1976825"/>
              <a:ext cx="232725" cy="293475"/>
            </a:xfrm>
            <a:custGeom>
              <a:avLst/>
              <a:gdLst/>
              <a:ahLst/>
              <a:cxnLst/>
              <a:rect l="l" t="t" r="r" b="b"/>
              <a:pathLst>
                <a:path w="9309" h="11739" extrusionOk="0">
                  <a:moveTo>
                    <a:pt x="1282" y="1"/>
                  </a:moveTo>
                  <a:cubicBezTo>
                    <a:pt x="554" y="1"/>
                    <a:pt x="0" y="554"/>
                    <a:pt x="0" y="1282"/>
                  </a:cubicBezTo>
                  <a:lnTo>
                    <a:pt x="0" y="6962"/>
                  </a:lnTo>
                  <a:lnTo>
                    <a:pt x="0" y="9863"/>
                  </a:lnTo>
                  <a:lnTo>
                    <a:pt x="0" y="10293"/>
                  </a:lnTo>
                  <a:lnTo>
                    <a:pt x="0" y="10375"/>
                  </a:lnTo>
                  <a:lnTo>
                    <a:pt x="0" y="10457"/>
                  </a:lnTo>
                  <a:cubicBezTo>
                    <a:pt x="0" y="11185"/>
                    <a:pt x="554" y="11739"/>
                    <a:pt x="1241" y="11739"/>
                  </a:cubicBezTo>
                  <a:lnTo>
                    <a:pt x="6233" y="11739"/>
                  </a:lnTo>
                  <a:lnTo>
                    <a:pt x="6233" y="11144"/>
                  </a:lnTo>
                  <a:lnTo>
                    <a:pt x="1282" y="11144"/>
                  </a:lnTo>
                  <a:cubicBezTo>
                    <a:pt x="892" y="11144"/>
                    <a:pt x="595" y="10847"/>
                    <a:pt x="595" y="10457"/>
                  </a:cubicBezTo>
                  <a:cubicBezTo>
                    <a:pt x="595" y="10078"/>
                    <a:pt x="892" y="9781"/>
                    <a:pt x="1282" y="9781"/>
                  </a:cubicBezTo>
                  <a:lnTo>
                    <a:pt x="6059" y="9781"/>
                  </a:lnTo>
                  <a:lnTo>
                    <a:pt x="6059" y="9176"/>
                  </a:lnTo>
                  <a:lnTo>
                    <a:pt x="1241" y="9176"/>
                  </a:lnTo>
                  <a:cubicBezTo>
                    <a:pt x="984" y="9176"/>
                    <a:pt x="728" y="9268"/>
                    <a:pt x="554" y="9391"/>
                  </a:cubicBezTo>
                  <a:lnTo>
                    <a:pt x="554" y="6962"/>
                  </a:lnTo>
                  <a:lnTo>
                    <a:pt x="554" y="1231"/>
                  </a:lnTo>
                  <a:cubicBezTo>
                    <a:pt x="554" y="852"/>
                    <a:pt x="851" y="554"/>
                    <a:pt x="1241" y="554"/>
                  </a:cubicBezTo>
                  <a:lnTo>
                    <a:pt x="8755" y="554"/>
                  </a:lnTo>
                  <a:lnTo>
                    <a:pt x="8755" y="8920"/>
                  </a:lnTo>
                  <a:lnTo>
                    <a:pt x="9309" y="8920"/>
                  </a:lnTo>
                  <a:lnTo>
                    <a:pt x="9309" y="298"/>
                  </a:lnTo>
                  <a:cubicBezTo>
                    <a:pt x="9309" y="124"/>
                    <a:pt x="9186" y="1"/>
                    <a:pt x="90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98"/>
            <p:cNvSpPr/>
            <p:nvPr/>
          </p:nvSpPr>
          <p:spPr>
            <a:xfrm>
              <a:off x="7218163" y="2184525"/>
              <a:ext cx="136625" cy="136025"/>
            </a:xfrm>
            <a:custGeom>
              <a:avLst/>
              <a:gdLst/>
              <a:ahLst/>
              <a:cxnLst/>
              <a:rect l="l" t="t" r="r" b="b"/>
              <a:pathLst>
                <a:path w="5465" h="5441" extrusionOk="0">
                  <a:moveTo>
                    <a:pt x="595" y="612"/>
                  </a:moveTo>
                  <a:lnTo>
                    <a:pt x="4019" y="960"/>
                  </a:lnTo>
                  <a:lnTo>
                    <a:pt x="3373" y="1596"/>
                  </a:lnTo>
                  <a:cubicBezTo>
                    <a:pt x="3332" y="1637"/>
                    <a:pt x="3332" y="1688"/>
                    <a:pt x="3291" y="1688"/>
                  </a:cubicBezTo>
                  <a:cubicBezTo>
                    <a:pt x="3250" y="1811"/>
                    <a:pt x="3291" y="1944"/>
                    <a:pt x="3373" y="2026"/>
                  </a:cubicBezTo>
                  <a:lnTo>
                    <a:pt x="4696" y="3349"/>
                  </a:lnTo>
                  <a:lnTo>
                    <a:pt x="3332" y="4712"/>
                  </a:lnTo>
                  <a:lnTo>
                    <a:pt x="2051" y="3349"/>
                  </a:lnTo>
                  <a:cubicBezTo>
                    <a:pt x="1969" y="3308"/>
                    <a:pt x="1877" y="3267"/>
                    <a:pt x="1836" y="3267"/>
                  </a:cubicBezTo>
                  <a:cubicBezTo>
                    <a:pt x="1754" y="3267"/>
                    <a:pt x="1661" y="3308"/>
                    <a:pt x="1620" y="3349"/>
                  </a:cubicBezTo>
                  <a:lnTo>
                    <a:pt x="944" y="4036"/>
                  </a:lnTo>
                  <a:lnTo>
                    <a:pt x="595" y="612"/>
                  </a:lnTo>
                  <a:close/>
                  <a:moveTo>
                    <a:pt x="231" y="1"/>
                  </a:moveTo>
                  <a:cubicBezTo>
                    <a:pt x="170" y="1"/>
                    <a:pt x="113" y="39"/>
                    <a:pt x="83" y="99"/>
                  </a:cubicBezTo>
                  <a:cubicBezTo>
                    <a:pt x="1" y="150"/>
                    <a:pt x="1" y="232"/>
                    <a:pt x="1" y="314"/>
                  </a:cubicBezTo>
                  <a:lnTo>
                    <a:pt x="431" y="4712"/>
                  </a:lnTo>
                  <a:cubicBezTo>
                    <a:pt x="431" y="4845"/>
                    <a:pt x="554" y="4968"/>
                    <a:pt x="728" y="4968"/>
                  </a:cubicBezTo>
                  <a:cubicBezTo>
                    <a:pt x="810" y="4968"/>
                    <a:pt x="892" y="4927"/>
                    <a:pt x="944" y="4886"/>
                  </a:cubicBezTo>
                  <a:lnTo>
                    <a:pt x="1836" y="3995"/>
                  </a:lnTo>
                  <a:lnTo>
                    <a:pt x="3117" y="5358"/>
                  </a:lnTo>
                  <a:cubicBezTo>
                    <a:pt x="3199" y="5399"/>
                    <a:pt x="3291" y="5440"/>
                    <a:pt x="3332" y="5440"/>
                  </a:cubicBezTo>
                  <a:cubicBezTo>
                    <a:pt x="3414" y="5440"/>
                    <a:pt x="3507" y="5399"/>
                    <a:pt x="3548" y="5358"/>
                  </a:cubicBezTo>
                  <a:lnTo>
                    <a:pt x="5342" y="3564"/>
                  </a:lnTo>
                  <a:cubicBezTo>
                    <a:pt x="5342" y="3564"/>
                    <a:pt x="5383" y="3523"/>
                    <a:pt x="5383" y="3482"/>
                  </a:cubicBezTo>
                  <a:cubicBezTo>
                    <a:pt x="5465" y="3349"/>
                    <a:pt x="5424" y="3226"/>
                    <a:pt x="5342" y="3133"/>
                  </a:cubicBezTo>
                  <a:lnTo>
                    <a:pt x="3968" y="1811"/>
                  </a:lnTo>
                  <a:lnTo>
                    <a:pt x="4870" y="960"/>
                  </a:lnTo>
                  <a:cubicBezTo>
                    <a:pt x="4911" y="868"/>
                    <a:pt x="4952" y="827"/>
                    <a:pt x="4952" y="745"/>
                  </a:cubicBezTo>
                  <a:cubicBezTo>
                    <a:pt x="4952" y="571"/>
                    <a:pt x="4829" y="448"/>
                    <a:pt x="4696" y="448"/>
                  </a:cubicBezTo>
                  <a:lnTo>
                    <a:pt x="298" y="17"/>
                  </a:lnTo>
                  <a:cubicBezTo>
                    <a:pt x="276" y="6"/>
                    <a:pt x="253" y="1"/>
                    <a:pt x="23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98"/>
            <p:cNvSpPr/>
            <p:nvPr/>
          </p:nvSpPr>
          <p:spPr>
            <a:xfrm>
              <a:off x="7135888" y="2021675"/>
              <a:ext cx="118700" cy="68200"/>
            </a:xfrm>
            <a:custGeom>
              <a:avLst/>
              <a:gdLst/>
              <a:ahLst/>
              <a:cxnLst/>
              <a:rect l="l" t="t" r="r" b="b"/>
              <a:pathLst>
                <a:path w="4748" h="2728" extrusionOk="0">
                  <a:moveTo>
                    <a:pt x="4183" y="554"/>
                  </a:moveTo>
                  <a:lnTo>
                    <a:pt x="4183" y="2174"/>
                  </a:lnTo>
                  <a:lnTo>
                    <a:pt x="595" y="2174"/>
                  </a:lnTo>
                  <a:lnTo>
                    <a:pt x="595" y="554"/>
                  </a:lnTo>
                  <a:close/>
                  <a:moveTo>
                    <a:pt x="298" y="1"/>
                  </a:moveTo>
                  <a:cubicBezTo>
                    <a:pt x="134" y="1"/>
                    <a:pt x="1" y="124"/>
                    <a:pt x="1" y="298"/>
                  </a:cubicBezTo>
                  <a:lnTo>
                    <a:pt x="1" y="2471"/>
                  </a:lnTo>
                  <a:cubicBezTo>
                    <a:pt x="1" y="2605"/>
                    <a:pt x="134" y="2728"/>
                    <a:pt x="298" y="2728"/>
                  </a:cubicBezTo>
                  <a:lnTo>
                    <a:pt x="4440" y="2728"/>
                  </a:lnTo>
                  <a:cubicBezTo>
                    <a:pt x="4614" y="2728"/>
                    <a:pt x="4747" y="2605"/>
                    <a:pt x="4747" y="2471"/>
                  </a:cubicBezTo>
                  <a:lnTo>
                    <a:pt x="4747" y="298"/>
                  </a:lnTo>
                  <a:cubicBezTo>
                    <a:pt x="4747" y="124"/>
                    <a:pt x="4614" y="1"/>
                    <a:pt x="444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98"/>
            <p:cNvSpPr/>
            <p:nvPr/>
          </p:nvSpPr>
          <p:spPr>
            <a:xfrm>
              <a:off x="7008788" y="2102675"/>
              <a:ext cx="38450" cy="15150"/>
            </a:xfrm>
            <a:custGeom>
              <a:avLst/>
              <a:gdLst/>
              <a:ahLst/>
              <a:cxnLst/>
              <a:rect l="l" t="t" r="r" b="b"/>
              <a:pathLst>
                <a:path w="1538" h="606" extrusionOk="0">
                  <a:moveTo>
                    <a:pt x="297" y="0"/>
                  </a:moveTo>
                  <a:cubicBezTo>
                    <a:pt x="133" y="0"/>
                    <a:pt x="0" y="175"/>
                    <a:pt x="41" y="349"/>
                  </a:cubicBezTo>
                  <a:cubicBezTo>
                    <a:pt x="41" y="472"/>
                    <a:pt x="174" y="605"/>
                    <a:pt x="349" y="605"/>
                  </a:cubicBezTo>
                  <a:lnTo>
                    <a:pt x="1241" y="605"/>
                  </a:lnTo>
                  <a:cubicBezTo>
                    <a:pt x="1415" y="605"/>
                    <a:pt x="1538" y="431"/>
                    <a:pt x="1497" y="257"/>
                  </a:cubicBezTo>
                  <a:cubicBezTo>
                    <a:pt x="1497" y="93"/>
                    <a:pt x="137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98"/>
            <p:cNvSpPr/>
            <p:nvPr/>
          </p:nvSpPr>
          <p:spPr>
            <a:xfrm>
              <a:off x="7008788" y="2052775"/>
              <a:ext cx="39475" cy="26600"/>
            </a:xfrm>
            <a:custGeom>
              <a:avLst/>
              <a:gdLst/>
              <a:ahLst/>
              <a:cxnLst/>
              <a:rect l="l" t="t" r="r" b="b"/>
              <a:pathLst>
                <a:path w="1579" h="1064" extrusionOk="0">
                  <a:moveTo>
                    <a:pt x="327" y="1"/>
                  </a:moveTo>
                  <a:cubicBezTo>
                    <a:pt x="210" y="1"/>
                    <a:pt x="107" y="73"/>
                    <a:pt x="41" y="161"/>
                  </a:cubicBezTo>
                  <a:cubicBezTo>
                    <a:pt x="0" y="295"/>
                    <a:pt x="41" y="500"/>
                    <a:pt x="174" y="551"/>
                  </a:cubicBezTo>
                  <a:lnTo>
                    <a:pt x="1066" y="1012"/>
                  </a:lnTo>
                  <a:cubicBezTo>
                    <a:pt x="1118" y="1063"/>
                    <a:pt x="1200" y="1063"/>
                    <a:pt x="1241" y="1063"/>
                  </a:cubicBezTo>
                  <a:cubicBezTo>
                    <a:pt x="1323" y="1063"/>
                    <a:pt x="1456" y="1012"/>
                    <a:pt x="1497" y="889"/>
                  </a:cubicBezTo>
                  <a:cubicBezTo>
                    <a:pt x="1579" y="756"/>
                    <a:pt x="1497" y="592"/>
                    <a:pt x="1374" y="500"/>
                  </a:cubicBezTo>
                  <a:lnTo>
                    <a:pt x="472" y="38"/>
                  </a:lnTo>
                  <a:cubicBezTo>
                    <a:pt x="422" y="12"/>
                    <a:pt x="374" y="1"/>
                    <a:pt x="327"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98"/>
            <p:cNvSpPr/>
            <p:nvPr/>
          </p:nvSpPr>
          <p:spPr>
            <a:xfrm>
              <a:off x="7008788" y="2141125"/>
              <a:ext cx="39475" cy="26675"/>
            </a:xfrm>
            <a:custGeom>
              <a:avLst/>
              <a:gdLst/>
              <a:ahLst/>
              <a:cxnLst/>
              <a:rect l="l" t="t" r="r" b="b"/>
              <a:pathLst>
                <a:path w="1579" h="1067" extrusionOk="0">
                  <a:moveTo>
                    <a:pt x="1235" y="0"/>
                  </a:moveTo>
                  <a:cubicBezTo>
                    <a:pt x="1181" y="0"/>
                    <a:pt x="1124" y="14"/>
                    <a:pt x="1066" y="41"/>
                  </a:cubicBezTo>
                  <a:lnTo>
                    <a:pt x="174" y="513"/>
                  </a:lnTo>
                  <a:cubicBezTo>
                    <a:pt x="41" y="554"/>
                    <a:pt x="0" y="728"/>
                    <a:pt x="41" y="902"/>
                  </a:cubicBezTo>
                  <a:cubicBezTo>
                    <a:pt x="133" y="984"/>
                    <a:pt x="215" y="1066"/>
                    <a:pt x="349" y="1066"/>
                  </a:cubicBezTo>
                  <a:cubicBezTo>
                    <a:pt x="390" y="1066"/>
                    <a:pt x="431" y="1025"/>
                    <a:pt x="472" y="1025"/>
                  </a:cubicBezTo>
                  <a:lnTo>
                    <a:pt x="1374" y="554"/>
                  </a:lnTo>
                  <a:cubicBezTo>
                    <a:pt x="1497" y="472"/>
                    <a:pt x="1579" y="297"/>
                    <a:pt x="1497" y="174"/>
                  </a:cubicBezTo>
                  <a:cubicBezTo>
                    <a:pt x="1442" y="57"/>
                    <a:pt x="1345" y="0"/>
                    <a:pt x="123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98"/>
          <p:cNvGrpSpPr/>
          <p:nvPr/>
        </p:nvGrpSpPr>
        <p:grpSpPr>
          <a:xfrm>
            <a:off x="4017663" y="1976825"/>
            <a:ext cx="321650" cy="343725"/>
            <a:chOff x="4017663" y="1976825"/>
            <a:chExt cx="321650" cy="343725"/>
          </a:xfrm>
        </p:grpSpPr>
        <p:sp>
          <p:nvSpPr>
            <p:cNvPr id="1497" name="Google Shape;1497;p98"/>
            <p:cNvSpPr/>
            <p:nvPr/>
          </p:nvSpPr>
          <p:spPr>
            <a:xfrm>
              <a:off x="4224988" y="1984275"/>
              <a:ext cx="78950" cy="78950"/>
            </a:xfrm>
            <a:custGeom>
              <a:avLst/>
              <a:gdLst/>
              <a:ahLst/>
              <a:cxnLst/>
              <a:rect l="l" t="t" r="r" b="b"/>
              <a:pathLst>
                <a:path w="3158" h="3158" extrusionOk="0">
                  <a:moveTo>
                    <a:pt x="0" y="0"/>
                  </a:moveTo>
                  <a:lnTo>
                    <a:pt x="0" y="1538"/>
                  </a:lnTo>
                  <a:cubicBezTo>
                    <a:pt x="0" y="1702"/>
                    <a:pt x="164" y="1835"/>
                    <a:pt x="298" y="1835"/>
                  </a:cubicBezTo>
                  <a:lnTo>
                    <a:pt x="1323" y="1835"/>
                  </a:lnTo>
                  <a:lnTo>
                    <a:pt x="1323" y="2860"/>
                  </a:lnTo>
                  <a:cubicBezTo>
                    <a:pt x="1323" y="3035"/>
                    <a:pt x="1446" y="3158"/>
                    <a:pt x="1620" y="3158"/>
                  </a:cubicBezTo>
                  <a:lnTo>
                    <a:pt x="3158" y="3158"/>
                  </a:lnTo>
                  <a:lnTo>
                    <a:pt x="3158" y="2563"/>
                  </a:lnTo>
                  <a:lnTo>
                    <a:pt x="1917" y="2563"/>
                  </a:lnTo>
                  <a:lnTo>
                    <a:pt x="1917" y="1538"/>
                  </a:lnTo>
                  <a:cubicBezTo>
                    <a:pt x="1917" y="1405"/>
                    <a:pt x="1794" y="1282"/>
                    <a:pt x="1620" y="1282"/>
                  </a:cubicBezTo>
                  <a:lnTo>
                    <a:pt x="595" y="1282"/>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98"/>
            <p:cNvSpPr/>
            <p:nvPr/>
          </p:nvSpPr>
          <p:spPr>
            <a:xfrm>
              <a:off x="4224988" y="2234150"/>
              <a:ext cx="78950" cy="78950"/>
            </a:xfrm>
            <a:custGeom>
              <a:avLst/>
              <a:gdLst/>
              <a:ahLst/>
              <a:cxnLst/>
              <a:rect l="l" t="t" r="r" b="b"/>
              <a:pathLst>
                <a:path w="3158" h="3158" extrusionOk="0">
                  <a:moveTo>
                    <a:pt x="1620" y="0"/>
                  </a:moveTo>
                  <a:cubicBezTo>
                    <a:pt x="1446" y="0"/>
                    <a:pt x="1323" y="123"/>
                    <a:pt x="1323" y="298"/>
                  </a:cubicBezTo>
                  <a:lnTo>
                    <a:pt x="1323" y="1323"/>
                  </a:lnTo>
                  <a:lnTo>
                    <a:pt x="298" y="1323"/>
                  </a:lnTo>
                  <a:cubicBezTo>
                    <a:pt x="164" y="1323"/>
                    <a:pt x="0" y="1446"/>
                    <a:pt x="0" y="1620"/>
                  </a:cubicBezTo>
                  <a:lnTo>
                    <a:pt x="0" y="3158"/>
                  </a:lnTo>
                  <a:lnTo>
                    <a:pt x="595" y="3158"/>
                  </a:lnTo>
                  <a:lnTo>
                    <a:pt x="595" y="1917"/>
                  </a:lnTo>
                  <a:lnTo>
                    <a:pt x="1620" y="1917"/>
                  </a:lnTo>
                  <a:cubicBezTo>
                    <a:pt x="1794" y="1917"/>
                    <a:pt x="1917" y="1794"/>
                    <a:pt x="1917" y="1620"/>
                  </a:cubicBezTo>
                  <a:lnTo>
                    <a:pt x="1917" y="595"/>
                  </a:lnTo>
                  <a:lnTo>
                    <a:pt x="3158" y="595"/>
                  </a:lnTo>
                  <a:lnTo>
                    <a:pt x="3158"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98"/>
            <p:cNvSpPr/>
            <p:nvPr/>
          </p:nvSpPr>
          <p:spPr>
            <a:xfrm>
              <a:off x="4267538" y="2141125"/>
              <a:ext cx="18225" cy="15125"/>
            </a:xfrm>
            <a:custGeom>
              <a:avLst/>
              <a:gdLst/>
              <a:ahLst/>
              <a:cxnLst/>
              <a:rect l="l" t="t" r="r" b="b"/>
              <a:pathLst>
                <a:path w="729" h="605" extrusionOk="0">
                  <a:moveTo>
                    <a:pt x="349" y="0"/>
                  </a:moveTo>
                  <a:cubicBezTo>
                    <a:pt x="257" y="0"/>
                    <a:pt x="174" y="41"/>
                    <a:pt x="92" y="133"/>
                  </a:cubicBezTo>
                  <a:cubicBezTo>
                    <a:pt x="0" y="390"/>
                    <a:pt x="133" y="605"/>
                    <a:pt x="349" y="605"/>
                  </a:cubicBezTo>
                  <a:cubicBezTo>
                    <a:pt x="564" y="605"/>
                    <a:pt x="728" y="390"/>
                    <a:pt x="646" y="174"/>
                  </a:cubicBezTo>
                  <a:cubicBezTo>
                    <a:pt x="605" y="92"/>
                    <a:pt x="472" y="0"/>
                    <a:pt x="39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98"/>
            <p:cNvSpPr/>
            <p:nvPr/>
          </p:nvSpPr>
          <p:spPr>
            <a:xfrm>
              <a:off x="4017663" y="1976825"/>
              <a:ext cx="321650" cy="343725"/>
            </a:xfrm>
            <a:custGeom>
              <a:avLst/>
              <a:gdLst/>
              <a:ahLst/>
              <a:cxnLst/>
              <a:rect l="l" t="t" r="r" b="b"/>
              <a:pathLst>
                <a:path w="12866" h="13749" extrusionOk="0">
                  <a:moveTo>
                    <a:pt x="2399" y="595"/>
                  </a:moveTo>
                  <a:lnTo>
                    <a:pt x="2399" y="2471"/>
                  </a:lnTo>
                  <a:cubicBezTo>
                    <a:pt x="2184" y="2307"/>
                    <a:pt x="1886" y="2215"/>
                    <a:pt x="1589" y="2215"/>
                  </a:cubicBezTo>
                  <a:lnTo>
                    <a:pt x="1240" y="2215"/>
                  </a:lnTo>
                  <a:lnTo>
                    <a:pt x="1240" y="595"/>
                  </a:lnTo>
                  <a:close/>
                  <a:moveTo>
                    <a:pt x="1589" y="2820"/>
                  </a:moveTo>
                  <a:cubicBezTo>
                    <a:pt x="2009" y="2820"/>
                    <a:pt x="2399" y="3117"/>
                    <a:pt x="2399" y="3589"/>
                  </a:cubicBezTo>
                  <a:cubicBezTo>
                    <a:pt x="2399" y="4009"/>
                    <a:pt x="2050" y="4399"/>
                    <a:pt x="1589" y="4399"/>
                  </a:cubicBezTo>
                  <a:lnTo>
                    <a:pt x="605" y="4399"/>
                  </a:lnTo>
                  <a:lnTo>
                    <a:pt x="605" y="2820"/>
                  </a:lnTo>
                  <a:close/>
                  <a:moveTo>
                    <a:pt x="11707" y="5424"/>
                  </a:moveTo>
                  <a:cubicBezTo>
                    <a:pt x="12005" y="5424"/>
                    <a:pt x="12220" y="5680"/>
                    <a:pt x="12220" y="5936"/>
                  </a:cubicBezTo>
                  <a:lnTo>
                    <a:pt x="12220" y="7812"/>
                  </a:lnTo>
                  <a:cubicBezTo>
                    <a:pt x="12220" y="8110"/>
                    <a:pt x="12005" y="8325"/>
                    <a:pt x="11707" y="8325"/>
                  </a:cubicBezTo>
                  <a:lnTo>
                    <a:pt x="10385" y="8325"/>
                  </a:lnTo>
                  <a:cubicBezTo>
                    <a:pt x="9534" y="8325"/>
                    <a:pt x="8847" y="7638"/>
                    <a:pt x="8888" y="6787"/>
                  </a:cubicBezTo>
                  <a:cubicBezTo>
                    <a:pt x="8929" y="6018"/>
                    <a:pt x="9575" y="5424"/>
                    <a:pt x="10344" y="5424"/>
                  </a:cubicBezTo>
                  <a:close/>
                  <a:moveTo>
                    <a:pt x="2399" y="4737"/>
                  </a:moveTo>
                  <a:lnTo>
                    <a:pt x="2399" y="9012"/>
                  </a:lnTo>
                  <a:cubicBezTo>
                    <a:pt x="2184" y="8838"/>
                    <a:pt x="1886" y="8756"/>
                    <a:pt x="1589" y="8756"/>
                  </a:cubicBezTo>
                  <a:lnTo>
                    <a:pt x="1240" y="8756"/>
                  </a:lnTo>
                  <a:lnTo>
                    <a:pt x="1240" y="4993"/>
                  </a:lnTo>
                  <a:lnTo>
                    <a:pt x="1589" y="4993"/>
                  </a:lnTo>
                  <a:cubicBezTo>
                    <a:pt x="1886" y="4993"/>
                    <a:pt x="2184" y="4870"/>
                    <a:pt x="2399" y="4737"/>
                  </a:cubicBezTo>
                  <a:close/>
                  <a:moveTo>
                    <a:pt x="1589" y="9350"/>
                  </a:moveTo>
                  <a:cubicBezTo>
                    <a:pt x="2009" y="9350"/>
                    <a:pt x="2399" y="9688"/>
                    <a:pt x="2399" y="10119"/>
                  </a:cubicBezTo>
                  <a:cubicBezTo>
                    <a:pt x="2399" y="10591"/>
                    <a:pt x="2050" y="10929"/>
                    <a:pt x="1589" y="10929"/>
                  </a:cubicBezTo>
                  <a:lnTo>
                    <a:pt x="605" y="10929"/>
                  </a:lnTo>
                  <a:lnTo>
                    <a:pt x="605" y="9350"/>
                  </a:lnTo>
                  <a:close/>
                  <a:moveTo>
                    <a:pt x="2399" y="11277"/>
                  </a:moveTo>
                  <a:lnTo>
                    <a:pt x="2399" y="13153"/>
                  </a:lnTo>
                  <a:lnTo>
                    <a:pt x="1240" y="13153"/>
                  </a:lnTo>
                  <a:lnTo>
                    <a:pt x="1240" y="11534"/>
                  </a:lnTo>
                  <a:lnTo>
                    <a:pt x="1589" y="11534"/>
                  </a:lnTo>
                  <a:cubicBezTo>
                    <a:pt x="1886" y="11534"/>
                    <a:pt x="2184" y="11441"/>
                    <a:pt x="2399" y="11277"/>
                  </a:cubicBezTo>
                  <a:close/>
                  <a:moveTo>
                    <a:pt x="11154" y="595"/>
                  </a:moveTo>
                  <a:lnTo>
                    <a:pt x="11154" y="4819"/>
                  </a:lnTo>
                  <a:lnTo>
                    <a:pt x="10385" y="4819"/>
                  </a:lnTo>
                  <a:cubicBezTo>
                    <a:pt x="9226" y="4819"/>
                    <a:pt x="8293" y="5762"/>
                    <a:pt x="8334" y="6921"/>
                  </a:cubicBezTo>
                  <a:cubicBezTo>
                    <a:pt x="8334" y="8028"/>
                    <a:pt x="9226" y="8920"/>
                    <a:pt x="10385" y="8920"/>
                  </a:cubicBezTo>
                  <a:lnTo>
                    <a:pt x="11154" y="8920"/>
                  </a:lnTo>
                  <a:lnTo>
                    <a:pt x="11154" y="13194"/>
                  </a:lnTo>
                  <a:lnTo>
                    <a:pt x="2993" y="13194"/>
                  </a:lnTo>
                  <a:lnTo>
                    <a:pt x="2993" y="595"/>
                  </a:lnTo>
                  <a:close/>
                  <a:moveTo>
                    <a:pt x="943" y="1"/>
                  </a:moveTo>
                  <a:cubicBezTo>
                    <a:pt x="769" y="1"/>
                    <a:pt x="646" y="124"/>
                    <a:pt x="646" y="298"/>
                  </a:cubicBezTo>
                  <a:lnTo>
                    <a:pt x="646" y="2215"/>
                  </a:lnTo>
                  <a:lnTo>
                    <a:pt x="308" y="2215"/>
                  </a:lnTo>
                  <a:cubicBezTo>
                    <a:pt x="133" y="2215"/>
                    <a:pt x="0" y="2348"/>
                    <a:pt x="0" y="2512"/>
                  </a:cubicBezTo>
                  <a:lnTo>
                    <a:pt x="0" y="4696"/>
                  </a:lnTo>
                  <a:cubicBezTo>
                    <a:pt x="0" y="4819"/>
                    <a:pt x="133" y="4993"/>
                    <a:pt x="308" y="4993"/>
                  </a:cubicBezTo>
                  <a:lnTo>
                    <a:pt x="646" y="4993"/>
                  </a:lnTo>
                  <a:lnTo>
                    <a:pt x="646" y="8756"/>
                  </a:lnTo>
                  <a:lnTo>
                    <a:pt x="308" y="8756"/>
                  </a:lnTo>
                  <a:cubicBezTo>
                    <a:pt x="133" y="8756"/>
                    <a:pt x="0" y="8879"/>
                    <a:pt x="0" y="9053"/>
                  </a:cubicBezTo>
                  <a:lnTo>
                    <a:pt x="0" y="11226"/>
                  </a:lnTo>
                  <a:cubicBezTo>
                    <a:pt x="0" y="11400"/>
                    <a:pt x="133" y="11534"/>
                    <a:pt x="308" y="11534"/>
                  </a:cubicBezTo>
                  <a:lnTo>
                    <a:pt x="646" y="11534"/>
                  </a:lnTo>
                  <a:lnTo>
                    <a:pt x="646" y="13451"/>
                  </a:lnTo>
                  <a:cubicBezTo>
                    <a:pt x="646" y="13625"/>
                    <a:pt x="769" y="13748"/>
                    <a:pt x="943" y="13748"/>
                  </a:cubicBezTo>
                  <a:lnTo>
                    <a:pt x="11451" y="13748"/>
                  </a:lnTo>
                  <a:cubicBezTo>
                    <a:pt x="11625" y="13748"/>
                    <a:pt x="11748" y="13625"/>
                    <a:pt x="11748" y="13451"/>
                  </a:cubicBezTo>
                  <a:lnTo>
                    <a:pt x="11748" y="8879"/>
                  </a:lnTo>
                  <a:cubicBezTo>
                    <a:pt x="12353" y="8879"/>
                    <a:pt x="12866" y="8407"/>
                    <a:pt x="12866" y="7771"/>
                  </a:cubicBezTo>
                  <a:lnTo>
                    <a:pt x="12866" y="5936"/>
                  </a:lnTo>
                  <a:cubicBezTo>
                    <a:pt x="12866" y="5332"/>
                    <a:pt x="12353" y="4870"/>
                    <a:pt x="11748" y="4819"/>
                  </a:cubicBezTo>
                  <a:lnTo>
                    <a:pt x="11748" y="298"/>
                  </a:lnTo>
                  <a:cubicBezTo>
                    <a:pt x="11748" y="124"/>
                    <a:pt x="11625" y="1"/>
                    <a:pt x="114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98"/>
            <p:cNvSpPr/>
            <p:nvPr/>
          </p:nvSpPr>
          <p:spPr>
            <a:xfrm>
              <a:off x="4126563" y="2048350"/>
              <a:ext cx="92050" cy="14875"/>
            </a:xfrm>
            <a:custGeom>
              <a:avLst/>
              <a:gdLst/>
              <a:ahLst/>
              <a:cxnLst/>
              <a:rect l="l" t="t" r="r" b="b"/>
              <a:pathLst>
                <a:path w="3682" h="595" extrusionOk="0">
                  <a:moveTo>
                    <a:pt x="308" y="0"/>
                  </a:moveTo>
                  <a:cubicBezTo>
                    <a:pt x="134" y="0"/>
                    <a:pt x="1" y="123"/>
                    <a:pt x="1" y="338"/>
                  </a:cubicBezTo>
                  <a:cubicBezTo>
                    <a:pt x="52" y="472"/>
                    <a:pt x="175" y="595"/>
                    <a:pt x="308" y="595"/>
                  </a:cubicBezTo>
                  <a:lnTo>
                    <a:pt x="3384" y="595"/>
                  </a:lnTo>
                  <a:cubicBezTo>
                    <a:pt x="3548" y="595"/>
                    <a:pt x="3681" y="420"/>
                    <a:pt x="3681" y="256"/>
                  </a:cubicBezTo>
                  <a:cubicBezTo>
                    <a:pt x="3640" y="82"/>
                    <a:pt x="3507" y="0"/>
                    <a:pt x="3384"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98"/>
            <p:cNvSpPr/>
            <p:nvPr/>
          </p:nvSpPr>
          <p:spPr>
            <a:xfrm>
              <a:off x="4137338" y="2092175"/>
              <a:ext cx="70500" cy="14875"/>
            </a:xfrm>
            <a:custGeom>
              <a:avLst/>
              <a:gdLst/>
              <a:ahLst/>
              <a:cxnLst/>
              <a:rect l="l" t="t" r="r" b="b"/>
              <a:pathLst>
                <a:path w="2820" h="595" extrusionOk="0">
                  <a:moveTo>
                    <a:pt x="298" y="0"/>
                  </a:moveTo>
                  <a:cubicBezTo>
                    <a:pt x="134" y="0"/>
                    <a:pt x="0" y="123"/>
                    <a:pt x="41" y="338"/>
                  </a:cubicBezTo>
                  <a:cubicBezTo>
                    <a:pt x="41" y="461"/>
                    <a:pt x="175" y="595"/>
                    <a:pt x="339" y="595"/>
                  </a:cubicBezTo>
                  <a:lnTo>
                    <a:pt x="2522" y="595"/>
                  </a:lnTo>
                  <a:cubicBezTo>
                    <a:pt x="2697" y="595"/>
                    <a:pt x="2820" y="420"/>
                    <a:pt x="2820" y="205"/>
                  </a:cubicBezTo>
                  <a:cubicBezTo>
                    <a:pt x="2779" y="82"/>
                    <a:pt x="2645" y="0"/>
                    <a:pt x="2481"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3" name="Google Shape;1503;p98"/>
          <p:cNvGrpSpPr/>
          <p:nvPr/>
        </p:nvGrpSpPr>
        <p:grpSpPr>
          <a:xfrm>
            <a:off x="3287238" y="1976825"/>
            <a:ext cx="343950" cy="343725"/>
            <a:chOff x="3287238" y="1976825"/>
            <a:chExt cx="343950" cy="343725"/>
          </a:xfrm>
        </p:grpSpPr>
        <p:sp>
          <p:nvSpPr>
            <p:cNvPr id="1504" name="Google Shape;1504;p98"/>
            <p:cNvSpPr/>
            <p:nvPr/>
          </p:nvSpPr>
          <p:spPr>
            <a:xfrm>
              <a:off x="3339763" y="2075000"/>
              <a:ext cx="43600" cy="14875"/>
            </a:xfrm>
            <a:custGeom>
              <a:avLst/>
              <a:gdLst/>
              <a:ahLst/>
              <a:cxnLst/>
              <a:rect l="l" t="t" r="r" b="b"/>
              <a:pathLst>
                <a:path w="1744" h="595" extrusionOk="0">
                  <a:moveTo>
                    <a:pt x="1" y="0"/>
                  </a:moveTo>
                  <a:lnTo>
                    <a:pt x="1" y="595"/>
                  </a:lnTo>
                  <a:lnTo>
                    <a:pt x="1744" y="595"/>
                  </a:lnTo>
                  <a:lnTo>
                    <a:pt x="174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98"/>
            <p:cNvSpPr/>
            <p:nvPr/>
          </p:nvSpPr>
          <p:spPr>
            <a:xfrm>
              <a:off x="3339763" y="2115475"/>
              <a:ext cx="43600" cy="15150"/>
            </a:xfrm>
            <a:custGeom>
              <a:avLst/>
              <a:gdLst/>
              <a:ahLst/>
              <a:cxnLst/>
              <a:rect l="l" t="t" r="r" b="b"/>
              <a:pathLst>
                <a:path w="1744" h="606" extrusionOk="0">
                  <a:moveTo>
                    <a:pt x="1" y="1"/>
                  </a:moveTo>
                  <a:lnTo>
                    <a:pt x="1" y="606"/>
                  </a:lnTo>
                  <a:lnTo>
                    <a:pt x="1744" y="606"/>
                  </a:lnTo>
                  <a:lnTo>
                    <a:pt x="1744"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98"/>
            <p:cNvSpPr/>
            <p:nvPr/>
          </p:nvSpPr>
          <p:spPr>
            <a:xfrm>
              <a:off x="3427163" y="2051425"/>
              <a:ext cx="43850" cy="13850"/>
            </a:xfrm>
            <a:custGeom>
              <a:avLst/>
              <a:gdLst/>
              <a:ahLst/>
              <a:cxnLst/>
              <a:rect l="l" t="t" r="r" b="b"/>
              <a:pathLst>
                <a:path w="1754" h="554" extrusionOk="0">
                  <a:moveTo>
                    <a:pt x="1" y="0"/>
                  </a:moveTo>
                  <a:lnTo>
                    <a:pt x="1" y="554"/>
                  </a:lnTo>
                  <a:lnTo>
                    <a:pt x="1754" y="554"/>
                  </a:lnTo>
                  <a:lnTo>
                    <a:pt x="17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98"/>
            <p:cNvSpPr/>
            <p:nvPr/>
          </p:nvSpPr>
          <p:spPr>
            <a:xfrm>
              <a:off x="3427163" y="2090875"/>
              <a:ext cx="43850" cy="15150"/>
            </a:xfrm>
            <a:custGeom>
              <a:avLst/>
              <a:gdLst/>
              <a:ahLst/>
              <a:cxnLst/>
              <a:rect l="l" t="t" r="r" b="b"/>
              <a:pathLst>
                <a:path w="1754" h="606" extrusionOk="0">
                  <a:moveTo>
                    <a:pt x="1" y="1"/>
                  </a:moveTo>
                  <a:lnTo>
                    <a:pt x="1" y="606"/>
                  </a:lnTo>
                  <a:lnTo>
                    <a:pt x="1754" y="606"/>
                  </a:lnTo>
                  <a:lnTo>
                    <a:pt x="1754"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98"/>
            <p:cNvSpPr/>
            <p:nvPr/>
          </p:nvSpPr>
          <p:spPr>
            <a:xfrm>
              <a:off x="3287238" y="1976825"/>
              <a:ext cx="343950" cy="343725"/>
            </a:xfrm>
            <a:custGeom>
              <a:avLst/>
              <a:gdLst/>
              <a:ahLst/>
              <a:cxnLst/>
              <a:rect l="l" t="t" r="r" b="b"/>
              <a:pathLst>
                <a:path w="13758" h="13749" extrusionOk="0">
                  <a:moveTo>
                    <a:pt x="8806" y="2984"/>
                  </a:moveTo>
                  <a:lnTo>
                    <a:pt x="11328" y="10888"/>
                  </a:lnTo>
                  <a:lnTo>
                    <a:pt x="10211" y="11318"/>
                  </a:lnTo>
                  <a:lnTo>
                    <a:pt x="7740" y="3415"/>
                  </a:lnTo>
                  <a:lnTo>
                    <a:pt x="8806" y="2984"/>
                  </a:lnTo>
                  <a:close/>
                  <a:moveTo>
                    <a:pt x="3547" y="1744"/>
                  </a:moveTo>
                  <a:lnTo>
                    <a:pt x="3547" y="2471"/>
                  </a:lnTo>
                  <a:lnTo>
                    <a:pt x="3547" y="2769"/>
                  </a:lnTo>
                  <a:lnTo>
                    <a:pt x="3547" y="11400"/>
                  </a:lnTo>
                  <a:lnTo>
                    <a:pt x="2399" y="11400"/>
                  </a:lnTo>
                  <a:lnTo>
                    <a:pt x="2399" y="1744"/>
                  </a:lnTo>
                  <a:close/>
                  <a:moveTo>
                    <a:pt x="5300" y="3076"/>
                  </a:moveTo>
                  <a:lnTo>
                    <a:pt x="5300" y="11400"/>
                  </a:lnTo>
                  <a:lnTo>
                    <a:pt x="4152" y="11400"/>
                  </a:lnTo>
                  <a:lnTo>
                    <a:pt x="4152" y="3076"/>
                  </a:lnTo>
                  <a:close/>
                  <a:moveTo>
                    <a:pt x="7053" y="595"/>
                  </a:moveTo>
                  <a:lnTo>
                    <a:pt x="7053" y="11400"/>
                  </a:lnTo>
                  <a:lnTo>
                    <a:pt x="5895" y="11400"/>
                  </a:lnTo>
                  <a:lnTo>
                    <a:pt x="5895" y="2471"/>
                  </a:lnTo>
                  <a:lnTo>
                    <a:pt x="5895" y="595"/>
                  </a:lnTo>
                  <a:close/>
                  <a:moveTo>
                    <a:pt x="7648" y="5127"/>
                  </a:moveTo>
                  <a:lnTo>
                    <a:pt x="9657" y="11400"/>
                  </a:lnTo>
                  <a:lnTo>
                    <a:pt x="7648" y="11400"/>
                  </a:lnTo>
                  <a:lnTo>
                    <a:pt x="7648" y="5127"/>
                  </a:lnTo>
                  <a:close/>
                  <a:moveTo>
                    <a:pt x="13163" y="8499"/>
                  </a:moveTo>
                  <a:lnTo>
                    <a:pt x="13163" y="13153"/>
                  </a:lnTo>
                  <a:lnTo>
                    <a:pt x="605" y="13153"/>
                  </a:lnTo>
                  <a:lnTo>
                    <a:pt x="605" y="8499"/>
                  </a:lnTo>
                  <a:lnTo>
                    <a:pt x="1753" y="8499"/>
                  </a:lnTo>
                  <a:lnTo>
                    <a:pt x="1753" y="11698"/>
                  </a:lnTo>
                  <a:cubicBezTo>
                    <a:pt x="1753" y="11831"/>
                    <a:pt x="1887" y="11995"/>
                    <a:pt x="2051" y="11995"/>
                  </a:cubicBezTo>
                  <a:lnTo>
                    <a:pt x="11666" y="11995"/>
                  </a:lnTo>
                  <a:cubicBezTo>
                    <a:pt x="11841" y="11995"/>
                    <a:pt x="11964" y="11831"/>
                    <a:pt x="11964" y="11698"/>
                  </a:cubicBezTo>
                  <a:lnTo>
                    <a:pt x="11964" y="8499"/>
                  </a:lnTo>
                  <a:close/>
                  <a:moveTo>
                    <a:pt x="5598" y="1"/>
                  </a:moveTo>
                  <a:cubicBezTo>
                    <a:pt x="5434" y="1"/>
                    <a:pt x="5300" y="124"/>
                    <a:pt x="5300" y="298"/>
                  </a:cubicBezTo>
                  <a:lnTo>
                    <a:pt x="5300" y="2471"/>
                  </a:lnTo>
                  <a:lnTo>
                    <a:pt x="4152" y="2471"/>
                  </a:lnTo>
                  <a:lnTo>
                    <a:pt x="4152" y="1446"/>
                  </a:lnTo>
                  <a:cubicBezTo>
                    <a:pt x="4152" y="1323"/>
                    <a:pt x="4019" y="1149"/>
                    <a:pt x="3845" y="1149"/>
                  </a:cubicBezTo>
                  <a:lnTo>
                    <a:pt x="2102" y="1149"/>
                  </a:lnTo>
                  <a:cubicBezTo>
                    <a:pt x="1928" y="1149"/>
                    <a:pt x="1794" y="1323"/>
                    <a:pt x="1794" y="1446"/>
                  </a:cubicBezTo>
                  <a:lnTo>
                    <a:pt x="1794" y="7894"/>
                  </a:lnTo>
                  <a:lnTo>
                    <a:pt x="308" y="7894"/>
                  </a:lnTo>
                  <a:cubicBezTo>
                    <a:pt x="134" y="7894"/>
                    <a:pt x="0" y="8028"/>
                    <a:pt x="0" y="8202"/>
                  </a:cubicBezTo>
                  <a:lnTo>
                    <a:pt x="0" y="13451"/>
                  </a:lnTo>
                  <a:cubicBezTo>
                    <a:pt x="0" y="13625"/>
                    <a:pt x="134" y="13748"/>
                    <a:pt x="308" y="13748"/>
                  </a:cubicBezTo>
                  <a:lnTo>
                    <a:pt x="13460" y="13748"/>
                  </a:lnTo>
                  <a:cubicBezTo>
                    <a:pt x="13635" y="13748"/>
                    <a:pt x="13758" y="13625"/>
                    <a:pt x="13758" y="13451"/>
                  </a:cubicBezTo>
                  <a:lnTo>
                    <a:pt x="13758" y="8202"/>
                  </a:lnTo>
                  <a:cubicBezTo>
                    <a:pt x="13758" y="8028"/>
                    <a:pt x="13635" y="7894"/>
                    <a:pt x="13460" y="7894"/>
                  </a:cubicBezTo>
                  <a:lnTo>
                    <a:pt x="11666" y="7894"/>
                  </a:lnTo>
                  <a:cubicBezTo>
                    <a:pt x="11492" y="7894"/>
                    <a:pt x="11369" y="8028"/>
                    <a:pt x="11369" y="8202"/>
                  </a:cubicBezTo>
                  <a:lnTo>
                    <a:pt x="11369" y="9135"/>
                  </a:lnTo>
                  <a:lnTo>
                    <a:pt x="9278" y="2512"/>
                  </a:lnTo>
                  <a:cubicBezTo>
                    <a:pt x="9227" y="2430"/>
                    <a:pt x="9186" y="2389"/>
                    <a:pt x="9104" y="2348"/>
                  </a:cubicBezTo>
                  <a:cubicBezTo>
                    <a:pt x="9022" y="2307"/>
                    <a:pt x="8929" y="2307"/>
                    <a:pt x="8888" y="2307"/>
                  </a:cubicBezTo>
                  <a:lnTo>
                    <a:pt x="7648" y="2820"/>
                  </a:lnTo>
                  <a:lnTo>
                    <a:pt x="7648" y="298"/>
                  </a:lnTo>
                  <a:cubicBezTo>
                    <a:pt x="7648" y="124"/>
                    <a:pt x="7484" y="1"/>
                    <a:pt x="73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9" name="Google Shape;1509;p98"/>
          <p:cNvGrpSpPr/>
          <p:nvPr/>
        </p:nvGrpSpPr>
        <p:grpSpPr>
          <a:xfrm>
            <a:off x="2499138" y="1976825"/>
            <a:ext cx="345000" cy="343725"/>
            <a:chOff x="2499138" y="1976825"/>
            <a:chExt cx="345000" cy="343725"/>
          </a:xfrm>
        </p:grpSpPr>
        <p:sp>
          <p:nvSpPr>
            <p:cNvPr id="1510" name="Google Shape;1510;p98"/>
            <p:cNvSpPr/>
            <p:nvPr/>
          </p:nvSpPr>
          <p:spPr>
            <a:xfrm>
              <a:off x="2499138" y="2174175"/>
              <a:ext cx="345000" cy="146375"/>
            </a:xfrm>
            <a:custGeom>
              <a:avLst/>
              <a:gdLst/>
              <a:ahLst/>
              <a:cxnLst/>
              <a:rect l="l" t="t" r="r" b="b"/>
              <a:pathLst>
                <a:path w="13800" h="5855" extrusionOk="0">
                  <a:moveTo>
                    <a:pt x="5276" y="589"/>
                  </a:moveTo>
                  <a:cubicBezTo>
                    <a:pt x="5325" y="589"/>
                    <a:pt x="5377" y="594"/>
                    <a:pt x="5434" y="605"/>
                  </a:cubicBezTo>
                  <a:cubicBezTo>
                    <a:pt x="6111" y="605"/>
                    <a:pt x="6623" y="1159"/>
                    <a:pt x="6623" y="1794"/>
                  </a:cubicBezTo>
                  <a:lnTo>
                    <a:pt x="6623" y="2738"/>
                  </a:lnTo>
                  <a:cubicBezTo>
                    <a:pt x="6244" y="2522"/>
                    <a:pt x="5773" y="2399"/>
                    <a:pt x="5342" y="2399"/>
                  </a:cubicBezTo>
                  <a:lnTo>
                    <a:pt x="1077" y="2399"/>
                  </a:lnTo>
                  <a:lnTo>
                    <a:pt x="1077" y="1753"/>
                  </a:lnTo>
                  <a:cubicBezTo>
                    <a:pt x="1077" y="1456"/>
                    <a:pt x="1334" y="1241"/>
                    <a:pt x="1590" y="1241"/>
                  </a:cubicBezTo>
                  <a:cubicBezTo>
                    <a:pt x="2697" y="1241"/>
                    <a:pt x="3763" y="1077"/>
                    <a:pt x="4788" y="728"/>
                  </a:cubicBezTo>
                  <a:cubicBezTo>
                    <a:pt x="4829" y="728"/>
                    <a:pt x="4829" y="687"/>
                    <a:pt x="4870" y="687"/>
                  </a:cubicBezTo>
                  <a:cubicBezTo>
                    <a:pt x="5028" y="627"/>
                    <a:pt x="5142" y="589"/>
                    <a:pt x="5276" y="589"/>
                  </a:cubicBezTo>
                  <a:close/>
                  <a:moveTo>
                    <a:pt x="8417" y="564"/>
                  </a:moveTo>
                  <a:cubicBezTo>
                    <a:pt x="8633" y="564"/>
                    <a:pt x="8766" y="605"/>
                    <a:pt x="8930" y="687"/>
                  </a:cubicBezTo>
                  <a:cubicBezTo>
                    <a:pt x="8971" y="687"/>
                    <a:pt x="9022" y="728"/>
                    <a:pt x="9022" y="728"/>
                  </a:cubicBezTo>
                  <a:cubicBezTo>
                    <a:pt x="10047" y="1077"/>
                    <a:pt x="11155" y="1241"/>
                    <a:pt x="12221" y="1241"/>
                  </a:cubicBezTo>
                  <a:cubicBezTo>
                    <a:pt x="12518" y="1241"/>
                    <a:pt x="12733" y="1456"/>
                    <a:pt x="12733" y="1753"/>
                  </a:cubicBezTo>
                  <a:lnTo>
                    <a:pt x="12733" y="2399"/>
                  </a:lnTo>
                  <a:lnTo>
                    <a:pt x="8510" y="2399"/>
                  </a:lnTo>
                  <a:cubicBezTo>
                    <a:pt x="8038" y="2399"/>
                    <a:pt x="7608" y="2522"/>
                    <a:pt x="7228" y="2738"/>
                  </a:cubicBezTo>
                  <a:lnTo>
                    <a:pt x="7228" y="1794"/>
                  </a:lnTo>
                  <a:cubicBezTo>
                    <a:pt x="7228" y="1118"/>
                    <a:pt x="7741" y="564"/>
                    <a:pt x="8417" y="564"/>
                  </a:cubicBezTo>
                  <a:close/>
                  <a:moveTo>
                    <a:pt x="13205" y="2994"/>
                  </a:moveTo>
                  <a:lnTo>
                    <a:pt x="13205" y="4152"/>
                  </a:lnTo>
                  <a:lnTo>
                    <a:pt x="8294" y="4152"/>
                  </a:lnTo>
                  <a:cubicBezTo>
                    <a:pt x="7997" y="4152"/>
                    <a:pt x="7741" y="4357"/>
                    <a:pt x="7649" y="4665"/>
                  </a:cubicBezTo>
                  <a:cubicBezTo>
                    <a:pt x="7608" y="5003"/>
                    <a:pt x="7269" y="5259"/>
                    <a:pt x="6921" y="5259"/>
                  </a:cubicBezTo>
                  <a:cubicBezTo>
                    <a:pt x="6541" y="5259"/>
                    <a:pt x="6244" y="5003"/>
                    <a:pt x="6152" y="4665"/>
                  </a:cubicBezTo>
                  <a:cubicBezTo>
                    <a:pt x="6111" y="4357"/>
                    <a:pt x="5855" y="4152"/>
                    <a:pt x="5557" y="4152"/>
                  </a:cubicBezTo>
                  <a:lnTo>
                    <a:pt x="606" y="4152"/>
                  </a:lnTo>
                  <a:lnTo>
                    <a:pt x="606" y="2994"/>
                  </a:lnTo>
                  <a:lnTo>
                    <a:pt x="5342" y="2994"/>
                  </a:lnTo>
                  <a:cubicBezTo>
                    <a:pt x="5855" y="2994"/>
                    <a:pt x="6326" y="3209"/>
                    <a:pt x="6716" y="3547"/>
                  </a:cubicBezTo>
                  <a:cubicBezTo>
                    <a:pt x="6757" y="3614"/>
                    <a:pt x="6831" y="3647"/>
                    <a:pt x="6910" y="3647"/>
                  </a:cubicBezTo>
                  <a:cubicBezTo>
                    <a:pt x="6990" y="3647"/>
                    <a:pt x="7074" y="3614"/>
                    <a:pt x="7136" y="3547"/>
                  </a:cubicBezTo>
                  <a:cubicBezTo>
                    <a:pt x="7485" y="3209"/>
                    <a:pt x="7997" y="2994"/>
                    <a:pt x="8510" y="2994"/>
                  </a:cubicBezTo>
                  <a:close/>
                  <a:moveTo>
                    <a:pt x="5383" y="0"/>
                  </a:moveTo>
                  <a:cubicBezTo>
                    <a:pt x="5086" y="0"/>
                    <a:pt x="4922" y="52"/>
                    <a:pt x="4665" y="134"/>
                  </a:cubicBezTo>
                  <a:cubicBezTo>
                    <a:pt x="4665" y="134"/>
                    <a:pt x="4614" y="134"/>
                    <a:pt x="4573" y="175"/>
                  </a:cubicBezTo>
                  <a:cubicBezTo>
                    <a:pt x="3640" y="472"/>
                    <a:pt x="2615" y="646"/>
                    <a:pt x="1590" y="646"/>
                  </a:cubicBezTo>
                  <a:cubicBezTo>
                    <a:pt x="985" y="646"/>
                    <a:pt x="473" y="1159"/>
                    <a:pt x="473" y="1753"/>
                  </a:cubicBezTo>
                  <a:lnTo>
                    <a:pt x="473" y="2399"/>
                  </a:lnTo>
                  <a:lnTo>
                    <a:pt x="308" y="2399"/>
                  </a:lnTo>
                  <a:cubicBezTo>
                    <a:pt x="175" y="2399"/>
                    <a:pt x="1" y="2522"/>
                    <a:pt x="1" y="2697"/>
                  </a:cubicBezTo>
                  <a:lnTo>
                    <a:pt x="1" y="4450"/>
                  </a:lnTo>
                  <a:cubicBezTo>
                    <a:pt x="1" y="4614"/>
                    <a:pt x="175" y="4747"/>
                    <a:pt x="308" y="4747"/>
                  </a:cubicBezTo>
                  <a:lnTo>
                    <a:pt x="5557" y="4747"/>
                  </a:lnTo>
                  <a:cubicBezTo>
                    <a:pt x="5691" y="5382"/>
                    <a:pt x="6244" y="5854"/>
                    <a:pt x="6921" y="5854"/>
                  </a:cubicBezTo>
                  <a:cubicBezTo>
                    <a:pt x="7567" y="5854"/>
                    <a:pt x="8120" y="5382"/>
                    <a:pt x="8253" y="4747"/>
                  </a:cubicBezTo>
                  <a:lnTo>
                    <a:pt x="13502" y="4747"/>
                  </a:lnTo>
                  <a:cubicBezTo>
                    <a:pt x="13676" y="4747"/>
                    <a:pt x="13799" y="4614"/>
                    <a:pt x="13799" y="4450"/>
                  </a:cubicBezTo>
                  <a:lnTo>
                    <a:pt x="13799" y="2697"/>
                  </a:lnTo>
                  <a:cubicBezTo>
                    <a:pt x="13799" y="2522"/>
                    <a:pt x="13676" y="2399"/>
                    <a:pt x="13502" y="2399"/>
                  </a:cubicBezTo>
                  <a:lnTo>
                    <a:pt x="13328" y="2399"/>
                  </a:lnTo>
                  <a:lnTo>
                    <a:pt x="13328" y="1753"/>
                  </a:lnTo>
                  <a:cubicBezTo>
                    <a:pt x="13328" y="1159"/>
                    <a:pt x="12815" y="646"/>
                    <a:pt x="12180" y="646"/>
                  </a:cubicBezTo>
                  <a:cubicBezTo>
                    <a:pt x="11196" y="646"/>
                    <a:pt x="10170" y="472"/>
                    <a:pt x="9186" y="175"/>
                  </a:cubicBezTo>
                  <a:cubicBezTo>
                    <a:pt x="9186" y="134"/>
                    <a:pt x="9145" y="134"/>
                    <a:pt x="9104" y="134"/>
                  </a:cubicBezTo>
                  <a:cubicBezTo>
                    <a:pt x="8889" y="52"/>
                    <a:pt x="8715" y="0"/>
                    <a:pt x="8417" y="0"/>
                  </a:cubicBezTo>
                  <a:cubicBezTo>
                    <a:pt x="7782" y="0"/>
                    <a:pt x="7228" y="308"/>
                    <a:pt x="6880" y="821"/>
                  </a:cubicBezTo>
                  <a:cubicBezTo>
                    <a:pt x="6582" y="308"/>
                    <a:pt x="6029" y="0"/>
                    <a:pt x="538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98"/>
            <p:cNvSpPr/>
            <p:nvPr/>
          </p:nvSpPr>
          <p:spPr>
            <a:xfrm>
              <a:off x="2594238" y="1997450"/>
              <a:ext cx="154825" cy="150100"/>
            </a:xfrm>
            <a:custGeom>
              <a:avLst/>
              <a:gdLst/>
              <a:ahLst/>
              <a:cxnLst/>
              <a:rect l="l" t="t" r="r" b="b"/>
              <a:pathLst>
                <a:path w="6193" h="6004" extrusionOk="0">
                  <a:moveTo>
                    <a:pt x="1282" y="580"/>
                  </a:moveTo>
                  <a:cubicBezTo>
                    <a:pt x="1497" y="580"/>
                    <a:pt x="1712" y="621"/>
                    <a:pt x="2010" y="755"/>
                  </a:cubicBezTo>
                  <a:cubicBezTo>
                    <a:pt x="2184" y="837"/>
                    <a:pt x="2399" y="919"/>
                    <a:pt x="2563" y="1011"/>
                  </a:cubicBezTo>
                  <a:cubicBezTo>
                    <a:pt x="2307" y="1226"/>
                    <a:pt x="2051" y="1431"/>
                    <a:pt x="1794" y="1687"/>
                  </a:cubicBezTo>
                  <a:cubicBezTo>
                    <a:pt x="1579" y="1944"/>
                    <a:pt x="1323" y="2200"/>
                    <a:pt x="1159" y="2456"/>
                  </a:cubicBezTo>
                  <a:cubicBezTo>
                    <a:pt x="1025" y="2292"/>
                    <a:pt x="943" y="2077"/>
                    <a:pt x="861" y="1903"/>
                  </a:cubicBezTo>
                  <a:cubicBezTo>
                    <a:pt x="646" y="1349"/>
                    <a:pt x="646" y="919"/>
                    <a:pt x="861" y="714"/>
                  </a:cubicBezTo>
                  <a:cubicBezTo>
                    <a:pt x="943" y="621"/>
                    <a:pt x="1066" y="580"/>
                    <a:pt x="1282" y="580"/>
                  </a:cubicBezTo>
                  <a:close/>
                  <a:moveTo>
                    <a:pt x="4962" y="580"/>
                  </a:moveTo>
                  <a:cubicBezTo>
                    <a:pt x="5126" y="580"/>
                    <a:pt x="5300" y="621"/>
                    <a:pt x="5382" y="714"/>
                  </a:cubicBezTo>
                  <a:cubicBezTo>
                    <a:pt x="5557" y="919"/>
                    <a:pt x="5557" y="1349"/>
                    <a:pt x="5341" y="1903"/>
                  </a:cubicBezTo>
                  <a:cubicBezTo>
                    <a:pt x="5259" y="2077"/>
                    <a:pt x="5167" y="2292"/>
                    <a:pt x="5085" y="2456"/>
                  </a:cubicBezTo>
                  <a:cubicBezTo>
                    <a:pt x="4870" y="2200"/>
                    <a:pt x="4654" y="1944"/>
                    <a:pt x="4398" y="1687"/>
                  </a:cubicBezTo>
                  <a:cubicBezTo>
                    <a:pt x="4142" y="1431"/>
                    <a:pt x="3886" y="1226"/>
                    <a:pt x="3629" y="1011"/>
                  </a:cubicBezTo>
                  <a:cubicBezTo>
                    <a:pt x="3804" y="919"/>
                    <a:pt x="4019" y="837"/>
                    <a:pt x="4193" y="755"/>
                  </a:cubicBezTo>
                  <a:cubicBezTo>
                    <a:pt x="4490" y="621"/>
                    <a:pt x="4747" y="580"/>
                    <a:pt x="4962" y="580"/>
                  </a:cubicBezTo>
                  <a:close/>
                  <a:moveTo>
                    <a:pt x="3117" y="1349"/>
                  </a:moveTo>
                  <a:cubicBezTo>
                    <a:pt x="3424" y="1564"/>
                    <a:pt x="3722" y="1821"/>
                    <a:pt x="3978" y="2118"/>
                  </a:cubicBezTo>
                  <a:cubicBezTo>
                    <a:pt x="4275" y="2415"/>
                    <a:pt x="4531" y="2672"/>
                    <a:pt x="4747" y="2969"/>
                  </a:cubicBezTo>
                  <a:cubicBezTo>
                    <a:pt x="4531" y="3276"/>
                    <a:pt x="4275" y="3574"/>
                    <a:pt x="3978" y="3871"/>
                  </a:cubicBezTo>
                  <a:cubicBezTo>
                    <a:pt x="3722" y="4127"/>
                    <a:pt x="3424" y="4384"/>
                    <a:pt x="3117" y="4599"/>
                  </a:cubicBezTo>
                  <a:cubicBezTo>
                    <a:pt x="2819" y="4384"/>
                    <a:pt x="2522" y="4127"/>
                    <a:pt x="2225" y="3871"/>
                  </a:cubicBezTo>
                  <a:cubicBezTo>
                    <a:pt x="1969" y="3574"/>
                    <a:pt x="1712" y="3276"/>
                    <a:pt x="1497" y="2969"/>
                  </a:cubicBezTo>
                  <a:cubicBezTo>
                    <a:pt x="1712" y="2672"/>
                    <a:pt x="1969" y="2415"/>
                    <a:pt x="2225" y="2118"/>
                  </a:cubicBezTo>
                  <a:cubicBezTo>
                    <a:pt x="2522" y="1821"/>
                    <a:pt x="2819" y="1564"/>
                    <a:pt x="3117" y="1349"/>
                  </a:cubicBezTo>
                  <a:close/>
                  <a:moveTo>
                    <a:pt x="1159" y="3533"/>
                  </a:moveTo>
                  <a:cubicBezTo>
                    <a:pt x="1323" y="3789"/>
                    <a:pt x="1579" y="4045"/>
                    <a:pt x="1794" y="4302"/>
                  </a:cubicBezTo>
                  <a:cubicBezTo>
                    <a:pt x="2051" y="4507"/>
                    <a:pt x="2307" y="4763"/>
                    <a:pt x="2563" y="4937"/>
                  </a:cubicBezTo>
                  <a:cubicBezTo>
                    <a:pt x="2399" y="5070"/>
                    <a:pt x="2184" y="5152"/>
                    <a:pt x="2010" y="5234"/>
                  </a:cubicBezTo>
                  <a:cubicBezTo>
                    <a:pt x="1733" y="5342"/>
                    <a:pt x="1487" y="5396"/>
                    <a:pt x="1289" y="5396"/>
                  </a:cubicBezTo>
                  <a:cubicBezTo>
                    <a:pt x="1092" y="5396"/>
                    <a:pt x="943" y="5342"/>
                    <a:pt x="861" y="5234"/>
                  </a:cubicBezTo>
                  <a:cubicBezTo>
                    <a:pt x="646" y="5070"/>
                    <a:pt x="646" y="4640"/>
                    <a:pt x="861" y="4086"/>
                  </a:cubicBezTo>
                  <a:cubicBezTo>
                    <a:pt x="943" y="3912"/>
                    <a:pt x="1025" y="3697"/>
                    <a:pt x="1159" y="3533"/>
                  </a:cubicBezTo>
                  <a:close/>
                  <a:moveTo>
                    <a:pt x="5085" y="3533"/>
                  </a:moveTo>
                  <a:cubicBezTo>
                    <a:pt x="5167" y="3697"/>
                    <a:pt x="5259" y="3912"/>
                    <a:pt x="5341" y="4086"/>
                  </a:cubicBezTo>
                  <a:cubicBezTo>
                    <a:pt x="5557" y="4640"/>
                    <a:pt x="5557" y="5070"/>
                    <a:pt x="5382" y="5234"/>
                  </a:cubicBezTo>
                  <a:cubicBezTo>
                    <a:pt x="5275" y="5342"/>
                    <a:pt x="5116" y="5396"/>
                    <a:pt x="4915" y="5396"/>
                  </a:cubicBezTo>
                  <a:cubicBezTo>
                    <a:pt x="4713" y="5396"/>
                    <a:pt x="4470" y="5342"/>
                    <a:pt x="4193" y="5234"/>
                  </a:cubicBezTo>
                  <a:cubicBezTo>
                    <a:pt x="4019" y="5152"/>
                    <a:pt x="3804" y="5070"/>
                    <a:pt x="3629" y="4937"/>
                  </a:cubicBezTo>
                  <a:cubicBezTo>
                    <a:pt x="3886" y="4763"/>
                    <a:pt x="4142" y="4507"/>
                    <a:pt x="4398" y="4302"/>
                  </a:cubicBezTo>
                  <a:cubicBezTo>
                    <a:pt x="4654" y="4045"/>
                    <a:pt x="4870" y="3789"/>
                    <a:pt x="5085" y="3533"/>
                  </a:cubicBezTo>
                  <a:close/>
                  <a:moveTo>
                    <a:pt x="1300" y="1"/>
                  </a:moveTo>
                  <a:cubicBezTo>
                    <a:pt x="943" y="1"/>
                    <a:pt x="644" y="110"/>
                    <a:pt x="431" y="324"/>
                  </a:cubicBezTo>
                  <a:cubicBezTo>
                    <a:pt x="41" y="662"/>
                    <a:pt x="0" y="1308"/>
                    <a:pt x="298" y="2118"/>
                  </a:cubicBezTo>
                  <a:cubicBezTo>
                    <a:pt x="431" y="2415"/>
                    <a:pt x="605" y="2672"/>
                    <a:pt x="769" y="2969"/>
                  </a:cubicBezTo>
                  <a:cubicBezTo>
                    <a:pt x="605" y="3276"/>
                    <a:pt x="431" y="3574"/>
                    <a:pt x="298" y="3871"/>
                  </a:cubicBezTo>
                  <a:cubicBezTo>
                    <a:pt x="0" y="4640"/>
                    <a:pt x="41" y="5275"/>
                    <a:pt x="431" y="5665"/>
                  </a:cubicBezTo>
                  <a:cubicBezTo>
                    <a:pt x="646" y="5880"/>
                    <a:pt x="902" y="6003"/>
                    <a:pt x="1282" y="6003"/>
                  </a:cubicBezTo>
                  <a:cubicBezTo>
                    <a:pt x="1538" y="6003"/>
                    <a:pt x="1887" y="5921"/>
                    <a:pt x="2225" y="5788"/>
                  </a:cubicBezTo>
                  <a:cubicBezTo>
                    <a:pt x="2522" y="5665"/>
                    <a:pt x="2819" y="5532"/>
                    <a:pt x="3117" y="5327"/>
                  </a:cubicBezTo>
                  <a:cubicBezTo>
                    <a:pt x="3424" y="5532"/>
                    <a:pt x="3681" y="5665"/>
                    <a:pt x="3978" y="5788"/>
                  </a:cubicBezTo>
                  <a:cubicBezTo>
                    <a:pt x="4316" y="5921"/>
                    <a:pt x="4654" y="6003"/>
                    <a:pt x="4962" y="6003"/>
                  </a:cubicBezTo>
                  <a:cubicBezTo>
                    <a:pt x="5300" y="6003"/>
                    <a:pt x="5598" y="5880"/>
                    <a:pt x="5772" y="5665"/>
                  </a:cubicBezTo>
                  <a:cubicBezTo>
                    <a:pt x="6151" y="5275"/>
                    <a:pt x="6192" y="4640"/>
                    <a:pt x="5895" y="3871"/>
                  </a:cubicBezTo>
                  <a:cubicBezTo>
                    <a:pt x="5772" y="3574"/>
                    <a:pt x="5639" y="3276"/>
                    <a:pt x="5423" y="2969"/>
                  </a:cubicBezTo>
                  <a:cubicBezTo>
                    <a:pt x="5639" y="2672"/>
                    <a:pt x="5772" y="2415"/>
                    <a:pt x="5895" y="2118"/>
                  </a:cubicBezTo>
                  <a:cubicBezTo>
                    <a:pt x="6192" y="1308"/>
                    <a:pt x="6151" y="662"/>
                    <a:pt x="5772" y="324"/>
                  </a:cubicBezTo>
                  <a:cubicBezTo>
                    <a:pt x="5576" y="110"/>
                    <a:pt x="5288" y="1"/>
                    <a:pt x="4930" y="1"/>
                  </a:cubicBezTo>
                  <a:cubicBezTo>
                    <a:pt x="4652" y="1"/>
                    <a:pt x="4332" y="67"/>
                    <a:pt x="3978" y="201"/>
                  </a:cubicBezTo>
                  <a:cubicBezTo>
                    <a:pt x="3681" y="324"/>
                    <a:pt x="3424" y="457"/>
                    <a:pt x="3117" y="662"/>
                  </a:cubicBezTo>
                  <a:cubicBezTo>
                    <a:pt x="2819" y="457"/>
                    <a:pt x="2522" y="324"/>
                    <a:pt x="2225" y="201"/>
                  </a:cubicBezTo>
                  <a:cubicBezTo>
                    <a:pt x="1889" y="67"/>
                    <a:pt x="1577" y="1"/>
                    <a:pt x="130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98"/>
            <p:cNvSpPr/>
            <p:nvPr/>
          </p:nvSpPr>
          <p:spPr>
            <a:xfrm>
              <a:off x="2662663" y="2064225"/>
              <a:ext cx="18225" cy="15150"/>
            </a:xfrm>
            <a:custGeom>
              <a:avLst/>
              <a:gdLst/>
              <a:ahLst/>
              <a:cxnLst/>
              <a:rect l="l" t="t" r="r" b="b"/>
              <a:pathLst>
                <a:path w="729" h="606" extrusionOk="0">
                  <a:moveTo>
                    <a:pt x="339" y="1"/>
                  </a:moveTo>
                  <a:cubicBezTo>
                    <a:pt x="257" y="1"/>
                    <a:pt x="175" y="42"/>
                    <a:pt x="123" y="134"/>
                  </a:cubicBezTo>
                  <a:cubicBezTo>
                    <a:pt x="0" y="390"/>
                    <a:pt x="175" y="605"/>
                    <a:pt x="380" y="605"/>
                  </a:cubicBezTo>
                  <a:cubicBezTo>
                    <a:pt x="595" y="605"/>
                    <a:pt x="728" y="390"/>
                    <a:pt x="636" y="175"/>
                  </a:cubicBezTo>
                  <a:cubicBezTo>
                    <a:pt x="595" y="93"/>
                    <a:pt x="472" y="1"/>
                    <a:pt x="38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98"/>
            <p:cNvSpPr/>
            <p:nvPr/>
          </p:nvSpPr>
          <p:spPr>
            <a:xfrm>
              <a:off x="2783363" y="1976825"/>
              <a:ext cx="18225" cy="14900"/>
            </a:xfrm>
            <a:custGeom>
              <a:avLst/>
              <a:gdLst/>
              <a:ahLst/>
              <a:cxnLst/>
              <a:rect l="l" t="t" r="r" b="b"/>
              <a:pathLst>
                <a:path w="729" h="596" extrusionOk="0">
                  <a:moveTo>
                    <a:pt x="339" y="1"/>
                  </a:moveTo>
                  <a:cubicBezTo>
                    <a:pt x="257" y="1"/>
                    <a:pt x="124" y="42"/>
                    <a:pt x="83" y="124"/>
                  </a:cubicBezTo>
                  <a:cubicBezTo>
                    <a:pt x="1" y="339"/>
                    <a:pt x="124" y="595"/>
                    <a:pt x="339" y="595"/>
                  </a:cubicBezTo>
                  <a:cubicBezTo>
                    <a:pt x="554" y="595"/>
                    <a:pt x="729" y="380"/>
                    <a:pt x="636" y="165"/>
                  </a:cubicBezTo>
                  <a:cubicBezTo>
                    <a:pt x="554" y="42"/>
                    <a:pt x="472" y="1"/>
                    <a:pt x="38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98"/>
            <p:cNvSpPr/>
            <p:nvPr/>
          </p:nvSpPr>
          <p:spPr>
            <a:xfrm>
              <a:off x="2541938" y="2130600"/>
              <a:ext cx="19250" cy="14900"/>
            </a:xfrm>
            <a:custGeom>
              <a:avLst/>
              <a:gdLst/>
              <a:ahLst/>
              <a:cxnLst/>
              <a:rect l="l" t="t" r="r" b="b"/>
              <a:pathLst>
                <a:path w="770" h="596" extrusionOk="0">
                  <a:moveTo>
                    <a:pt x="339" y="1"/>
                  </a:moveTo>
                  <a:cubicBezTo>
                    <a:pt x="257" y="1"/>
                    <a:pt x="175" y="42"/>
                    <a:pt x="134" y="124"/>
                  </a:cubicBezTo>
                  <a:cubicBezTo>
                    <a:pt x="1" y="339"/>
                    <a:pt x="175" y="595"/>
                    <a:pt x="390" y="595"/>
                  </a:cubicBezTo>
                  <a:cubicBezTo>
                    <a:pt x="596" y="595"/>
                    <a:pt x="770" y="380"/>
                    <a:pt x="647" y="165"/>
                  </a:cubicBezTo>
                  <a:cubicBezTo>
                    <a:pt x="596" y="42"/>
                    <a:pt x="514" y="1"/>
                    <a:pt x="39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98"/>
            <p:cNvSpPr/>
            <p:nvPr/>
          </p:nvSpPr>
          <p:spPr>
            <a:xfrm>
              <a:off x="2520688" y="2031175"/>
              <a:ext cx="18200" cy="14875"/>
            </a:xfrm>
            <a:custGeom>
              <a:avLst/>
              <a:gdLst/>
              <a:ahLst/>
              <a:cxnLst/>
              <a:rect l="l" t="t" r="r" b="b"/>
              <a:pathLst>
                <a:path w="728" h="595" extrusionOk="0">
                  <a:moveTo>
                    <a:pt x="338" y="0"/>
                  </a:moveTo>
                  <a:cubicBezTo>
                    <a:pt x="256" y="0"/>
                    <a:pt x="164" y="82"/>
                    <a:pt x="123" y="174"/>
                  </a:cubicBezTo>
                  <a:cubicBezTo>
                    <a:pt x="0" y="390"/>
                    <a:pt x="123" y="595"/>
                    <a:pt x="379" y="595"/>
                  </a:cubicBezTo>
                  <a:cubicBezTo>
                    <a:pt x="554" y="595"/>
                    <a:pt x="728" y="390"/>
                    <a:pt x="636" y="174"/>
                  </a:cubicBezTo>
                  <a:cubicBezTo>
                    <a:pt x="595" y="82"/>
                    <a:pt x="472" y="0"/>
                    <a:pt x="37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98"/>
            <p:cNvSpPr/>
            <p:nvPr/>
          </p:nvSpPr>
          <p:spPr>
            <a:xfrm>
              <a:off x="2771588" y="2113425"/>
              <a:ext cx="19250" cy="14900"/>
            </a:xfrm>
            <a:custGeom>
              <a:avLst/>
              <a:gdLst/>
              <a:ahLst/>
              <a:cxnLst/>
              <a:rect l="l" t="t" r="r" b="b"/>
              <a:pathLst>
                <a:path w="770" h="596" extrusionOk="0">
                  <a:moveTo>
                    <a:pt x="380" y="1"/>
                  </a:moveTo>
                  <a:cubicBezTo>
                    <a:pt x="257" y="1"/>
                    <a:pt x="175" y="42"/>
                    <a:pt x="123" y="124"/>
                  </a:cubicBezTo>
                  <a:cubicBezTo>
                    <a:pt x="0" y="380"/>
                    <a:pt x="175" y="595"/>
                    <a:pt x="380" y="595"/>
                  </a:cubicBezTo>
                  <a:cubicBezTo>
                    <a:pt x="595" y="595"/>
                    <a:pt x="769" y="380"/>
                    <a:pt x="636" y="175"/>
                  </a:cubicBezTo>
                  <a:cubicBezTo>
                    <a:pt x="595" y="83"/>
                    <a:pt x="513" y="1"/>
                    <a:pt x="38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7" name="Google Shape;1517;p98"/>
          <p:cNvGrpSpPr/>
          <p:nvPr/>
        </p:nvGrpSpPr>
        <p:grpSpPr>
          <a:xfrm>
            <a:off x="1047013" y="1432225"/>
            <a:ext cx="256325" cy="344100"/>
            <a:chOff x="1047013" y="1432225"/>
            <a:chExt cx="256325" cy="344100"/>
          </a:xfrm>
        </p:grpSpPr>
        <p:sp>
          <p:nvSpPr>
            <p:cNvPr id="1518" name="Google Shape;1518;p98"/>
            <p:cNvSpPr/>
            <p:nvPr/>
          </p:nvSpPr>
          <p:spPr>
            <a:xfrm>
              <a:off x="1047013" y="1432225"/>
              <a:ext cx="256325" cy="310650"/>
            </a:xfrm>
            <a:custGeom>
              <a:avLst/>
              <a:gdLst/>
              <a:ahLst/>
              <a:cxnLst/>
              <a:rect l="l" t="t" r="r" b="b"/>
              <a:pathLst>
                <a:path w="10253" h="12426" extrusionOk="0">
                  <a:moveTo>
                    <a:pt x="9648" y="595"/>
                  </a:moveTo>
                  <a:lnTo>
                    <a:pt x="9648" y="9647"/>
                  </a:lnTo>
                  <a:lnTo>
                    <a:pt x="1405" y="9647"/>
                  </a:lnTo>
                  <a:cubicBezTo>
                    <a:pt x="1108" y="9647"/>
                    <a:pt x="852" y="9739"/>
                    <a:pt x="596" y="9903"/>
                  </a:cubicBezTo>
                  <a:lnTo>
                    <a:pt x="596" y="1405"/>
                  </a:lnTo>
                  <a:cubicBezTo>
                    <a:pt x="596" y="933"/>
                    <a:pt x="985" y="595"/>
                    <a:pt x="1405" y="595"/>
                  </a:cubicBezTo>
                  <a:close/>
                  <a:moveTo>
                    <a:pt x="1405" y="1"/>
                  </a:moveTo>
                  <a:cubicBezTo>
                    <a:pt x="637" y="1"/>
                    <a:pt x="1" y="636"/>
                    <a:pt x="1" y="1405"/>
                  </a:cubicBezTo>
                  <a:lnTo>
                    <a:pt x="1" y="11021"/>
                  </a:lnTo>
                  <a:cubicBezTo>
                    <a:pt x="1" y="11790"/>
                    <a:pt x="637" y="12425"/>
                    <a:pt x="1405" y="12425"/>
                  </a:cubicBezTo>
                  <a:lnTo>
                    <a:pt x="2267" y="12425"/>
                  </a:lnTo>
                  <a:lnTo>
                    <a:pt x="2267" y="11831"/>
                  </a:lnTo>
                  <a:lnTo>
                    <a:pt x="1405" y="11831"/>
                  </a:lnTo>
                  <a:cubicBezTo>
                    <a:pt x="985" y="11831"/>
                    <a:pt x="637" y="11533"/>
                    <a:pt x="596" y="11103"/>
                  </a:cubicBezTo>
                  <a:cubicBezTo>
                    <a:pt x="555" y="10631"/>
                    <a:pt x="934" y="10252"/>
                    <a:pt x="1405" y="10252"/>
                  </a:cubicBezTo>
                  <a:lnTo>
                    <a:pt x="9648" y="10252"/>
                  </a:lnTo>
                  <a:lnTo>
                    <a:pt x="9648" y="11831"/>
                  </a:lnTo>
                  <a:lnTo>
                    <a:pt x="4009" y="11831"/>
                  </a:lnTo>
                  <a:lnTo>
                    <a:pt x="4009" y="12425"/>
                  </a:lnTo>
                  <a:lnTo>
                    <a:pt x="9955" y="12425"/>
                  </a:lnTo>
                  <a:cubicBezTo>
                    <a:pt x="10119" y="12425"/>
                    <a:pt x="10252" y="12302"/>
                    <a:pt x="10252" y="12128"/>
                  </a:cubicBezTo>
                  <a:lnTo>
                    <a:pt x="10252" y="9944"/>
                  </a:lnTo>
                  <a:lnTo>
                    <a:pt x="10252" y="298"/>
                  </a:lnTo>
                  <a:cubicBezTo>
                    <a:pt x="10252" y="124"/>
                    <a:pt x="10119" y="1"/>
                    <a:pt x="995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98"/>
            <p:cNvSpPr/>
            <p:nvPr/>
          </p:nvSpPr>
          <p:spPr>
            <a:xfrm>
              <a:off x="1095988" y="1544225"/>
              <a:ext cx="159175" cy="100475"/>
            </a:xfrm>
            <a:custGeom>
              <a:avLst/>
              <a:gdLst/>
              <a:ahLst/>
              <a:cxnLst/>
              <a:rect l="l" t="t" r="r" b="b"/>
              <a:pathLst>
                <a:path w="6367" h="4019" extrusionOk="0">
                  <a:moveTo>
                    <a:pt x="687" y="0"/>
                  </a:moveTo>
                  <a:lnTo>
                    <a:pt x="687" y="3414"/>
                  </a:lnTo>
                  <a:lnTo>
                    <a:pt x="349" y="3414"/>
                  </a:lnTo>
                  <a:cubicBezTo>
                    <a:pt x="215" y="3414"/>
                    <a:pt x="92" y="3506"/>
                    <a:pt x="51" y="3629"/>
                  </a:cubicBezTo>
                  <a:cubicBezTo>
                    <a:pt x="0" y="3845"/>
                    <a:pt x="133" y="4019"/>
                    <a:pt x="349" y="4019"/>
                  </a:cubicBezTo>
                  <a:lnTo>
                    <a:pt x="6028" y="4019"/>
                  </a:lnTo>
                  <a:cubicBezTo>
                    <a:pt x="6151" y="4019"/>
                    <a:pt x="6284" y="3927"/>
                    <a:pt x="6284" y="3804"/>
                  </a:cubicBezTo>
                  <a:cubicBezTo>
                    <a:pt x="6366" y="3588"/>
                    <a:pt x="6202" y="3414"/>
                    <a:pt x="6028" y="3414"/>
                  </a:cubicBezTo>
                  <a:lnTo>
                    <a:pt x="5638" y="3414"/>
                  </a:lnTo>
                  <a:lnTo>
                    <a:pt x="5638" y="0"/>
                  </a:lnTo>
                  <a:lnTo>
                    <a:pt x="5044" y="0"/>
                  </a:lnTo>
                  <a:lnTo>
                    <a:pt x="5044" y="3414"/>
                  </a:lnTo>
                  <a:lnTo>
                    <a:pt x="3465" y="3414"/>
                  </a:lnTo>
                  <a:lnTo>
                    <a:pt x="3465" y="0"/>
                  </a:lnTo>
                  <a:lnTo>
                    <a:pt x="2870" y="0"/>
                  </a:lnTo>
                  <a:lnTo>
                    <a:pt x="2870" y="3414"/>
                  </a:lnTo>
                  <a:lnTo>
                    <a:pt x="1281" y="3414"/>
                  </a:lnTo>
                  <a:lnTo>
                    <a:pt x="1281"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98"/>
            <p:cNvSpPr/>
            <p:nvPr/>
          </p:nvSpPr>
          <p:spPr>
            <a:xfrm>
              <a:off x="1095988" y="1711650"/>
              <a:ext cx="58950" cy="64675"/>
            </a:xfrm>
            <a:custGeom>
              <a:avLst/>
              <a:gdLst/>
              <a:ahLst/>
              <a:cxnLst/>
              <a:rect l="l" t="t" r="r" b="b"/>
              <a:pathLst>
                <a:path w="2358" h="2587" extrusionOk="0">
                  <a:moveTo>
                    <a:pt x="320" y="0"/>
                  </a:moveTo>
                  <a:cubicBezTo>
                    <a:pt x="299" y="0"/>
                    <a:pt x="278" y="3"/>
                    <a:pt x="256" y="8"/>
                  </a:cubicBezTo>
                  <a:cubicBezTo>
                    <a:pt x="133" y="8"/>
                    <a:pt x="0" y="141"/>
                    <a:pt x="0" y="305"/>
                  </a:cubicBezTo>
                  <a:lnTo>
                    <a:pt x="0" y="2273"/>
                  </a:lnTo>
                  <a:cubicBezTo>
                    <a:pt x="0" y="2355"/>
                    <a:pt x="51" y="2448"/>
                    <a:pt x="92" y="2489"/>
                  </a:cubicBezTo>
                  <a:cubicBezTo>
                    <a:pt x="152" y="2549"/>
                    <a:pt x="262" y="2587"/>
                    <a:pt x="364" y="2587"/>
                  </a:cubicBezTo>
                  <a:cubicBezTo>
                    <a:pt x="402" y="2587"/>
                    <a:pt x="439" y="2582"/>
                    <a:pt x="472" y="2571"/>
                  </a:cubicBezTo>
                  <a:lnTo>
                    <a:pt x="1199" y="2150"/>
                  </a:lnTo>
                  <a:lnTo>
                    <a:pt x="1927" y="2571"/>
                  </a:lnTo>
                  <a:lnTo>
                    <a:pt x="2050" y="2571"/>
                  </a:lnTo>
                  <a:cubicBezTo>
                    <a:pt x="2143" y="2571"/>
                    <a:pt x="2225" y="2530"/>
                    <a:pt x="2307" y="2489"/>
                  </a:cubicBezTo>
                  <a:cubicBezTo>
                    <a:pt x="2358" y="2448"/>
                    <a:pt x="2358" y="2355"/>
                    <a:pt x="2358" y="2273"/>
                  </a:cubicBezTo>
                  <a:lnTo>
                    <a:pt x="2358" y="305"/>
                  </a:lnTo>
                  <a:cubicBezTo>
                    <a:pt x="2358" y="125"/>
                    <a:pt x="2224" y="0"/>
                    <a:pt x="2073" y="0"/>
                  </a:cubicBezTo>
                  <a:cubicBezTo>
                    <a:pt x="2052" y="0"/>
                    <a:pt x="2031" y="3"/>
                    <a:pt x="2009" y="8"/>
                  </a:cubicBezTo>
                  <a:cubicBezTo>
                    <a:pt x="1886" y="8"/>
                    <a:pt x="1753" y="141"/>
                    <a:pt x="1753" y="305"/>
                  </a:cubicBezTo>
                  <a:lnTo>
                    <a:pt x="1753" y="1802"/>
                  </a:lnTo>
                  <a:lnTo>
                    <a:pt x="1333" y="1546"/>
                  </a:lnTo>
                  <a:cubicBezTo>
                    <a:pt x="1287" y="1525"/>
                    <a:pt x="1243" y="1515"/>
                    <a:pt x="1194" y="1515"/>
                  </a:cubicBezTo>
                  <a:cubicBezTo>
                    <a:pt x="1146" y="1515"/>
                    <a:pt x="1092" y="1525"/>
                    <a:pt x="1025" y="1546"/>
                  </a:cubicBezTo>
                  <a:lnTo>
                    <a:pt x="605" y="1802"/>
                  </a:lnTo>
                  <a:lnTo>
                    <a:pt x="605" y="305"/>
                  </a:lnTo>
                  <a:cubicBezTo>
                    <a:pt x="605" y="125"/>
                    <a:pt x="471" y="0"/>
                    <a:pt x="3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98"/>
            <p:cNvSpPr/>
            <p:nvPr/>
          </p:nvSpPr>
          <p:spPr>
            <a:xfrm>
              <a:off x="1095988" y="1476375"/>
              <a:ext cx="158150" cy="75300"/>
            </a:xfrm>
            <a:custGeom>
              <a:avLst/>
              <a:gdLst/>
              <a:ahLst/>
              <a:cxnLst/>
              <a:rect l="l" t="t" r="r" b="b"/>
              <a:pathLst>
                <a:path w="6326" h="3012" extrusionOk="0">
                  <a:moveTo>
                    <a:pt x="3168" y="664"/>
                  </a:moveTo>
                  <a:lnTo>
                    <a:pt x="5218" y="2417"/>
                  </a:lnTo>
                  <a:lnTo>
                    <a:pt x="1117" y="2417"/>
                  </a:lnTo>
                  <a:lnTo>
                    <a:pt x="3168" y="664"/>
                  </a:lnTo>
                  <a:close/>
                  <a:moveTo>
                    <a:pt x="3157" y="0"/>
                  </a:moveTo>
                  <a:cubicBezTo>
                    <a:pt x="3088" y="0"/>
                    <a:pt x="3014" y="23"/>
                    <a:pt x="2952" y="70"/>
                  </a:cubicBezTo>
                  <a:lnTo>
                    <a:pt x="133" y="2458"/>
                  </a:lnTo>
                  <a:cubicBezTo>
                    <a:pt x="0" y="2591"/>
                    <a:pt x="0" y="2714"/>
                    <a:pt x="92" y="2889"/>
                  </a:cubicBezTo>
                  <a:cubicBezTo>
                    <a:pt x="133" y="2930"/>
                    <a:pt x="215" y="3012"/>
                    <a:pt x="349" y="3012"/>
                  </a:cubicBezTo>
                  <a:lnTo>
                    <a:pt x="6028" y="3012"/>
                  </a:lnTo>
                  <a:cubicBezTo>
                    <a:pt x="6151" y="3012"/>
                    <a:pt x="6284" y="2889"/>
                    <a:pt x="6284" y="2714"/>
                  </a:cubicBezTo>
                  <a:cubicBezTo>
                    <a:pt x="6325" y="2632"/>
                    <a:pt x="6284" y="2540"/>
                    <a:pt x="6202" y="2458"/>
                  </a:cubicBezTo>
                  <a:lnTo>
                    <a:pt x="3332" y="70"/>
                  </a:lnTo>
                  <a:cubicBezTo>
                    <a:pt x="3291" y="23"/>
                    <a:pt x="3227" y="0"/>
                    <a:pt x="3157"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98"/>
          <p:cNvGrpSpPr/>
          <p:nvPr/>
        </p:nvGrpSpPr>
        <p:grpSpPr>
          <a:xfrm>
            <a:off x="1757188" y="1976825"/>
            <a:ext cx="255050" cy="343800"/>
            <a:chOff x="1757188" y="1976825"/>
            <a:chExt cx="255050" cy="343800"/>
          </a:xfrm>
        </p:grpSpPr>
        <p:sp>
          <p:nvSpPr>
            <p:cNvPr id="1523" name="Google Shape;1523;p98"/>
            <p:cNvSpPr/>
            <p:nvPr/>
          </p:nvSpPr>
          <p:spPr>
            <a:xfrm>
              <a:off x="1948138" y="1984275"/>
              <a:ext cx="56650" cy="56650"/>
            </a:xfrm>
            <a:custGeom>
              <a:avLst/>
              <a:gdLst/>
              <a:ahLst/>
              <a:cxnLst/>
              <a:rect l="l" t="t" r="r" b="b"/>
              <a:pathLst>
                <a:path w="2266" h="2266" extrusionOk="0">
                  <a:moveTo>
                    <a:pt x="0" y="0"/>
                  </a:moveTo>
                  <a:cubicBezTo>
                    <a:pt x="0" y="595"/>
                    <a:pt x="257" y="1148"/>
                    <a:pt x="687" y="1579"/>
                  </a:cubicBezTo>
                  <a:cubicBezTo>
                    <a:pt x="1118" y="2050"/>
                    <a:pt x="1671" y="2266"/>
                    <a:pt x="2266" y="2266"/>
                  </a:cubicBezTo>
                  <a:lnTo>
                    <a:pt x="2266" y="1661"/>
                  </a:lnTo>
                  <a:cubicBezTo>
                    <a:pt x="1374" y="1661"/>
                    <a:pt x="605" y="933"/>
                    <a:pt x="605"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98"/>
            <p:cNvSpPr/>
            <p:nvPr/>
          </p:nvSpPr>
          <p:spPr>
            <a:xfrm>
              <a:off x="1948138" y="2169050"/>
              <a:ext cx="56650" cy="56400"/>
            </a:xfrm>
            <a:custGeom>
              <a:avLst/>
              <a:gdLst/>
              <a:ahLst/>
              <a:cxnLst/>
              <a:rect l="l" t="t" r="r" b="b"/>
              <a:pathLst>
                <a:path w="2266" h="2256" extrusionOk="0">
                  <a:moveTo>
                    <a:pt x="2266" y="0"/>
                  </a:moveTo>
                  <a:cubicBezTo>
                    <a:pt x="1025" y="0"/>
                    <a:pt x="0" y="1026"/>
                    <a:pt x="0" y="2256"/>
                  </a:cubicBezTo>
                  <a:lnTo>
                    <a:pt x="605" y="2256"/>
                  </a:lnTo>
                  <a:cubicBezTo>
                    <a:pt x="605" y="1323"/>
                    <a:pt x="1374" y="595"/>
                    <a:pt x="2266" y="595"/>
                  </a:cubicBezTo>
                  <a:lnTo>
                    <a:pt x="2266"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98"/>
            <p:cNvSpPr/>
            <p:nvPr/>
          </p:nvSpPr>
          <p:spPr>
            <a:xfrm>
              <a:off x="1757188" y="1976825"/>
              <a:ext cx="255050" cy="343800"/>
            </a:xfrm>
            <a:custGeom>
              <a:avLst/>
              <a:gdLst/>
              <a:ahLst/>
              <a:cxnLst/>
              <a:rect l="l" t="t" r="r" b="b"/>
              <a:pathLst>
                <a:path w="10202" h="13752" extrusionOk="0">
                  <a:moveTo>
                    <a:pt x="9607" y="595"/>
                  </a:moveTo>
                  <a:lnTo>
                    <a:pt x="9607" y="9647"/>
                  </a:lnTo>
                  <a:lnTo>
                    <a:pt x="1364" y="9647"/>
                  </a:lnTo>
                  <a:cubicBezTo>
                    <a:pt x="1067" y="9647"/>
                    <a:pt x="811" y="9740"/>
                    <a:pt x="595" y="9904"/>
                  </a:cubicBezTo>
                  <a:lnTo>
                    <a:pt x="595" y="1364"/>
                  </a:lnTo>
                  <a:cubicBezTo>
                    <a:pt x="595" y="934"/>
                    <a:pt x="934" y="595"/>
                    <a:pt x="1364" y="595"/>
                  </a:cubicBezTo>
                  <a:close/>
                  <a:moveTo>
                    <a:pt x="9607" y="10252"/>
                  </a:moveTo>
                  <a:lnTo>
                    <a:pt x="9607" y="11831"/>
                  </a:lnTo>
                  <a:lnTo>
                    <a:pt x="4307" y="11831"/>
                  </a:lnTo>
                  <a:lnTo>
                    <a:pt x="4307" y="11482"/>
                  </a:lnTo>
                  <a:cubicBezTo>
                    <a:pt x="4307" y="11318"/>
                    <a:pt x="4183" y="11185"/>
                    <a:pt x="4050" y="11185"/>
                  </a:cubicBezTo>
                  <a:cubicBezTo>
                    <a:pt x="4025" y="11180"/>
                    <a:pt x="4000" y="11178"/>
                    <a:pt x="3977" y="11178"/>
                  </a:cubicBezTo>
                  <a:cubicBezTo>
                    <a:pt x="3814" y="11178"/>
                    <a:pt x="3712" y="11298"/>
                    <a:pt x="3712" y="11441"/>
                  </a:cubicBezTo>
                  <a:lnTo>
                    <a:pt x="3712" y="12979"/>
                  </a:lnTo>
                  <a:lnTo>
                    <a:pt x="3240" y="12723"/>
                  </a:lnTo>
                  <a:cubicBezTo>
                    <a:pt x="3199" y="12702"/>
                    <a:pt x="3158" y="12692"/>
                    <a:pt x="3116" y="12692"/>
                  </a:cubicBezTo>
                  <a:cubicBezTo>
                    <a:pt x="3074" y="12692"/>
                    <a:pt x="3030" y="12702"/>
                    <a:pt x="2984" y="12723"/>
                  </a:cubicBezTo>
                  <a:lnTo>
                    <a:pt x="2564" y="12979"/>
                  </a:lnTo>
                  <a:lnTo>
                    <a:pt x="2564" y="11482"/>
                  </a:lnTo>
                  <a:cubicBezTo>
                    <a:pt x="2564" y="11318"/>
                    <a:pt x="2430" y="11185"/>
                    <a:pt x="2307" y="11185"/>
                  </a:cubicBezTo>
                  <a:cubicBezTo>
                    <a:pt x="2281" y="11180"/>
                    <a:pt x="2255" y="11178"/>
                    <a:pt x="2231" y="11178"/>
                  </a:cubicBezTo>
                  <a:cubicBezTo>
                    <a:pt x="2061" y="11178"/>
                    <a:pt x="1959" y="11298"/>
                    <a:pt x="1959" y="11441"/>
                  </a:cubicBezTo>
                  <a:lnTo>
                    <a:pt x="1959" y="11831"/>
                  </a:lnTo>
                  <a:lnTo>
                    <a:pt x="1364" y="11831"/>
                  </a:lnTo>
                  <a:cubicBezTo>
                    <a:pt x="934" y="11831"/>
                    <a:pt x="595" y="11482"/>
                    <a:pt x="554" y="11062"/>
                  </a:cubicBezTo>
                  <a:cubicBezTo>
                    <a:pt x="554" y="10591"/>
                    <a:pt x="934" y="10252"/>
                    <a:pt x="1364" y="10252"/>
                  </a:cubicBezTo>
                  <a:close/>
                  <a:moveTo>
                    <a:pt x="1364" y="1"/>
                  </a:moveTo>
                  <a:cubicBezTo>
                    <a:pt x="595" y="1"/>
                    <a:pt x="1" y="595"/>
                    <a:pt x="1" y="1364"/>
                  </a:cubicBezTo>
                  <a:lnTo>
                    <a:pt x="1" y="11021"/>
                  </a:lnTo>
                  <a:cubicBezTo>
                    <a:pt x="1" y="11790"/>
                    <a:pt x="595" y="12426"/>
                    <a:pt x="1364" y="12426"/>
                  </a:cubicBezTo>
                  <a:lnTo>
                    <a:pt x="1959" y="12426"/>
                  </a:lnTo>
                  <a:lnTo>
                    <a:pt x="1959" y="13451"/>
                  </a:lnTo>
                  <a:cubicBezTo>
                    <a:pt x="1959" y="13533"/>
                    <a:pt x="1959" y="13584"/>
                    <a:pt x="2000" y="13666"/>
                  </a:cubicBezTo>
                  <a:cubicBezTo>
                    <a:pt x="2082" y="13717"/>
                    <a:pt x="2161" y="13752"/>
                    <a:pt x="2240" y="13752"/>
                  </a:cubicBezTo>
                  <a:cubicBezTo>
                    <a:pt x="2289" y="13752"/>
                    <a:pt x="2339" y="13738"/>
                    <a:pt x="2389" y="13707"/>
                  </a:cubicBezTo>
                  <a:lnTo>
                    <a:pt x="3117" y="13328"/>
                  </a:lnTo>
                  <a:lnTo>
                    <a:pt x="3845" y="13707"/>
                  </a:lnTo>
                  <a:cubicBezTo>
                    <a:pt x="3886" y="13748"/>
                    <a:pt x="3968" y="13748"/>
                    <a:pt x="4009" y="13748"/>
                  </a:cubicBezTo>
                  <a:cubicBezTo>
                    <a:pt x="4101" y="13748"/>
                    <a:pt x="4183" y="13707"/>
                    <a:pt x="4224" y="13666"/>
                  </a:cubicBezTo>
                  <a:cubicBezTo>
                    <a:pt x="4265" y="13584"/>
                    <a:pt x="4307" y="13533"/>
                    <a:pt x="4307" y="13451"/>
                  </a:cubicBezTo>
                  <a:lnTo>
                    <a:pt x="4307" y="12426"/>
                  </a:lnTo>
                  <a:lnTo>
                    <a:pt x="9904" y="12426"/>
                  </a:lnTo>
                  <a:cubicBezTo>
                    <a:pt x="10078" y="12426"/>
                    <a:pt x="10201" y="12303"/>
                    <a:pt x="10201" y="12128"/>
                  </a:cubicBezTo>
                  <a:lnTo>
                    <a:pt x="10201" y="9945"/>
                  </a:lnTo>
                  <a:lnTo>
                    <a:pt x="10201" y="298"/>
                  </a:lnTo>
                  <a:cubicBezTo>
                    <a:pt x="10201" y="124"/>
                    <a:pt x="10078" y="1"/>
                    <a:pt x="9904"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98"/>
            <p:cNvSpPr/>
            <p:nvPr/>
          </p:nvSpPr>
          <p:spPr>
            <a:xfrm>
              <a:off x="1800763" y="2020400"/>
              <a:ext cx="167900" cy="167900"/>
            </a:xfrm>
            <a:custGeom>
              <a:avLst/>
              <a:gdLst/>
              <a:ahLst/>
              <a:cxnLst/>
              <a:rect l="l" t="t" r="r" b="b"/>
              <a:pathLst>
                <a:path w="6716" h="6716" extrusionOk="0">
                  <a:moveTo>
                    <a:pt x="3332" y="605"/>
                  </a:moveTo>
                  <a:cubicBezTo>
                    <a:pt x="4870" y="605"/>
                    <a:pt x="6111" y="1846"/>
                    <a:pt x="6111" y="3384"/>
                  </a:cubicBezTo>
                  <a:cubicBezTo>
                    <a:pt x="6111" y="4921"/>
                    <a:pt x="4870" y="6151"/>
                    <a:pt x="3332" y="6151"/>
                  </a:cubicBezTo>
                  <a:cubicBezTo>
                    <a:pt x="1846" y="6151"/>
                    <a:pt x="605" y="4921"/>
                    <a:pt x="605" y="3384"/>
                  </a:cubicBezTo>
                  <a:cubicBezTo>
                    <a:pt x="605" y="1846"/>
                    <a:pt x="1846" y="605"/>
                    <a:pt x="3332" y="605"/>
                  </a:cubicBezTo>
                  <a:close/>
                  <a:moveTo>
                    <a:pt x="3332" y="1"/>
                  </a:moveTo>
                  <a:cubicBezTo>
                    <a:pt x="1497" y="1"/>
                    <a:pt x="1" y="1538"/>
                    <a:pt x="1" y="3384"/>
                  </a:cubicBezTo>
                  <a:cubicBezTo>
                    <a:pt x="1" y="5219"/>
                    <a:pt x="1497" y="6715"/>
                    <a:pt x="3332" y="6715"/>
                  </a:cubicBezTo>
                  <a:cubicBezTo>
                    <a:pt x="5219" y="6715"/>
                    <a:pt x="6715" y="5219"/>
                    <a:pt x="6715" y="3384"/>
                  </a:cubicBezTo>
                  <a:cubicBezTo>
                    <a:pt x="6715" y="1538"/>
                    <a:pt x="5219" y="1"/>
                    <a:pt x="333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98"/>
            <p:cNvSpPr/>
            <p:nvPr/>
          </p:nvSpPr>
          <p:spPr>
            <a:xfrm>
              <a:off x="1854338" y="2058700"/>
              <a:ext cx="37425" cy="75000"/>
            </a:xfrm>
            <a:custGeom>
              <a:avLst/>
              <a:gdLst/>
              <a:ahLst/>
              <a:cxnLst/>
              <a:rect l="l" t="t" r="r" b="b"/>
              <a:pathLst>
                <a:path w="1497" h="3000" extrusionOk="0">
                  <a:moveTo>
                    <a:pt x="1211" y="0"/>
                  </a:moveTo>
                  <a:cubicBezTo>
                    <a:pt x="1191" y="0"/>
                    <a:pt x="1170" y="2"/>
                    <a:pt x="1148" y="6"/>
                  </a:cubicBezTo>
                  <a:cubicBezTo>
                    <a:pt x="1025" y="58"/>
                    <a:pt x="933" y="181"/>
                    <a:pt x="933" y="314"/>
                  </a:cubicBezTo>
                  <a:lnTo>
                    <a:pt x="933" y="1718"/>
                  </a:lnTo>
                  <a:lnTo>
                    <a:pt x="123" y="2487"/>
                  </a:lnTo>
                  <a:cubicBezTo>
                    <a:pt x="0" y="2620"/>
                    <a:pt x="0" y="2825"/>
                    <a:pt x="123" y="2918"/>
                  </a:cubicBezTo>
                  <a:cubicBezTo>
                    <a:pt x="164" y="3000"/>
                    <a:pt x="256" y="3000"/>
                    <a:pt x="338" y="3000"/>
                  </a:cubicBezTo>
                  <a:cubicBezTo>
                    <a:pt x="421" y="3000"/>
                    <a:pt x="472" y="3000"/>
                    <a:pt x="554" y="2918"/>
                  </a:cubicBezTo>
                  <a:lnTo>
                    <a:pt x="1405" y="2057"/>
                  </a:lnTo>
                  <a:cubicBezTo>
                    <a:pt x="1497" y="1975"/>
                    <a:pt x="1497" y="1934"/>
                    <a:pt x="1497" y="1852"/>
                  </a:cubicBezTo>
                  <a:lnTo>
                    <a:pt x="1497" y="314"/>
                  </a:lnTo>
                  <a:cubicBezTo>
                    <a:pt x="1497" y="157"/>
                    <a:pt x="1389" y="0"/>
                    <a:pt x="121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8" name="Google Shape;1528;p98"/>
          <p:cNvGrpSpPr/>
          <p:nvPr/>
        </p:nvGrpSpPr>
        <p:grpSpPr>
          <a:xfrm>
            <a:off x="7796863" y="1459900"/>
            <a:ext cx="343950" cy="269275"/>
            <a:chOff x="7796863" y="1459900"/>
            <a:chExt cx="343950" cy="269275"/>
          </a:xfrm>
        </p:grpSpPr>
        <p:sp>
          <p:nvSpPr>
            <p:cNvPr id="1529" name="Google Shape;1529;p98"/>
            <p:cNvSpPr/>
            <p:nvPr/>
          </p:nvSpPr>
          <p:spPr>
            <a:xfrm>
              <a:off x="7866313" y="1468375"/>
              <a:ext cx="14900" cy="109950"/>
            </a:xfrm>
            <a:custGeom>
              <a:avLst/>
              <a:gdLst/>
              <a:ahLst/>
              <a:cxnLst/>
              <a:rect l="l" t="t" r="r" b="b"/>
              <a:pathLst>
                <a:path w="596" h="4398" extrusionOk="0">
                  <a:moveTo>
                    <a:pt x="257" y="0"/>
                  </a:moveTo>
                  <a:cubicBezTo>
                    <a:pt x="134" y="41"/>
                    <a:pt x="1" y="174"/>
                    <a:pt x="1" y="297"/>
                  </a:cubicBezTo>
                  <a:lnTo>
                    <a:pt x="1" y="4101"/>
                  </a:lnTo>
                  <a:cubicBezTo>
                    <a:pt x="1" y="4234"/>
                    <a:pt x="134" y="4357"/>
                    <a:pt x="257" y="4398"/>
                  </a:cubicBezTo>
                  <a:cubicBezTo>
                    <a:pt x="431" y="4398"/>
                    <a:pt x="595" y="4275"/>
                    <a:pt x="595" y="4101"/>
                  </a:cubicBezTo>
                  <a:lnTo>
                    <a:pt x="595" y="297"/>
                  </a:lnTo>
                  <a:cubicBezTo>
                    <a:pt x="595" y="133"/>
                    <a:pt x="431" y="0"/>
                    <a:pt x="257"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98"/>
            <p:cNvSpPr/>
            <p:nvPr/>
          </p:nvSpPr>
          <p:spPr>
            <a:xfrm>
              <a:off x="7932438" y="1459900"/>
              <a:ext cx="138925" cy="127150"/>
            </a:xfrm>
            <a:custGeom>
              <a:avLst/>
              <a:gdLst/>
              <a:ahLst/>
              <a:cxnLst/>
              <a:rect l="l" t="t" r="r" b="b"/>
              <a:pathLst>
                <a:path w="5557" h="5086" extrusionOk="0">
                  <a:moveTo>
                    <a:pt x="3978" y="595"/>
                  </a:moveTo>
                  <a:cubicBezTo>
                    <a:pt x="4532" y="595"/>
                    <a:pt x="4962" y="1026"/>
                    <a:pt x="4962" y="1579"/>
                  </a:cubicBezTo>
                  <a:cubicBezTo>
                    <a:pt x="4962" y="2307"/>
                    <a:pt x="4573" y="2994"/>
                    <a:pt x="3896" y="3671"/>
                  </a:cubicBezTo>
                  <a:cubicBezTo>
                    <a:pt x="3425" y="4060"/>
                    <a:pt x="2994" y="4317"/>
                    <a:pt x="2779" y="4440"/>
                  </a:cubicBezTo>
                  <a:cubicBezTo>
                    <a:pt x="2307" y="4142"/>
                    <a:pt x="605" y="3076"/>
                    <a:pt x="605" y="1713"/>
                  </a:cubicBezTo>
                  <a:lnTo>
                    <a:pt x="605" y="1661"/>
                  </a:lnTo>
                  <a:cubicBezTo>
                    <a:pt x="605" y="1364"/>
                    <a:pt x="687" y="1067"/>
                    <a:pt x="903" y="852"/>
                  </a:cubicBezTo>
                  <a:cubicBezTo>
                    <a:pt x="1077" y="688"/>
                    <a:pt x="1333" y="595"/>
                    <a:pt x="1589" y="595"/>
                  </a:cubicBezTo>
                  <a:cubicBezTo>
                    <a:pt x="1969" y="595"/>
                    <a:pt x="2358" y="852"/>
                    <a:pt x="2481" y="1241"/>
                  </a:cubicBezTo>
                  <a:cubicBezTo>
                    <a:pt x="2522" y="1282"/>
                    <a:pt x="2563" y="1364"/>
                    <a:pt x="2656" y="1364"/>
                  </a:cubicBezTo>
                  <a:cubicBezTo>
                    <a:pt x="2702" y="1390"/>
                    <a:pt x="2749" y="1402"/>
                    <a:pt x="2794" y="1402"/>
                  </a:cubicBezTo>
                  <a:cubicBezTo>
                    <a:pt x="2908" y="1402"/>
                    <a:pt x="3006" y="1329"/>
                    <a:pt x="3035" y="1241"/>
                  </a:cubicBezTo>
                  <a:cubicBezTo>
                    <a:pt x="3209" y="852"/>
                    <a:pt x="3548" y="595"/>
                    <a:pt x="3978" y="595"/>
                  </a:cubicBezTo>
                  <a:close/>
                  <a:moveTo>
                    <a:pt x="1589" y="1"/>
                  </a:moveTo>
                  <a:cubicBezTo>
                    <a:pt x="1159" y="1"/>
                    <a:pt x="769" y="175"/>
                    <a:pt x="472" y="472"/>
                  </a:cubicBezTo>
                  <a:cubicBezTo>
                    <a:pt x="175" y="770"/>
                    <a:pt x="1" y="1200"/>
                    <a:pt x="1" y="1661"/>
                  </a:cubicBezTo>
                  <a:cubicBezTo>
                    <a:pt x="1" y="3671"/>
                    <a:pt x="2522" y="4993"/>
                    <a:pt x="2656" y="5044"/>
                  </a:cubicBezTo>
                  <a:cubicBezTo>
                    <a:pt x="2697" y="5085"/>
                    <a:pt x="2738" y="5085"/>
                    <a:pt x="2779" y="5085"/>
                  </a:cubicBezTo>
                  <a:lnTo>
                    <a:pt x="2820" y="5085"/>
                  </a:lnTo>
                  <a:cubicBezTo>
                    <a:pt x="2912" y="5044"/>
                    <a:pt x="3076" y="4952"/>
                    <a:pt x="3332" y="4829"/>
                  </a:cubicBezTo>
                  <a:cubicBezTo>
                    <a:pt x="3548" y="4655"/>
                    <a:pt x="3896" y="4440"/>
                    <a:pt x="4234" y="4142"/>
                  </a:cubicBezTo>
                  <a:cubicBezTo>
                    <a:pt x="5085" y="3373"/>
                    <a:pt x="5557" y="2482"/>
                    <a:pt x="5557" y="1579"/>
                  </a:cubicBezTo>
                  <a:cubicBezTo>
                    <a:pt x="5557" y="729"/>
                    <a:pt x="4829" y="1"/>
                    <a:pt x="3978" y="1"/>
                  </a:cubicBezTo>
                  <a:cubicBezTo>
                    <a:pt x="3507" y="1"/>
                    <a:pt x="3076" y="216"/>
                    <a:pt x="2779" y="554"/>
                  </a:cubicBezTo>
                  <a:cubicBezTo>
                    <a:pt x="2481" y="216"/>
                    <a:pt x="2051" y="1"/>
                    <a:pt x="1589"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98"/>
            <p:cNvSpPr/>
            <p:nvPr/>
          </p:nvSpPr>
          <p:spPr>
            <a:xfrm>
              <a:off x="7886563" y="1616750"/>
              <a:ext cx="57700" cy="112275"/>
            </a:xfrm>
            <a:custGeom>
              <a:avLst/>
              <a:gdLst/>
              <a:ahLst/>
              <a:cxnLst/>
              <a:rect l="l" t="t" r="r" b="b"/>
              <a:pathLst>
                <a:path w="2308" h="4491" extrusionOk="0">
                  <a:moveTo>
                    <a:pt x="257" y="1"/>
                  </a:moveTo>
                  <a:cubicBezTo>
                    <a:pt x="134" y="1"/>
                    <a:pt x="0" y="175"/>
                    <a:pt x="0" y="308"/>
                  </a:cubicBezTo>
                  <a:lnTo>
                    <a:pt x="0" y="4193"/>
                  </a:lnTo>
                  <a:cubicBezTo>
                    <a:pt x="0" y="4357"/>
                    <a:pt x="134" y="4491"/>
                    <a:pt x="257" y="4491"/>
                  </a:cubicBezTo>
                  <a:lnTo>
                    <a:pt x="1969" y="4491"/>
                  </a:lnTo>
                  <a:cubicBezTo>
                    <a:pt x="2143" y="4491"/>
                    <a:pt x="2266" y="4409"/>
                    <a:pt x="2266" y="4234"/>
                  </a:cubicBezTo>
                  <a:cubicBezTo>
                    <a:pt x="2307" y="4060"/>
                    <a:pt x="2184" y="3896"/>
                    <a:pt x="2010" y="3896"/>
                  </a:cubicBezTo>
                  <a:lnTo>
                    <a:pt x="554" y="3896"/>
                  </a:lnTo>
                  <a:lnTo>
                    <a:pt x="554" y="2563"/>
                  </a:lnTo>
                  <a:lnTo>
                    <a:pt x="1630" y="2563"/>
                  </a:lnTo>
                  <a:cubicBezTo>
                    <a:pt x="1754" y="2563"/>
                    <a:pt x="1887" y="2481"/>
                    <a:pt x="1928" y="2307"/>
                  </a:cubicBezTo>
                  <a:cubicBezTo>
                    <a:pt x="1928" y="2143"/>
                    <a:pt x="1795" y="1969"/>
                    <a:pt x="1630" y="1969"/>
                  </a:cubicBezTo>
                  <a:lnTo>
                    <a:pt x="554" y="1969"/>
                  </a:lnTo>
                  <a:lnTo>
                    <a:pt x="554" y="605"/>
                  </a:lnTo>
                  <a:lnTo>
                    <a:pt x="1969" y="605"/>
                  </a:lnTo>
                  <a:cubicBezTo>
                    <a:pt x="2143" y="605"/>
                    <a:pt x="2266" y="513"/>
                    <a:pt x="2266" y="349"/>
                  </a:cubicBezTo>
                  <a:cubicBezTo>
                    <a:pt x="2307" y="175"/>
                    <a:pt x="2184" y="1"/>
                    <a:pt x="201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98"/>
            <p:cNvSpPr/>
            <p:nvPr/>
          </p:nvSpPr>
          <p:spPr>
            <a:xfrm>
              <a:off x="7796863" y="1616750"/>
              <a:ext cx="69475" cy="112425"/>
            </a:xfrm>
            <a:custGeom>
              <a:avLst/>
              <a:gdLst/>
              <a:ahLst/>
              <a:cxnLst/>
              <a:rect l="l" t="t" r="r" b="b"/>
              <a:pathLst>
                <a:path w="2779" h="4497" extrusionOk="0">
                  <a:moveTo>
                    <a:pt x="1374" y="605"/>
                  </a:moveTo>
                  <a:cubicBezTo>
                    <a:pt x="1835" y="605"/>
                    <a:pt x="2225" y="1026"/>
                    <a:pt x="2143" y="1538"/>
                  </a:cubicBezTo>
                  <a:cubicBezTo>
                    <a:pt x="2051" y="1928"/>
                    <a:pt x="1712" y="2184"/>
                    <a:pt x="1323" y="2184"/>
                  </a:cubicBezTo>
                  <a:lnTo>
                    <a:pt x="605" y="2184"/>
                  </a:lnTo>
                  <a:lnTo>
                    <a:pt x="605" y="605"/>
                  </a:lnTo>
                  <a:close/>
                  <a:moveTo>
                    <a:pt x="298" y="1"/>
                  </a:moveTo>
                  <a:cubicBezTo>
                    <a:pt x="134" y="1"/>
                    <a:pt x="0" y="134"/>
                    <a:pt x="0" y="308"/>
                  </a:cubicBezTo>
                  <a:lnTo>
                    <a:pt x="0" y="4193"/>
                  </a:lnTo>
                  <a:cubicBezTo>
                    <a:pt x="0" y="4316"/>
                    <a:pt x="93" y="4491"/>
                    <a:pt x="257" y="4491"/>
                  </a:cubicBezTo>
                  <a:cubicBezTo>
                    <a:pt x="274" y="4495"/>
                    <a:pt x="292" y="4497"/>
                    <a:pt x="309" y="4497"/>
                  </a:cubicBezTo>
                  <a:cubicBezTo>
                    <a:pt x="464" y="4497"/>
                    <a:pt x="605" y="4341"/>
                    <a:pt x="605" y="4193"/>
                  </a:cubicBezTo>
                  <a:lnTo>
                    <a:pt x="605" y="2779"/>
                  </a:lnTo>
                  <a:lnTo>
                    <a:pt x="1067" y="2779"/>
                  </a:lnTo>
                  <a:lnTo>
                    <a:pt x="2184" y="4357"/>
                  </a:lnTo>
                  <a:cubicBezTo>
                    <a:pt x="2225" y="4450"/>
                    <a:pt x="2348" y="4491"/>
                    <a:pt x="2440" y="4491"/>
                  </a:cubicBezTo>
                  <a:cubicBezTo>
                    <a:pt x="2481" y="4491"/>
                    <a:pt x="2563" y="4491"/>
                    <a:pt x="2604" y="4450"/>
                  </a:cubicBezTo>
                  <a:cubicBezTo>
                    <a:pt x="2738" y="4357"/>
                    <a:pt x="2779" y="4152"/>
                    <a:pt x="2656" y="4019"/>
                  </a:cubicBezTo>
                  <a:lnTo>
                    <a:pt x="1753" y="2697"/>
                  </a:lnTo>
                  <a:cubicBezTo>
                    <a:pt x="2307" y="2522"/>
                    <a:pt x="2738" y="2010"/>
                    <a:pt x="2738" y="1374"/>
                  </a:cubicBezTo>
                  <a:cubicBezTo>
                    <a:pt x="2738" y="605"/>
                    <a:pt x="2092" y="1"/>
                    <a:pt x="132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98"/>
            <p:cNvSpPr/>
            <p:nvPr/>
          </p:nvSpPr>
          <p:spPr>
            <a:xfrm>
              <a:off x="8068263" y="1616750"/>
              <a:ext cx="72550" cy="111250"/>
            </a:xfrm>
            <a:custGeom>
              <a:avLst/>
              <a:gdLst/>
              <a:ahLst/>
              <a:cxnLst/>
              <a:rect l="l" t="t" r="r" b="b"/>
              <a:pathLst>
                <a:path w="2902" h="4450" extrusionOk="0">
                  <a:moveTo>
                    <a:pt x="811" y="605"/>
                  </a:moveTo>
                  <a:cubicBezTo>
                    <a:pt x="1662" y="605"/>
                    <a:pt x="2307" y="1282"/>
                    <a:pt x="2307" y="2143"/>
                  </a:cubicBezTo>
                  <a:lnTo>
                    <a:pt x="2307" y="2358"/>
                  </a:lnTo>
                  <a:cubicBezTo>
                    <a:pt x="2307" y="3209"/>
                    <a:pt x="1662" y="3845"/>
                    <a:pt x="811" y="3845"/>
                  </a:cubicBezTo>
                  <a:lnTo>
                    <a:pt x="595" y="3845"/>
                  </a:lnTo>
                  <a:lnTo>
                    <a:pt x="595" y="605"/>
                  </a:lnTo>
                  <a:close/>
                  <a:moveTo>
                    <a:pt x="298" y="1"/>
                  </a:moveTo>
                  <a:cubicBezTo>
                    <a:pt x="124" y="1"/>
                    <a:pt x="1" y="175"/>
                    <a:pt x="1" y="308"/>
                  </a:cubicBezTo>
                  <a:lnTo>
                    <a:pt x="1" y="4152"/>
                  </a:lnTo>
                  <a:cubicBezTo>
                    <a:pt x="1" y="4316"/>
                    <a:pt x="124" y="4450"/>
                    <a:pt x="298" y="4450"/>
                  </a:cubicBezTo>
                  <a:lnTo>
                    <a:pt x="811" y="4450"/>
                  </a:lnTo>
                  <a:cubicBezTo>
                    <a:pt x="1959" y="4450"/>
                    <a:pt x="2902" y="3507"/>
                    <a:pt x="2902" y="2358"/>
                  </a:cubicBezTo>
                  <a:lnTo>
                    <a:pt x="2902" y="2143"/>
                  </a:lnTo>
                  <a:cubicBezTo>
                    <a:pt x="2902" y="944"/>
                    <a:pt x="1959" y="1"/>
                    <a:pt x="8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98"/>
            <p:cNvSpPr/>
            <p:nvPr/>
          </p:nvSpPr>
          <p:spPr>
            <a:xfrm>
              <a:off x="7964463" y="1618025"/>
              <a:ext cx="83325" cy="110250"/>
            </a:xfrm>
            <a:custGeom>
              <a:avLst/>
              <a:gdLst/>
              <a:ahLst/>
              <a:cxnLst/>
              <a:rect l="l" t="t" r="r" b="b"/>
              <a:pathLst>
                <a:path w="3333" h="4410" extrusionOk="0">
                  <a:moveTo>
                    <a:pt x="1631" y="1190"/>
                  </a:moveTo>
                  <a:lnTo>
                    <a:pt x="2185" y="2687"/>
                  </a:lnTo>
                  <a:lnTo>
                    <a:pt x="1118" y="2687"/>
                  </a:lnTo>
                  <a:lnTo>
                    <a:pt x="1631" y="1190"/>
                  </a:lnTo>
                  <a:close/>
                  <a:moveTo>
                    <a:pt x="1631" y="1"/>
                  </a:moveTo>
                  <a:cubicBezTo>
                    <a:pt x="1498" y="1"/>
                    <a:pt x="1375" y="83"/>
                    <a:pt x="1334" y="165"/>
                  </a:cubicBezTo>
                  <a:lnTo>
                    <a:pt x="432" y="2902"/>
                  </a:lnTo>
                  <a:lnTo>
                    <a:pt x="52" y="4009"/>
                  </a:lnTo>
                  <a:cubicBezTo>
                    <a:pt x="1" y="4183"/>
                    <a:pt x="93" y="4358"/>
                    <a:pt x="216" y="4399"/>
                  </a:cubicBezTo>
                  <a:lnTo>
                    <a:pt x="350" y="4399"/>
                  </a:lnTo>
                  <a:cubicBezTo>
                    <a:pt x="432" y="4399"/>
                    <a:pt x="565" y="4358"/>
                    <a:pt x="606" y="4224"/>
                  </a:cubicBezTo>
                  <a:lnTo>
                    <a:pt x="903" y="3281"/>
                  </a:lnTo>
                  <a:lnTo>
                    <a:pt x="2400" y="3281"/>
                  </a:lnTo>
                  <a:lnTo>
                    <a:pt x="2738" y="4224"/>
                  </a:lnTo>
                  <a:cubicBezTo>
                    <a:pt x="2772" y="4334"/>
                    <a:pt x="2896" y="4409"/>
                    <a:pt x="3037" y="4409"/>
                  </a:cubicBezTo>
                  <a:cubicBezTo>
                    <a:pt x="3066" y="4409"/>
                    <a:pt x="3097" y="4406"/>
                    <a:pt x="3128" y="4399"/>
                  </a:cubicBezTo>
                  <a:cubicBezTo>
                    <a:pt x="3251" y="4358"/>
                    <a:pt x="3333" y="4183"/>
                    <a:pt x="3292" y="4009"/>
                  </a:cubicBezTo>
                  <a:lnTo>
                    <a:pt x="1887" y="165"/>
                  </a:lnTo>
                  <a:cubicBezTo>
                    <a:pt x="1846" y="83"/>
                    <a:pt x="1754" y="1"/>
                    <a:pt x="163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5" name="Google Shape;1535;p98"/>
          <p:cNvGrpSpPr/>
          <p:nvPr/>
        </p:nvGrpSpPr>
        <p:grpSpPr>
          <a:xfrm>
            <a:off x="6330638" y="1422750"/>
            <a:ext cx="244775" cy="343700"/>
            <a:chOff x="6330638" y="1422750"/>
            <a:chExt cx="244775" cy="343700"/>
          </a:xfrm>
        </p:grpSpPr>
        <p:sp>
          <p:nvSpPr>
            <p:cNvPr id="1536" name="Google Shape;1536;p98"/>
            <p:cNvSpPr/>
            <p:nvPr/>
          </p:nvSpPr>
          <p:spPr>
            <a:xfrm>
              <a:off x="6501588" y="1650075"/>
              <a:ext cx="70500" cy="70500"/>
            </a:xfrm>
            <a:custGeom>
              <a:avLst/>
              <a:gdLst/>
              <a:ahLst/>
              <a:cxnLst/>
              <a:rect l="l" t="t" r="r" b="b"/>
              <a:pathLst>
                <a:path w="2820" h="2820" extrusionOk="0">
                  <a:moveTo>
                    <a:pt x="2440" y="0"/>
                  </a:moveTo>
                  <a:lnTo>
                    <a:pt x="0" y="2389"/>
                  </a:lnTo>
                  <a:lnTo>
                    <a:pt x="431" y="2819"/>
                  </a:lnTo>
                  <a:lnTo>
                    <a:pt x="2820" y="380"/>
                  </a:lnTo>
                  <a:lnTo>
                    <a:pt x="2440"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98"/>
            <p:cNvSpPr/>
            <p:nvPr/>
          </p:nvSpPr>
          <p:spPr>
            <a:xfrm>
              <a:off x="6330638" y="1466300"/>
              <a:ext cx="244775" cy="300150"/>
            </a:xfrm>
            <a:custGeom>
              <a:avLst/>
              <a:gdLst/>
              <a:ahLst/>
              <a:cxnLst/>
              <a:rect l="l" t="t" r="r" b="b"/>
              <a:pathLst>
                <a:path w="9791" h="12006" extrusionOk="0">
                  <a:moveTo>
                    <a:pt x="9186" y="10252"/>
                  </a:moveTo>
                  <a:lnTo>
                    <a:pt x="9186" y="11401"/>
                  </a:lnTo>
                  <a:lnTo>
                    <a:pt x="1200" y="11401"/>
                  </a:lnTo>
                  <a:cubicBezTo>
                    <a:pt x="903" y="11401"/>
                    <a:pt x="606" y="11196"/>
                    <a:pt x="606" y="10847"/>
                  </a:cubicBezTo>
                  <a:cubicBezTo>
                    <a:pt x="606" y="10509"/>
                    <a:pt x="862" y="10252"/>
                    <a:pt x="1200" y="10252"/>
                  </a:cubicBezTo>
                  <a:close/>
                  <a:moveTo>
                    <a:pt x="1159" y="1"/>
                  </a:moveTo>
                  <a:cubicBezTo>
                    <a:pt x="513" y="1"/>
                    <a:pt x="1" y="555"/>
                    <a:pt x="1" y="1200"/>
                  </a:cubicBezTo>
                  <a:lnTo>
                    <a:pt x="1" y="10806"/>
                  </a:lnTo>
                  <a:cubicBezTo>
                    <a:pt x="1" y="11493"/>
                    <a:pt x="513" y="12005"/>
                    <a:pt x="1159" y="12005"/>
                  </a:cubicBezTo>
                  <a:lnTo>
                    <a:pt x="9483" y="12005"/>
                  </a:lnTo>
                  <a:cubicBezTo>
                    <a:pt x="9658" y="12005"/>
                    <a:pt x="9791" y="11872"/>
                    <a:pt x="9791" y="11708"/>
                  </a:cubicBezTo>
                  <a:lnTo>
                    <a:pt x="9791" y="9955"/>
                  </a:lnTo>
                  <a:lnTo>
                    <a:pt x="9791" y="298"/>
                  </a:lnTo>
                  <a:cubicBezTo>
                    <a:pt x="9791" y="175"/>
                    <a:pt x="9658" y="1"/>
                    <a:pt x="9483" y="1"/>
                  </a:cubicBezTo>
                  <a:lnTo>
                    <a:pt x="7484" y="1"/>
                  </a:lnTo>
                  <a:lnTo>
                    <a:pt x="7484" y="596"/>
                  </a:lnTo>
                  <a:lnTo>
                    <a:pt x="9145" y="596"/>
                  </a:lnTo>
                  <a:lnTo>
                    <a:pt x="9145" y="9658"/>
                  </a:lnTo>
                  <a:lnTo>
                    <a:pt x="1159" y="9658"/>
                  </a:lnTo>
                  <a:cubicBezTo>
                    <a:pt x="944" y="9658"/>
                    <a:pt x="729" y="9699"/>
                    <a:pt x="565" y="9822"/>
                  </a:cubicBezTo>
                  <a:lnTo>
                    <a:pt x="565" y="1200"/>
                  </a:lnTo>
                  <a:cubicBezTo>
                    <a:pt x="565" y="852"/>
                    <a:pt x="821" y="596"/>
                    <a:pt x="1159" y="596"/>
                  </a:cubicBezTo>
                  <a:lnTo>
                    <a:pt x="2225" y="596"/>
                  </a:lnTo>
                  <a:lnTo>
                    <a:pt x="2225"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98"/>
            <p:cNvSpPr/>
            <p:nvPr/>
          </p:nvSpPr>
          <p:spPr>
            <a:xfrm>
              <a:off x="6379838" y="1422750"/>
              <a:ext cx="145350" cy="179175"/>
            </a:xfrm>
            <a:custGeom>
              <a:avLst/>
              <a:gdLst/>
              <a:ahLst/>
              <a:cxnLst/>
              <a:rect l="l" t="t" r="r" b="b"/>
              <a:pathLst>
                <a:path w="5814" h="7167" extrusionOk="0">
                  <a:moveTo>
                    <a:pt x="2902" y="585"/>
                  </a:moveTo>
                  <a:lnTo>
                    <a:pt x="5209" y="1610"/>
                  </a:lnTo>
                  <a:lnTo>
                    <a:pt x="5209" y="2942"/>
                  </a:lnTo>
                  <a:cubicBezTo>
                    <a:pt x="5209" y="4521"/>
                    <a:pt x="4317" y="5885"/>
                    <a:pt x="2902" y="6530"/>
                  </a:cubicBezTo>
                  <a:cubicBezTo>
                    <a:pt x="1498" y="5885"/>
                    <a:pt x="555" y="4521"/>
                    <a:pt x="555" y="2942"/>
                  </a:cubicBezTo>
                  <a:lnTo>
                    <a:pt x="555" y="1610"/>
                  </a:lnTo>
                  <a:lnTo>
                    <a:pt x="2902" y="585"/>
                  </a:lnTo>
                  <a:close/>
                  <a:moveTo>
                    <a:pt x="2907" y="0"/>
                  </a:moveTo>
                  <a:cubicBezTo>
                    <a:pt x="2864" y="0"/>
                    <a:pt x="2820" y="11"/>
                    <a:pt x="2779" y="31"/>
                  </a:cubicBezTo>
                  <a:lnTo>
                    <a:pt x="175" y="1148"/>
                  </a:lnTo>
                  <a:cubicBezTo>
                    <a:pt x="42" y="1189"/>
                    <a:pt x="1" y="1271"/>
                    <a:pt x="1" y="1405"/>
                  </a:cubicBezTo>
                  <a:lnTo>
                    <a:pt x="1" y="2942"/>
                  </a:lnTo>
                  <a:cubicBezTo>
                    <a:pt x="1" y="4777"/>
                    <a:pt x="1067" y="6438"/>
                    <a:pt x="2779" y="7125"/>
                  </a:cubicBezTo>
                  <a:cubicBezTo>
                    <a:pt x="2820" y="7166"/>
                    <a:pt x="2861" y="7166"/>
                    <a:pt x="2902" y="7166"/>
                  </a:cubicBezTo>
                  <a:cubicBezTo>
                    <a:pt x="2953" y="7166"/>
                    <a:pt x="2994" y="7166"/>
                    <a:pt x="2994" y="7125"/>
                  </a:cubicBezTo>
                  <a:cubicBezTo>
                    <a:pt x="4696" y="6438"/>
                    <a:pt x="5814" y="4777"/>
                    <a:pt x="5814" y="2942"/>
                  </a:cubicBezTo>
                  <a:lnTo>
                    <a:pt x="5814" y="1405"/>
                  </a:lnTo>
                  <a:cubicBezTo>
                    <a:pt x="5814" y="1271"/>
                    <a:pt x="5721" y="1189"/>
                    <a:pt x="5639" y="1148"/>
                  </a:cubicBezTo>
                  <a:lnTo>
                    <a:pt x="3035" y="31"/>
                  </a:lnTo>
                  <a:cubicBezTo>
                    <a:pt x="2994" y="11"/>
                    <a:pt x="2951" y="0"/>
                    <a:pt x="2907"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98"/>
            <p:cNvSpPr/>
            <p:nvPr/>
          </p:nvSpPr>
          <p:spPr>
            <a:xfrm>
              <a:off x="6428038" y="1488425"/>
              <a:ext cx="59725" cy="41975"/>
            </a:xfrm>
            <a:custGeom>
              <a:avLst/>
              <a:gdLst/>
              <a:ahLst/>
              <a:cxnLst/>
              <a:rect l="l" t="t" r="r" b="b"/>
              <a:pathLst>
                <a:path w="2389" h="1679" extrusionOk="0">
                  <a:moveTo>
                    <a:pt x="2072" y="0"/>
                  </a:moveTo>
                  <a:cubicBezTo>
                    <a:pt x="1992" y="0"/>
                    <a:pt x="1917" y="34"/>
                    <a:pt x="1876" y="100"/>
                  </a:cubicBezTo>
                  <a:lnTo>
                    <a:pt x="974" y="992"/>
                  </a:lnTo>
                  <a:lnTo>
                    <a:pt x="554" y="520"/>
                  </a:lnTo>
                  <a:cubicBezTo>
                    <a:pt x="487" y="479"/>
                    <a:pt x="400" y="459"/>
                    <a:pt x="319" y="459"/>
                  </a:cubicBezTo>
                  <a:cubicBezTo>
                    <a:pt x="239" y="459"/>
                    <a:pt x="164" y="479"/>
                    <a:pt x="123" y="520"/>
                  </a:cubicBezTo>
                  <a:cubicBezTo>
                    <a:pt x="0" y="654"/>
                    <a:pt x="0" y="828"/>
                    <a:pt x="123" y="951"/>
                  </a:cubicBezTo>
                  <a:lnTo>
                    <a:pt x="769" y="1597"/>
                  </a:lnTo>
                  <a:cubicBezTo>
                    <a:pt x="810" y="1679"/>
                    <a:pt x="892" y="1679"/>
                    <a:pt x="974" y="1679"/>
                  </a:cubicBezTo>
                  <a:cubicBezTo>
                    <a:pt x="1066" y="1679"/>
                    <a:pt x="1148" y="1679"/>
                    <a:pt x="1189" y="1597"/>
                  </a:cubicBezTo>
                  <a:lnTo>
                    <a:pt x="2307" y="520"/>
                  </a:lnTo>
                  <a:cubicBezTo>
                    <a:pt x="2389" y="397"/>
                    <a:pt x="2389" y="223"/>
                    <a:pt x="2307" y="100"/>
                  </a:cubicBezTo>
                  <a:cubicBezTo>
                    <a:pt x="2240" y="34"/>
                    <a:pt x="2153" y="0"/>
                    <a:pt x="207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98"/>
            <p:cNvSpPr/>
            <p:nvPr/>
          </p:nvSpPr>
          <p:spPr>
            <a:xfrm>
              <a:off x="6406513" y="1635975"/>
              <a:ext cx="92025" cy="15150"/>
            </a:xfrm>
            <a:custGeom>
              <a:avLst/>
              <a:gdLst/>
              <a:ahLst/>
              <a:cxnLst/>
              <a:rect l="l" t="t" r="r" b="b"/>
              <a:pathLst>
                <a:path w="3681" h="606" extrusionOk="0">
                  <a:moveTo>
                    <a:pt x="297" y="0"/>
                  </a:moveTo>
                  <a:cubicBezTo>
                    <a:pt x="133" y="0"/>
                    <a:pt x="0" y="175"/>
                    <a:pt x="0" y="349"/>
                  </a:cubicBezTo>
                  <a:cubicBezTo>
                    <a:pt x="41" y="513"/>
                    <a:pt x="174" y="605"/>
                    <a:pt x="297" y="605"/>
                  </a:cubicBezTo>
                  <a:lnTo>
                    <a:pt x="3373" y="605"/>
                  </a:lnTo>
                  <a:cubicBezTo>
                    <a:pt x="3547" y="605"/>
                    <a:pt x="3680" y="431"/>
                    <a:pt x="3680" y="257"/>
                  </a:cubicBezTo>
                  <a:cubicBezTo>
                    <a:pt x="3629" y="93"/>
                    <a:pt x="3506"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98"/>
          <p:cNvGrpSpPr/>
          <p:nvPr/>
        </p:nvGrpSpPr>
        <p:grpSpPr>
          <a:xfrm>
            <a:off x="5532063" y="1422500"/>
            <a:ext cx="343700" cy="343950"/>
            <a:chOff x="5532063" y="1422500"/>
            <a:chExt cx="343700" cy="343950"/>
          </a:xfrm>
        </p:grpSpPr>
        <p:sp>
          <p:nvSpPr>
            <p:cNvPr id="1542" name="Google Shape;1542;p98"/>
            <p:cNvSpPr/>
            <p:nvPr/>
          </p:nvSpPr>
          <p:spPr>
            <a:xfrm>
              <a:off x="5762713" y="1528325"/>
              <a:ext cx="45900" cy="45900"/>
            </a:xfrm>
            <a:custGeom>
              <a:avLst/>
              <a:gdLst/>
              <a:ahLst/>
              <a:cxnLst/>
              <a:rect l="l" t="t" r="r" b="b"/>
              <a:pathLst>
                <a:path w="1836" h="1836" extrusionOk="0">
                  <a:moveTo>
                    <a:pt x="0" y="1"/>
                  </a:moveTo>
                  <a:cubicBezTo>
                    <a:pt x="0" y="1026"/>
                    <a:pt x="810" y="1836"/>
                    <a:pt x="1835" y="1836"/>
                  </a:cubicBezTo>
                  <a:lnTo>
                    <a:pt x="1835" y="1231"/>
                  </a:lnTo>
                  <a:cubicBezTo>
                    <a:pt x="1149" y="1231"/>
                    <a:pt x="595" y="677"/>
                    <a:pt x="595"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98"/>
            <p:cNvSpPr/>
            <p:nvPr/>
          </p:nvSpPr>
          <p:spPr>
            <a:xfrm>
              <a:off x="5762713" y="1669300"/>
              <a:ext cx="45900" cy="45900"/>
            </a:xfrm>
            <a:custGeom>
              <a:avLst/>
              <a:gdLst/>
              <a:ahLst/>
              <a:cxnLst/>
              <a:rect l="l" t="t" r="r" b="b"/>
              <a:pathLst>
                <a:path w="1836" h="1836" extrusionOk="0">
                  <a:moveTo>
                    <a:pt x="1835" y="0"/>
                  </a:moveTo>
                  <a:cubicBezTo>
                    <a:pt x="810" y="0"/>
                    <a:pt x="0" y="810"/>
                    <a:pt x="0" y="1835"/>
                  </a:cubicBezTo>
                  <a:lnTo>
                    <a:pt x="595" y="1835"/>
                  </a:lnTo>
                  <a:cubicBezTo>
                    <a:pt x="595" y="1148"/>
                    <a:pt x="1149" y="595"/>
                    <a:pt x="1835" y="595"/>
                  </a:cubicBezTo>
                  <a:lnTo>
                    <a:pt x="183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98"/>
            <p:cNvSpPr/>
            <p:nvPr/>
          </p:nvSpPr>
          <p:spPr>
            <a:xfrm>
              <a:off x="5532063" y="1422500"/>
              <a:ext cx="343700" cy="343950"/>
            </a:xfrm>
            <a:custGeom>
              <a:avLst/>
              <a:gdLst/>
              <a:ahLst/>
              <a:cxnLst/>
              <a:rect l="l" t="t" r="r" b="b"/>
              <a:pathLst>
                <a:path w="13748" h="13758" extrusionOk="0">
                  <a:moveTo>
                    <a:pt x="6879" y="595"/>
                  </a:moveTo>
                  <a:cubicBezTo>
                    <a:pt x="9739" y="595"/>
                    <a:pt x="12087" y="2737"/>
                    <a:pt x="12466" y="5515"/>
                  </a:cubicBezTo>
                  <a:cubicBezTo>
                    <a:pt x="12384" y="5464"/>
                    <a:pt x="12302" y="5464"/>
                    <a:pt x="12261" y="5464"/>
                  </a:cubicBezTo>
                  <a:lnTo>
                    <a:pt x="11359" y="5464"/>
                  </a:lnTo>
                  <a:lnTo>
                    <a:pt x="11359" y="4234"/>
                  </a:lnTo>
                  <a:cubicBezTo>
                    <a:pt x="11359" y="4060"/>
                    <a:pt x="11184" y="3926"/>
                    <a:pt x="11061" y="3926"/>
                  </a:cubicBezTo>
                  <a:lnTo>
                    <a:pt x="3588" y="3926"/>
                  </a:lnTo>
                  <a:cubicBezTo>
                    <a:pt x="2942" y="3926"/>
                    <a:pt x="2389" y="4490"/>
                    <a:pt x="2389" y="5126"/>
                  </a:cubicBezTo>
                  <a:lnTo>
                    <a:pt x="2389" y="5464"/>
                  </a:lnTo>
                  <a:lnTo>
                    <a:pt x="1497" y="5464"/>
                  </a:lnTo>
                  <a:cubicBezTo>
                    <a:pt x="1446" y="5464"/>
                    <a:pt x="1364" y="5464"/>
                    <a:pt x="1281" y="5515"/>
                  </a:cubicBezTo>
                  <a:cubicBezTo>
                    <a:pt x="1661" y="2737"/>
                    <a:pt x="4008" y="595"/>
                    <a:pt x="6879" y="595"/>
                  </a:cubicBezTo>
                  <a:close/>
                  <a:moveTo>
                    <a:pt x="2430" y="6069"/>
                  </a:moveTo>
                  <a:lnTo>
                    <a:pt x="2430" y="9657"/>
                  </a:lnTo>
                  <a:lnTo>
                    <a:pt x="1538" y="9657"/>
                  </a:lnTo>
                  <a:cubicBezTo>
                    <a:pt x="1025" y="9657"/>
                    <a:pt x="595" y="9226"/>
                    <a:pt x="595" y="8714"/>
                  </a:cubicBezTo>
                  <a:lnTo>
                    <a:pt x="595" y="6961"/>
                  </a:lnTo>
                  <a:cubicBezTo>
                    <a:pt x="595" y="6489"/>
                    <a:pt x="1025" y="6069"/>
                    <a:pt x="1538" y="6069"/>
                  </a:cubicBezTo>
                  <a:close/>
                  <a:moveTo>
                    <a:pt x="12261" y="6069"/>
                  </a:moveTo>
                  <a:cubicBezTo>
                    <a:pt x="12773" y="6069"/>
                    <a:pt x="13153" y="6489"/>
                    <a:pt x="13153" y="6961"/>
                  </a:cubicBezTo>
                  <a:lnTo>
                    <a:pt x="13153" y="8714"/>
                  </a:lnTo>
                  <a:cubicBezTo>
                    <a:pt x="13153" y="9226"/>
                    <a:pt x="12773" y="9657"/>
                    <a:pt x="12261" y="9657"/>
                  </a:cubicBezTo>
                  <a:lnTo>
                    <a:pt x="11359" y="9657"/>
                  </a:lnTo>
                  <a:lnTo>
                    <a:pt x="11359" y="6069"/>
                  </a:lnTo>
                  <a:close/>
                  <a:moveTo>
                    <a:pt x="10764" y="4531"/>
                  </a:moveTo>
                  <a:lnTo>
                    <a:pt x="10764" y="5772"/>
                  </a:lnTo>
                  <a:lnTo>
                    <a:pt x="10764" y="9954"/>
                  </a:lnTo>
                  <a:lnTo>
                    <a:pt x="10764" y="11410"/>
                  </a:lnTo>
                  <a:lnTo>
                    <a:pt x="3588" y="11410"/>
                  </a:lnTo>
                  <a:cubicBezTo>
                    <a:pt x="3373" y="11410"/>
                    <a:pt x="3158" y="11451"/>
                    <a:pt x="2983" y="11574"/>
                  </a:cubicBezTo>
                  <a:lnTo>
                    <a:pt x="2983" y="9954"/>
                  </a:lnTo>
                  <a:lnTo>
                    <a:pt x="2983" y="5772"/>
                  </a:lnTo>
                  <a:lnTo>
                    <a:pt x="2983" y="5126"/>
                  </a:lnTo>
                  <a:cubicBezTo>
                    <a:pt x="2983" y="4787"/>
                    <a:pt x="3240" y="4531"/>
                    <a:pt x="3588" y="4531"/>
                  </a:cubicBezTo>
                  <a:close/>
                  <a:moveTo>
                    <a:pt x="10764" y="12004"/>
                  </a:moveTo>
                  <a:lnTo>
                    <a:pt x="10764" y="13153"/>
                  </a:lnTo>
                  <a:lnTo>
                    <a:pt x="3670" y="13153"/>
                  </a:lnTo>
                  <a:cubicBezTo>
                    <a:pt x="3332" y="13153"/>
                    <a:pt x="3076" y="12896"/>
                    <a:pt x="3035" y="12599"/>
                  </a:cubicBezTo>
                  <a:cubicBezTo>
                    <a:pt x="3035" y="12261"/>
                    <a:pt x="3291" y="12004"/>
                    <a:pt x="3629" y="12004"/>
                  </a:cubicBezTo>
                  <a:close/>
                  <a:moveTo>
                    <a:pt x="6879" y="0"/>
                  </a:moveTo>
                  <a:cubicBezTo>
                    <a:pt x="5290" y="0"/>
                    <a:pt x="3752" y="595"/>
                    <a:pt x="2604" y="1712"/>
                  </a:cubicBezTo>
                  <a:cubicBezTo>
                    <a:pt x="1497" y="2778"/>
                    <a:pt x="810" y="4183"/>
                    <a:pt x="677" y="5720"/>
                  </a:cubicBezTo>
                  <a:cubicBezTo>
                    <a:pt x="297" y="6028"/>
                    <a:pt x="0" y="6448"/>
                    <a:pt x="0" y="7002"/>
                  </a:cubicBezTo>
                  <a:lnTo>
                    <a:pt x="0" y="8714"/>
                  </a:lnTo>
                  <a:cubicBezTo>
                    <a:pt x="0" y="9565"/>
                    <a:pt x="677" y="10251"/>
                    <a:pt x="1538" y="10251"/>
                  </a:cubicBezTo>
                  <a:lnTo>
                    <a:pt x="2389" y="10251"/>
                  </a:lnTo>
                  <a:lnTo>
                    <a:pt x="2389" y="12558"/>
                  </a:lnTo>
                  <a:cubicBezTo>
                    <a:pt x="2389" y="13245"/>
                    <a:pt x="2942" y="13757"/>
                    <a:pt x="3588" y="13757"/>
                  </a:cubicBezTo>
                  <a:lnTo>
                    <a:pt x="11061" y="13757"/>
                  </a:lnTo>
                  <a:cubicBezTo>
                    <a:pt x="11184" y="13757"/>
                    <a:pt x="11359" y="13624"/>
                    <a:pt x="11359" y="13460"/>
                  </a:cubicBezTo>
                  <a:lnTo>
                    <a:pt x="11359" y="11707"/>
                  </a:lnTo>
                  <a:lnTo>
                    <a:pt x="11359" y="10251"/>
                  </a:lnTo>
                  <a:lnTo>
                    <a:pt x="12261" y="10251"/>
                  </a:lnTo>
                  <a:cubicBezTo>
                    <a:pt x="13071" y="10251"/>
                    <a:pt x="13747" y="9565"/>
                    <a:pt x="13747" y="8714"/>
                  </a:cubicBezTo>
                  <a:lnTo>
                    <a:pt x="13747" y="7002"/>
                  </a:lnTo>
                  <a:cubicBezTo>
                    <a:pt x="13747" y="6448"/>
                    <a:pt x="13491" y="6028"/>
                    <a:pt x="13071" y="5720"/>
                  </a:cubicBezTo>
                  <a:cubicBezTo>
                    <a:pt x="12978" y="4183"/>
                    <a:pt x="12302" y="2778"/>
                    <a:pt x="11184" y="1712"/>
                  </a:cubicBezTo>
                  <a:cubicBezTo>
                    <a:pt x="10036" y="595"/>
                    <a:pt x="8499" y="0"/>
                    <a:pt x="687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98"/>
            <p:cNvSpPr/>
            <p:nvPr/>
          </p:nvSpPr>
          <p:spPr>
            <a:xfrm>
              <a:off x="5669688" y="1581550"/>
              <a:ext cx="69475" cy="80075"/>
            </a:xfrm>
            <a:custGeom>
              <a:avLst/>
              <a:gdLst/>
              <a:ahLst/>
              <a:cxnLst/>
              <a:rect l="l" t="t" r="r" b="b"/>
              <a:pathLst>
                <a:path w="2779" h="3203" extrusionOk="0">
                  <a:moveTo>
                    <a:pt x="605" y="814"/>
                  </a:moveTo>
                  <a:lnTo>
                    <a:pt x="1927" y="1583"/>
                  </a:lnTo>
                  <a:lnTo>
                    <a:pt x="605" y="2393"/>
                  </a:lnTo>
                  <a:lnTo>
                    <a:pt x="605" y="814"/>
                  </a:lnTo>
                  <a:close/>
                  <a:moveTo>
                    <a:pt x="307" y="0"/>
                  </a:moveTo>
                  <a:cubicBezTo>
                    <a:pt x="229" y="0"/>
                    <a:pt x="143" y="35"/>
                    <a:pt x="92" y="86"/>
                  </a:cubicBezTo>
                  <a:cubicBezTo>
                    <a:pt x="0" y="127"/>
                    <a:pt x="0" y="219"/>
                    <a:pt x="0" y="301"/>
                  </a:cubicBezTo>
                  <a:lnTo>
                    <a:pt x="0" y="2905"/>
                  </a:lnTo>
                  <a:cubicBezTo>
                    <a:pt x="0" y="2998"/>
                    <a:pt x="41" y="3080"/>
                    <a:pt x="92" y="3121"/>
                  </a:cubicBezTo>
                  <a:cubicBezTo>
                    <a:pt x="133" y="3203"/>
                    <a:pt x="215" y="3203"/>
                    <a:pt x="297" y="3203"/>
                  </a:cubicBezTo>
                  <a:cubicBezTo>
                    <a:pt x="349" y="3203"/>
                    <a:pt x="390" y="3203"/>
                    <a:pt x="431" y="3162"/>
                  </a:cubicBezTo>
                  <a:lnTo>
                    <a:pt x="2655" y="1839"/>
                  </a:lnTo>
                  <a:cubicBezTo>
                    <a:pt x="2737" y="1798"/>
                    <a:pt x="2778" y="1716"/>
                    <a:pt x="2778" y="1583"/>
                  </a:cubicBezTo>
                  <a:cubicBezTo>
                    <a:pt x="2778" y="1501"/>
                    <a:pt x="2737" y="1409"/>
                    <a:pt x="2655" y="1368"/>
                  </a:cubicBezTo>
                  <a:lnTo>
                    <a:pt x="431" y="45"/>
                  </a:lnTo>
                  <a:cubicBezTo>
                    <a:pt x="399" y="14"/>
                    <a:pt x="355" y="0"/>
                    <a:pt x="307"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6" name="Google Shape;1546;p98"/>
          <p:cNvGrpSpPr/>
          <p:nvPr/>
        </p:nvGrpSpPr>
        <p:grpSpPr>
          <a:xfrm>
            <a:off x="7029038" y="1466300"/>
            <a:ext cx="343950" cy="256325"/>
            <a:chOff x="7029038" y="1466300"/>
            <a:chExt cx="343950" cy="256325"/>
          </a:xfrm>
        </p:grpSpPr>
        <p:sp>
          <p:nvSpPr>
            <p:cNvPr id="1547" name="Google Shape;1547;p98"/>
            <p:cNvSpPr/>
            <p:nvPr/>
          </p:nvSpPr>
          <p:spPr>
            <a:xfrm>
              <a:off x="7110263" y="1625475"/>
              <a:ext cx="32075" cy="53325"/>
            </a:xfrm>
            <a:custGeom>
              <a:avLst/>
              <a:gdLst/>
              <a:ahLst/>
              <a:cxnLst/>
              <a:rect l="l" t="t" r="r" b="b"/>
              <a:pathLst>
                <a:path w="1283" h="2133" extrusionOk="0">
                  <a:moveTo>
                    <a:pt x="944" y="0"/>
                  </a:moveTo>
                  <a:cubicBezTo>
                    <a:pt x="811" y="41"/>
                    <a:pt x="729" y="164"/>
                    <a:pt x="729" y="297"/>
                  </a:cubicBezTo>
                  <a:lnTo>
                    <a:pt x="729" y="851"/>
                  </a:lnTo>
                  <a:lnTo>
                    <a:pt x="134" y="1661"/>
                  </a:lnTo>
                  <a:cubicBezTo>
                    <a:pt x="1" y="1794"/>
                    <a:pt x="42" y="1958"/>
                    <a:pt x="175" y="2050"/>
                  </a:cubicBezTo>
                  <a:cubicBezTo>
                    <a:pt x="216" y="2091"/>
                    <a:pt x="298" y="2132"/>
                    <a:pt x="339" y="2132"/>
                  </a:cubicBezTo>
                  <a:cubicBezTo>
                    <a:pt x="431" y="2132"/>
                    <a:pt x="513" y="2091"/>
                    <a:pt x="595" y="2009"/>
                  </a:cubicBezTo>
                  <a:lnTo>
                    <a:pt x="1241" y="1148"/>
                  </a:lnTo>
                  <a:cubicBezTo>
                    <a:pt x="1282" y="1066"/>
                    <a:pt x="1282" y="1025"/>
                    <a:pt x="1282" y="933"/>
                  </a:cubicBezTo>
                  <a:lnTo>
                    <a:pt x="1282" y="297"/>
                  </a:lnTo>
                  <a:cubicBezTo>
                    <a:pt x="1282" y="123"/>
                    <a:pt x="1159" y="0"/>
                    <a:pt x="944"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98"/>
            <p:cNvSpPr/>
            <p:nvPr/>
          </p:nvSpPr>
          <p:spPr>
            <a:xfrm>
              <a:off x="7237388" y="1467300"/>
              <a:ext cx="32050" cy="57725"/>
            </a:xfrm>
            <a:custGeom>
              <a:avLst/>
              <a:gdLst/>
              <a:ahLst/>
              <a:cxnLst/>
              <a:rect l="l" t="t" r="r" b="b"/>
              <a:pathLst>
                <a:path w="1282" h="2309" extrusionOk="0">
                  <a:moveTo>
                    <a:pt x="966" y="1"/>
                  </a:moveTo>
                  <a:cubicBezTo>
                    <a:pt x="874" y="1"/>
                    <a:pt x="782" y="48"/>
                    <a:pt x="728" y="135"/>
                  </a:cubicBezTo>
                  <a:lnTo>
                    <a:pt x="41" y="1242"/>
                  </a:lnTo>
                  <a:cubicBezTo>
                    <a:pt x="41" y="1283"/>
                    <a:pt x="0" y="1324"/>
                    <a:pt x="0" y="1365"/>
                  </a:cubicBezTo>
                  <a:lnTo>
                    <a:pt x="0" y="2052"/>
                  </a:lnTo>
                  <a:cubicBezTo>
                    <a:pt x="0" y="2186"/>
                    <a:pt x="123" y="2309"/>
                    <a:pt x="298" y="2309"/>
                  </a:cubicBezTo>
                  <a:cubicBezTo>
                    <a:pt x="472" y="2309"/>
                    <a:pt x="595" y="2186"/>
                    <a:pt x="595" y="2052"/>
                  </a:cubicBezTo>
                  <a:lnTo>
                    <a:pt x="595" y="1458"/>
                  </a:lnTo>
                  <a:lnTo>
                    <a:pt x="1241" y="433"/>
                  </a:lnTo>
                  <a:cubicBezTo>
                    <a:pt x="1282" y="299"/>
                    <a:pt x="1241" y="135"/>
                    <a:pt x="1108" y="43"/>
                  </a:cubicBezTo>
                  <a:cubicBezTo>
                    <a:pt x="1065" y="14"/>
                    <a:pt x="1016" y="1"/>
                    <a:pt x="966"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98"/>
            <p:cNvSpPr/>
            <p:nvPr/>
          </p:nvSpPr>
          <p:spPr>
            <a:xfrm>
              <a:off x="7029038" y="1466300"/>
              <a:ext cx="343950" cy="256325"/>
            </a:xfrm>
            <a:custGeom>
              <a:avLst/>
              <a:gdLst/>
              <a:ahLst/>
              <a:cxnLst/>
              <a:rect l="l" t="t" r="r" b="b"/>
              <a:pathLst>
                <a:path w="13758" h="10253" extrusionOk="0">
                  <a:moveTo>
                    <a:pt x="5126" y="637"/>
                  </a:moveTo>
                  <a:cubicBezTo>
                    <a:pt x="5690" y="637"/>
                    <a:pt x="6243" y="893"/>
                    <a:pt x="6581" y="1323"/>
                  </a:cubicBezTo>
                  <a:lnTo>
                    <a:pt x="6581" y="8499"/>
                  </a:lnTo>
                  <a:cubicBezTo>
                    <a:pt x="6151" y="8120"/>
                    <a:pt x="5556" y="7905"/>
                    <a:pt x="4962" y="7905"/>
                  </a:cubicBezTo>
                  <a:lnTo>
                    <a:pt x="2358" y="7905"/>
                  </a:lnTo>
                  <a:lnTo>
                    <a:pt x="2358" y="4993"/>
                  </a:lnTo>
                  <a:lnTo>
                    <a:pt x="2737" y="4993"/>
                  </a:lnTo>
                  <a:cubicBezTo>
                    <a:pt x="2778" y="4993"/>
                    <a:pt x="2870" y="4993"/>
                    <a:pt x="2911" y="4952"/>
                  </a:cubicBezTo>
                  <a:lnTo>
                    <a:pt x="3547" y="4532"/>
                  </a:lnTo>
                  <a:cubicBezTo>
                    <a:pt x="3588" y="4481"/>
                    <a:pt x="3639" y="4440"/>
                    <a:pt x="3680" y="4399"/>
                  </a:cubicBezTo>
                  <a:cubicBezTo>
                    <a:pt x="3721" y="4276"/>
                    <a:pt x="3680" y="4143"/>
                    <a:pt x="3588" y="4061"/>
                  </a:cubicBezTo>
                  <a:lnTo>
                    <a:pt x="2952" y="3415"/>
                  </a:lnTo>
                  <a:lnTo>
                    <a:pt x="2358" y="2646"/>
                  </a:lnTo>
                  <a:lnTo>
                    <a:pt x="2358" y="637"/>
                  </a:lnTo>
                  <a:lnTo>
                    <a:pt x="3034" y="637"/>
                  </a:lnTo>
                  <a:lnTo>
                    <a:pt x="3803" y="1621"/>
                  </a:lnTo>
                  <a:cubicBezTo>
                    <a:pt x="3844" y="1662"/>
                    <a:pt x="3896" y="1662"/>
                    <a:pt x="3937" y="1713"/>
                  </a:cubicBezTo>
                  <a:cubicBezTo>
                    <a:pt x="3969" y="1724"/>
                    <a:pt x="4002" y="1729"/>
                    <a:pt x="4035" y="1729"/>
                  </a:cubicBezTo>
                  <a:cubicBezTo>
                    <a:pt x="4126" y="1729"/>
                    <a:pt x="4214" y="1689"/>
                    <a:pt x="4275" y="1621"/>
                  </a:cubicBezTo>
                  <a:lnTo>
                    <a:pt x="5044" y="637"/>
                  </a:lnTo>
                  <a:close/>
                  <a:moveTo>
                    <a:pt x="11369" y="637"/>
                  </a:moveTo>
                  <a:lnTo>
                    <a:pt x="11369" y="3292"/>
                  </a:lnTo>
                  <a:lnTo>
                    <a:pt x="10815" y="4020"/>
                  </a:lnTo>
                  <a:lnTo>
                    <a:pt x="9995" y="4440"/>
                  </a:lnTo>
                  <a:cubicBezTo>
                    <a:pt x="9913" y="4481"/>
                    <a:pt x="9831" y="4614"/>
                    <a:pt x="9872" y="4788"/>
                  </a:cubicBezTo>
                  <a:cubicBezTo>
                    <a:pt x="9872" y="4829"/>
                    <a:pt x="9913" y="4911"/>
                    <a:pt x="9995" y="4952"/>
                  </a:cubicBezTo>
                  <a:lnTo>
                    <a:pt x="10856" y="5598"/>
                  </a:lnTo>
                  <a:cubicBezTo>
                    <a:pt x="10897" y="5639"/>
                    <a:pt x="10938" y="5639"/>
                    <a:pt x="11020" y="5639"/>
                  </a:cubicBezTo>
                  <a:lnTo>
                    <a:pt x="11369" y="5639"/>
                  </a:lnTo>
                  <a:lnTo>
                    <a:pt x="11369" y="7905"/>
                  </a:lnTo>
                  <a:lnTo>
                    <a:pt x="8806" y="7905"/>
                  </a:lnTo>
                  <a:cubicBezTo>
                    <a:pt x="8201" y="7905"/>
                    <a:pt x="7607" y="8120"/>
                    <a:pt x="7176" y="8499"/>
                  </a:cubicBezTo>
                  <a:lnTo>
                    <a:pt x="7176" y="1323"/>
                  </a:lnTo>
                  <a:cubicBezTo>
                    <a:pt x="7525" y="893"/>
                    <a:pt x="8078" y="637"/>
                    <a:pt x="8632" y="637"/>
                  </a:cubicBezTo>
                  <a:close/>
                  <a:moveTo>
                    <a:pt x="1794" y="1498"/>
                  </a:moveTo>
                  <a:lnTo>
                    <a:pt x="1794" y="2738"/>
                  </a:lnTo>
                  <a:cubicBezTo>
                    <a:pt x="1794" y="2779"/>
                    <a:pt x="1794" y="2861"/>
                    <a:pt x="1845" y="2902"/>
                  </a:cubicBezTo>
                  <a:lnTo>
                    <a:pt x="2481" y="3763"/>
                  </a:lnTo>
                  <a:lnTo>
                    <a:pt x="2522" y="3804"/>
                  </a:lnTo>
                  <a:lnTo>
                    <a:pt x="2911" y="4184"/>
                  </a:lnTo>
                  <a:lnTo>
                    <a:pt x="2655" y="4399"/>
                  </a:lnTo>
                  <a:lnTo>
                    <a:pt x="2102" y="4399"/>
                  </a:lnTo>
                  <a:cubicBezTo>
                    <a:pt x="1927" y="4399"/>
                    <a:pt x="1794" y="4532"/>
                    <a:pt x="1794" y="4696"/>
                  </a:cubicBezTo>
                  <a:lnTo>
                    <a:pt x="1794" y="8202"/>
                  </a:lnTo>
                  <a:cubicBezTo>
                    <a:pt x="1794" y="8376"/>
                    <a:pt x="1927" y="8499"/>
                    <a:pt x="2102" y="8499"/>
                  </a:cubicBezTo>
                  <a:lnTo>
                    <a:pt x="4962" y="8499"/>
                  </a:lnTo>
                  <a:cubicBezTo>
                    <a:pt x="5515" y="8499"/>
                    <a:pt x="6028" y="8715"/>
                    <a:pt x="6366" y="9145"/>
                  </a:cubicBezTo>
                  <a:cubicBezTo>
                    <a:pt x="6151" y="9227"/>
                    <a:pt x="5946" y="9443"/>
                    <a:pt x="5813" y="9658"/>
                  </a:cubicBezTo>
                  <a:lnTo>
                    <a:pt x="605" y="9658"/>
                  </a:lnTo>
                  <a:lnTo>
                    <a:pt x="605" y="1498"/>
                  </a:lnTo>
                  <a:close/>
                  <a:moveTo>
                    <a:pt x="13163" y="1498"/>
                  </a:moveTo>
                  <a:lnTo>
                    <a:pt x="13163" y="9658"/>
                  </a:lnTo>
                  <a:lnTo>
                    <a:pt x="7945" y="9658"/>
                  </a:lnTo>
                  <a:cubicBezTo>
                    <a:pt x="7822" y="9443"/>
                    <a:pt x="7607" y="9227"/>
                    <a:pt x="7391" y="9145"/>
                  </a:cubicBezTo>
                  <a:cubicBezTo>
                    <a:pt x="7740" y="8715"/>
                    <a:pt x="8252" y="8499"/>
                    <a:pt x="8806" y="8499"/>
                  </a:cubicBezTo>
                  <a:lnTo>
                    <a:pt x="11666" y="8499"/>
                  </a:lnTo>
                  <a:cubicBezTo>
                    <a:pt x="11840" y="8499"/>
                    <a:pt x="11964" y="8376"/>
                    <a:pt x="11964" y="8202"/>
                  </a:cubicBezTo>
                  <a:lnTo>
                    <a:pt x="11964" y="5342"/>
                  </a:lnTo>
                  <a:cubicBezTo>
                    <a:pt x="11964" y="5209"/>
                    <a:pt x="11840" y="5086"/>
                    <a:pt x="11666" y="5086"/>
                  </a:cubicBezTo>
                  <a:lnTo>
                    <a:pt x="11113" y="5086"/>
                  </a:lnTo>
                  <a:lnTo>
                    <a:pt x="10723" y="4737"/>
                  </a:lnTo>
                  <a:lnTo>
                    <a:pt x="11154" y="4532"/>
                  </a:lnTo>
                  <a:cubicBezTo>
                    <a:pt x="11195" y="4532"/>
                    <a:pt x="11236" y="4481"/>
                    <a:pt x="11277" y="4440"/>
                  </a:cubicBezTo>
                  <a:lnTo>
                    <a:pt x="11922" y="3548"/>
                  </a:lnTo>
                  <a:cubicBezTo>
                    <a:pt x="11964" y="3507"/>
                    <a:pt x="11964" y="3456"/>
                    <a:pt x="11964" y="3374"/>
                  </a:cubicBezTo>
                  <a:lnTo>
                    <a:pt x="11964" y="1498"/>
                  </a:lnTo>
                  <a:close/>
                  <a:moveTo>
                    <a:pt x="2102" y="1"/>
                  </a:moveTo>
                  <a:cubicBezTo>
                    <a:pt x="1927" y="1"/>
                    <a:pt x="1794" y="124"/>
                    <a:pt x="1794" y="298"/>
                  </a:cubicBezTo>
                  <a:lnTo>
                    <a:pt x="1794" y="893"/>
                  </a:lnTo>
                  <a:lnTo>
                    <a:pt x="308" y="893"/>
                  </a:lnTo>
                  <a:cubicBezTo>
                    <a:pt x="133" y="893"/>
                    <a:pt x="0" y="1026"/>
                    <a:pt x="0" y="1200"/>
                  </a:cubicBezTo>
                  <a:lnTo>
                    <a:pt x="0" y="9955"/>
                  </a:lnTo>
                  <a:cubicBezTo>
                    <a:pt x="0" y="9955"/>
                    <a:pt x="117" y="10215"/>
                    <a:pt x="274" y="10215"/>
                  </a:cubicBezTo>
                  <a:cubicBezTo>
                    <a:pt x="285" y="10215"/>
                    <a:pt x="296" y="10214"/>
                    <a:pt x="308" y="10211"/>
                  </a:cubicBezTo>
                  <a:lnTo>
                    <a:pt x="5987" y="10211"/>
                  </a:lnTo>
                  <a:cubicBezTo>
                    <a:pt x="6008" y="10219"/>
                    <a:pt x="6030" y="10222"/>
                    <a:pt x="6052" y="10222"/>
                  </a:cubicBezTo>
                  <a:cubicBezTo>
                    <a:pt x="6154" y="10222"/>
                    <a:pt x="6250" y="10147"/>
                    <a:pt x="6284" y="10037"/>
                  </a:cubicBezTo>
                  <a:lnTo>
                    <a:pt x="6284" y="9996"/>
                  </a:lnTo>
                  <a:cubicBezTo>
                    <a:pt x="6366" y="9740"/>
                    <a:pt x="6622" y="9566"/>
                    <a:pt x="6879" y="9566"/>
                  </a:cubicBezTo>
                  <a:cubicBezTo>
                    <a:pt x="7135" y="9566"/>
                    <a:pt x="7391" y="9740"/>
                    <a:pt x="7484" y="9996"/>
                  </a:cubicBezTo>
                  <a:lnTo>
                    <a:pt x="7484" y="10037"/>
                  </a:lnTo>
                  <a:cubicBezTo>
                    <a:pt x="7525" y="10170"/>
                    <a:pt x="7607" y="10252"/>
                    <a:pt x="7740" y="10252"/>
                  </a:cubicBezTo>
                  <a:lnTo>
                    <a:pt x="13460" y="10252"/>
                  </a:lnTo>
                  <a:cubicBezTo>
                    <a:pt x="13634" y="10252"/>
                    <a:pt x="13758" y="9955"/>
                    <a:pt x="13758" y="9955"/>
                  </a:cubicBezTo>
                  <a:lnTo>
                    <a:pt x="13758" y="1200"/>
                  </a:lnTo>
                  <a:cubicBezTo>
                    <a:pt x="13758" y="1026"/>
                    <a:pt x="13634" y="893"/>
                    <a:pt x="13460" y="893"/>
                  </a:cubicBezTo>
                  <a:lnTo>
                    <a:pt x="11964" y="893"/>
                  </a:lnTo>
                  <a:lnTo>
                    <a:pt x="11964" y="298"/>
                  </a:lnTo>
                  <a:cubicBezTo>
                    <a:pt x="11964" y="124"/>
                    <a:pt x="11840" y="1"/>
                    <a:pt x="11666" y="1"/>
                  </a:cubicBezTo>
                  <a:lnTo>
                    <a:pt x="8632" y="1"/>
                  </a:lnTo>
                  <a:cubicBezTo>
                    <a:pt x="7996" y="1"/>
                    <a:pt x="7350" y="257"/>
                    <a:pt x="6879" y="729"/>
                  </a:cubicBezTo>
                  <a:cubicBezTo>
                    <a:pt x="6407" y="257"/>
                    <a:pt x="5813" y="1"/>
                    <a:pt x="5126" y="1"/>
                  </a:cubicBezTo>
                  <a:lnTo>
                    <a:pt x="4921" y="1"/>
                  </a:lnTo>
                  <a:cubicBezTo>
                    <a:pt x="4828" y="1"/>
                    <a:pt x="4746" y="42"/>
                    <a:pt x="4705" y="124"/>
                  </a:cubicBezTo>
                  <a:lnTo>
                    <a:pt x="4060" y="944"/>
                  </a:lnTo>
                  <a:lnTo>
                    <a:pt x="3424" y="124"/>
                  </a:lnTo>
                  <a:cubicBezTo>
                    <a:pt x="3332" y="42"/>
                    <a:pt x="3250" y="1"/>
                    <a:pt x="3168"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0" name="Google Shape;1550;p98"/>
          <p:cNvGrpSpPr/>
          <p:nvPr/>
        </p:nvGrpSpPr>
        <p:grpSpPr>
          <a:xfrm>
            <a:off x="4049688" y="1422500"/>
            <a:ext cx="276825" cy="343950"/>
            <a:chOff x="4049688" y="1422500"/>
            <a:chExt cx="276825" cy="343950"/>
          </a:xfrm>
        </p:grpSpPr>
        <p:sp>
          <p:nvSpPr>
            <p:cNvPr id="1551" name="Google Shape;1551;p98"/>
            <p:cNvSpPr/>
            <p:nvPr/>
          </p:nvSpPr>
          <p:spPr>
            <a:xfrm>
              <a:off x="4049688" y="1422500"/>
              <a:ext cx="276825" cy="343950"/>
            </a:xfrm>
            <a:custGeom>
              <a:avLst/>
              <a:gdLst/>
              <a:ahLst/>
              <a:cxnLst/>
              <a:rect l="l" t="t" r="r" b="b"/>
              <a:pathLst>
                <a:path w="11073" h="13758" extrusionOk="0">
                  <a:moveTo>
                    <a:pt x="10467" y="595"/>
                  </a:moveTo>
                  <a:lnTo>
                    <a:pt x="10467" y="10979"/>
                  </a:lnTo>
                  <a:lnTo>
                    <a:pt x="1415" y="10979"/>
                  </a:lnTo>
                  <a:cubicBezTo>
                    <a:pt x="1118" y="10979"/>
                    <a:pt x="821" y="11061"/>
                    <a:pt x="605" y="11236"/>
                  </a:cubicBezTo>
                  <a:lnTo>
                    <a:pt x="605" y="1415"/>
                  </a:lnTo>
                  <a:cubicBezTo>
                    <a:pt x="605" y="943"/>
                    <a:pt x="944" y="595"/>
                    <a:pt x="1415" y="595"/>
                  </a:cubicBezTo>
                  <a:close/>
                  <a:moveTo>
                    <a:pt x="10467" y="11574"/>
                  </a:moveTo>
                  <a:lnTo>
                    <a:pt x="10467" y="13153"/>
                  </a:lnTo>
                  <a:lnTo>
                    <a:pt x="1456" y="13153"/>
                  </a:lnTo>
                  <a:cubicBezTo>
                    <a:pt x="1026" y="13153"/>
                    <a:pt x="646" y="12814"/>
                    <a:pt x="646" y="12384"/>
                  </a:cubicBezTo>
                  <a:cubicBezTo>
                    <a:pt x="605" y="11922"/>
                    <a:pt x="985" y="11574"/>
                    <a:pt x="1456" y="11574"/>
                  </a:cubicBezTo>
                  <a:close/>
                  <a:moveTo>
                    <a:pt x="1415" y="0"/>
                  </a:moveTo>
                  <a:cubicBezTo>
                    <a:pt x="605" y="0"/>
                    <a:pt x="0" y="646"/>
                    <a:pt x="0" y="1415"/>
                  </a:cubicBezTo>
                  <a:lnTo>
                    <a:pt x="0" y="12343"/>
                  </a:lnTo>
                  <a:cubicBezTo>
                    <a:pt x="0" y="13153"/>
                    <a:pt x="605" y="13757"/>
                    <a:pt x="1415" y="13757"/>
                  </a:cubicBezTo>
                  <a:lnTo>
                    <a:pt x="10765" y="13757"/>
                  </a:lnTo>
                  <a:cubicBezTo>
                    <a:pt x="10939" y="13757"/>
                    <a:pt x="11072" y="13624"/>
                    <a:pt x="11072" y="13460"/>
                  </a:cubicBezTo>
                  <a:lnTo>
                    <a:pt x="11072" y="11277"/>
                  </a:lnTo>
                  <a:lnTo>
                    <a:pt x="11072" y="297"/>
                  </a:lnTo>
                  <a:cubicBezTo>
                    <a:pt x="11072" y="133"/>
                    <a:pt x="10939" y="0"/>
                    <a:pt x="1076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98"/>
            <p:cNvSpPr/>
            <p:nvPr/>
          </p:nvSpPr>
          <p:spPr>
            <a:xfrm>
              <a:off x="4130938" y="1483475"/>
              <a:ext cx="62050" cy="58725"/>
            </a:xfrm>
            <a:custGeom>
              <a:avLst/>
              <a:gdLst/>
              <a:ahLst/>
              <a:cxnLst/>
              <a:rect l="l" t="t" r="r" b="b"/>
              <a:pathLst>
                <a:path w="2482" h="2349" extrusionOk="0">
                  <a:moveTo>
                    <a:pt x="297" y="1"/>
                  </a:moveTo>
                  <a:cubicBezTo>
                    <a:pt x="133" y="1"/>
                    <a:pt x="0" y="124"/>
                    <a:pt x="0" y="298"/>
                  </a:cubicBezTo>
                  <a:lnTo>
                    <a:pt x="0" y="1364"/>
                  </a:lnTo>
                  <a:cubicBezTo>
                    <a:pt x="0" y="1446"/>
                    <a:pt x="41" y="1487"/>
                    <a:pt x="82" y="1580"/>
                  </a:cubicBezTo>
                  <a:lnTo>
                    <a:pt x="769" y="2348"/>
                  </a:lnTo>
                  <a:lnTo>
                    <a:pt x="1241" y="1959"/>
                  </a:lnTo>
                  <a:lnTo>
                    <a:pt x="595" y="1282"/>
                  </a:lnTo>
                  <a:lnTo>
                    <a:pt x="595" y="554"/>
                  </a:lnTo>
                  <a:lnTo>
                    <a:pt x="1282" y="554"/>
                  </a:lnTo>
                  <a:lnTo>
                    <a:pt x="2050" y="1282"/>
                  </a:lnTo>
                  <a:lnTo>
                    <a:pt x="2481" y="811"/>
                  </a:lnTo>
                  <a:lnTo>
                    <a:pt x="1579" y="42"/>
                  </a:lnTo>
                  <a:cubicBezTo>
                    <a:pt x="1538" y="1"/>
                    <a:pt x="1456" y="1"/>
                    <a:pt x="141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98"/>
            <p:cNvSpPr/>
            <p:nvPr/>
          </p:nvSpPr>
          <p:spPr>
            <a:xfrm>
              <a:off x="4182188" y="1532425"/>
              <a:ext cx="96125" cy="97175"/>
            </a:xfrm>
            <a:custGeom>
              <a:avLst/>
              <a:gdLst/>
              <a:ahLst/>
              <a:cxnLst/>
              <a:rect l="l" t="t" r="r" b="b"/>
              <a:pathLst>
                <a:path w="3845" h="3887" extrusionOk="0">
                  <a:moveTo>
                    <a:pt x="1671" y="1"/>
                  </a:moveTo>
                  <a:lnTo>
                    <a:pt x="1282" y="431"/>
                  </a:lnTo>
                  <a:lnTo>
                    <a:pt x="2645" y="1631"/>
                  </a:lnTo>
                  <a:lnTo>
                    <a:pt x="2092" y="2143"/>
                  </a:lnTo>
                  <a:lnTo>
                    <a:pt x="2092" y="2184"/>
                  </a:lnTo>
                  <a:lnTo>
                    <a:pt x="1538" y="2697"/>
                  </a:lnTo>
                  <a:lnTo>
                    <a:pt x="431" y="1457"/>
                  </a:lnTo>
                  <a:lnTo>
                    <a:pt x="0" y="1836"/>
                  </a:lnTo>
                  <a:lnTo>
                    <a:pt x="1108" y="3117"/>
                  </a:lnTo>
                  <a:lnTo>
                    <a:pt x="1108" y="3169"/>
                  </a:lnTo>
                  <a:cubicBezTo>
                    <a:pt x="985" y="3251"/>
                    <a:pt x="985" y="3466"/>
                    <a:pt x="1108" y="3548"/>
                  </a:cubicBezTo>
                  <a:cubicBezTo>
                    <a:pt x="1159" y="3630"/>
                    <a:pt x="1241" y="3681"/>
                    <a:pt x="1323" y="3681"/>
                  </a:cubicBezTo>
                  <a:cubicBezTo>
                    <a:pt x="1415" y="3681"/>
                    <a:pt x="1456" y="3630"/>
                    <a:pt x="1538" y="3589"/>
                  </a:cubicBezTo>
                  <a:lnTo>
                    <a:pt x="1538" y="3548"/>
                  </a:lnTo>
                  <a:lnTo>
                    <a:pt x="2307" y="2779"/>
                  </a:lnTo>
                  <a:lnTo>
                    <a:pt x="3291" y="3804"/>
                  </a:lnTo>
                  <a:cubicBezTo>
                    <a:pt x="3373" y="3845"/>
                    <a:pt x="3414" y="3886"/>
                    <a:pt x="3506" y="3886"/>
                  </a:cubicBezTo>
                  <a:cubicBezTo>
                    <a:pt x="3588" y="3886"/>
                    <a:pt x="3671" y="3845"/>
                    <a:pt x="3722" y="3804"/>
                  </a:cubicBezTo>
                  <a:cubicBezTo>
                    <a:pt x="3845" y="3681"/>
                    <a:pt x="3845" y="3507"/>
                    <a:pt x="3722" y="3374"/>
                  </a:cubicBezTo>
                  <a:lnTo>
                    <a:pt x="2738" y="2400"/>
                  </a:lnTo>
                  <a:lnTo>
                    <a:pt x="3506" y="1580"/>
                  </a:lnTo>
                  <a:cubicBezTo>
                    <a:pt x="3629" y="1498"/>
                    <a:pt x="3629" y="1282"/>
                    <a:pt x="3506" y="1200"/>
                  </a:cubicBezTo>
                  <a:cubicBezTo>
                    <a:pt x="3440" y="1134"/>
                    <a:pt x="3366" y="1100"/>
                    <a:pt x="3291" y="1100"/>
                  </a:cubicBezTo>
                  <a:cubicBezTo>
                    <a:pt x="3217" y="1100"/>
                    <a:pt x="3143" y="1134"/>
                    <a:pt x="3076" y="1200"/>
                  </a:cubicBezTo>
                  <a:lnTo>
                    <a:pt x="1671"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98"/>
            <p:cNvSpPr/>
            <p:nvPr/>
          </p:nvSpPr>
          <p:spPr>
            <a:xfrm>
              <a:off x="4109663" y="1483475"/>
              <a:ext cx="134575" cy="134575"/>
            </a:xfrm>
            <a:custGeom>
              <a:avLst/>
              <a:gdLst/>
              <a:ahLst/>
              <a:cxnLst/>
              <a:rect l="l" t="t" r="r" b="b"/>
              <a:pathLst>
                <a:path w="5383" h="5383" extrusionOk="0">
                  <a:moveTo>
                    <a:pt x="4829" y="554"/>
                  </a:moveTo>
                  <a:lnTo>
                    <a:pt x="4829" y="1282"/>
                  </a:lnTo>
                  <a:lnTo>
                    <a:pt x="1794" y="4655"/>
                  </a:lnTo>
                  <a:lnTo>
                    <a:pt x="728" y="3589"/>
                  </a:lnTo>
                  <a:lnTo>
                    <a:pt x="4101" y="554"/>
                  </a:lnTo>
                  <a:close/>
                  <a:moveTo>
                    <a:pt x="4009" y="1"/>
                  </a:moveTo>
                  <a:cubicBezTo>
                    <a:pt x="3927" y="1"/>
                    <a:pt x="3886" y="1"/>
                    <a:pt x="3804" y="42"/>
                  </a:cubicBezTo>
                  <a:lnTo>
                    <a:pt x="82" y="3333"/>
                  </a:lnTo>
                  <a:cubicBezTo>
                    <a:pt x="41" y="3374"/>
                    <a:pt x="0" y="3456"/>
                    <a:pt x="0" y="3538"/>
                  </a:cubicBezTo>
                  <a:cubicBezTo>
                    <a:pt x="0" y="3630"/>
                    <a:pt x="41" y="3712"/>
                    <a:pt x="82" y="3753"/>
                  </a:cubicBezTo>
                  <a:lnTo>
                    <a:pt x="1620" y="5291"/>
                  </a:lnTo>
                  <a:cubicBezTo>
                    <a:pt x="1661" y="5332"/>
                    <a:pt x="1753" y="5383"/>
                    <a:pt x="1835" y="5383"/>
                  </a:cubicBezTo>
                  <a:cubicBezTo>
                    <a:pt x="1917" y="5383"/>
                    <a:pt x="2010" y="5332"/>
                    <a:pt x="2051" y="5291"/>
                  </a:cubicBezTo>
                  <a:lnTo>
                    <a:pt x="5341" y="1580"/>
                  </a:lnTo>
                  <a:cubicBezTo>
                    <a:pt x="5382" y="1487"/>
                    <a:pt x="5382" y="1446"/>
                    <a:pt x="5382" y="1364"/>
                  </a:cubicBezTo>
                  <a:lnTo>
                    <a:pt x="5382" y="298"/>
                  </a:lnTo>
                  <a:cubicBezTo>
                    <a:pt x="5382" y="124"/>
                    <a:pt x="5249" y="1"/>
                    <a:pt x="5085"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98"/>
            <p:cNvSpPr/>
            <p:nvPr/>
          </p:nvSpPr>
          <p:spPr>
            <a:xfrm>
              <a:off x="4097863" y="1559925"/>
              <a:ext cx="70500" cy="69675"/>
            </a:xfrm>
            <a:custGeom>
              <a:avLst/>
              <a:gdLst/>
              <a:ahLst/>
              <a:cxnLst/>
              <a:rect l="l" t="t" r="r" b="b"/>
              <a:pathLst>
                <a:path w="2820" h="2787" extrusionOk="0">
                  <a:moveTo>
                    <a:pt x="534" y="0"/>
                  </a:moveTo>
                  <a:cubicBezTo>
                    <a:pt x="459" y="0"/>
                    <a:pt x="385" y="34"/>
                    <a:pt x="339" y="100"/>
                  </a:cubicBezTo>
                  <a:cubicBezTo>
                    <a:pt x="216" y="182"/>
                    <a:pt x="216" y="398"/>
                    <a:pt x="339" y="480"/>
                  </a:cubicBezTo>
                  <a:lnTo>
                    <a:pt x="1108" y="1300"/>
                  </a:lnTo>
                  <a:lnTo>
                    <a:pt x="124" y="2274"/>
                  </a:lnTo>
                  <a:cubicBezTo>
                    <a:pt x="1" y="2407"/>
                    <a:pt x="1" y="2581"/>
                    <a:pt x="124" y="2704"/>
                  </a:cubicBezTo>
                  <a:cubicBezTo>
                    <a:pt x="175" y="2745"/>
                    <a:pt x="257" y="2786"/>
                    <a:pt x="298" y="2786"/>
                  </a:cubicBezTo>
                  <a:cubicBezTo>
                    <a:pt x="380" y="2786"/>
                    <a:pt x="472" y="2745"/>
                    <a:pt x="513" y="2704"/>
                  </a:cubicBezTo>
                  <a:lnTo>
                    <a:pt x="1538" y="1679"/>
                  </a:lnTo>
                  <a:lnTo>
                    <a:pt x="2307" y="2448"/>
                  </a:lnTo>
                  <a:cubicBezTo>
                    <a:pt x="2348" y="2530"/>
                    <a:pt x="2430" y="2581"/>
                    <a:pt x="2523" y="2581"/>
                  </a:cubicBezTo>
                  <a:cubicBezTo>
                    <a:pt x="2564" y="2581"/>
                    <a:pt x="2646" y="2530"/>
                    <a:pt x="2738" y="2448"/>
                  </a:cubicBezTo>
                  <a:cubicBezTo>
                    <a:pt x="2820" y="2366"/>
                    <a:pt x="2820" y="2151"/>
                    <a:pt x="2738" y="2069"/>
                  </a:cubicBezTo>
                  <a:lnTo>
                    <a:pt x="1754" y="1084"/>
                  </a:lnTo>
                  <a:lnTo>
                    <a:pt x="1713" y="1043"/>
                  </a:lnTo>
                  <a:lnTo>
                    <a:pt x="729" y="100"/>
                  </a:lnTo>
                  <a:cubicBezTo>
                    <a:pt x="682" y="34"/>
                    <a:pt x="608" y="0"/>
                    <a:pt x="534"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98"/>
            <p:cNvSpPr/>
            <p:nvPr/>
          </p:nvSpPr>
          <p:spPr>
            <a:xfrm>
              <a:off x="4147088" y="1653150"/>
              <a:ext cx="81000" cy="14875"/>
            </a:xfrm>
            <a:custGeom>
              <a:avLst/>
              <a:gdLst/>
              <a:ahLst/>
              <a:cxnLst/>
              <a:rect l="l" t="t" r="r" b="b"/>
              <a:pathLst>
                <a:path w="3240" h="595" extrusionOk="0">
                  <a:moveTo>
                    <a:pt x="338" y="0"/>
                  </a:moveTo>
                  <a:cubicBezTo>
                    <a:pt x="123" y="0"/>
                    <a:pt x="0" y="175"/>
                    <a:pt x="41" y="339"/>
                  </a:cubicBezTo>
                  <a:cubicBezTo>
                    <a:pt x="41" y="472"/>
                    <a:pt x="164" y="595"/>
                    <a:pt x="338" y="595"/>
                  </a:cubicBezTo>
                  <a:lnTo>
                    <a:pt x="2942" y="595"/>
                  </a:lnTo>
                  <a:cubicBezTo>
                    <a:pt x="3116" y="595"/>
                    <a:pt x="3239" y="431"/>
                    <a:pt x="3239" y="257"/>
                  </a:cubicBezTo>
                  <a:cubicBezTo>
                    <a:pt x="3198" y="82"/>
                    <a:pt x="3075" y="0"/>
                    <a:pt x="2942"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7" name="Google Shape;1557;p98"/>
          <p:cNvGrpSpPr/>
          <p:nvPr/>
        </p:nvGrpSpPr>
        <p:grpSpPr>
          <a:xfrm>
            <a:off x="2548363" y="1422500"/>
            <a:ext cx="266050" cy="344325"/>
            <a:chOff x="2548363" y="1422500"/>
            <a:chExt cx="266050" cy="344325"/>
          </a:xfrm>
        </p:grpSpPr>
        <p:sp>
          <p:nvSpPr>
            <p:cNvPr id="1558" name="Google Shape;1558;p98"/>
            <p:cNvSpPr/>
            <p:nvPr/>
          </p:nvSpPr>
          <p:spPr>
            <a:xfrm>
              <a:off x="2576038" y="1702200"/>
              <a:ext cx="58975" cy="64625"/>
            </a:xfrm>
            <a:custGeom>
              <a:avLst/>
              <a:gdLst/>
              <a:ahLst/>
              <a:cxnLst/>
              <a:rect l="l" t="t" r="r" b="b"/>
              <a:pathLst>
                <a:path w="2359" h="2585" extrusionOk="0">
                  <a:moveTo>
                    <a:pt x="312" y="0"/>
                  </a:moveTo>
                  <a:cubicBezTo>
                    <a:pt x="293" y="0"/>
                    <a:pt x="275" y="2"/>
                    <a:pt x="257" y="7"/>
                  </a:cubicBezTo>
                  <a:cubicBezTo>
                    <a:pt x="93" y="48"/>
                    <a:pt x="0" y="171"/>
                    <a:pt x="0" y="304"/>
                  </a:cubicBezTo>
                  <a:lnTo>
                    <a:pt x="0" y="2272"/>
                  </a:lnTo>
                  <a:cubicBezTo>
                    <a:pt x="0" y="2354"/>
                    <a:pt x="0" y="2395"/>
                    <a:pt x="52" y="2436"/>
                  </a:cubicBezTo>
                  <a:cubicBezTo>
                    <a:pt x="113" y="2537"/>
                    <a:pt x="199" y="2585"/>
                    <a:pt x="294" y="2585"/>
                  </a:cubicBezTo>
                  <a:cubicBezTo>
                    <a:pt x="325" y="2585"/>
                    <a:pt x="357" y="2580"/>
                    <a:pt x="390" y="2569"/>
                  </a:cubicBezTo>
                  <a:lnTo>
                    <a:pt x="1159" y="2354"/>
                  </a:lnTo>
                  <a:lnTo>
                    <a:pt x="1969" y="2569"/>
                  </a:lnTo>
                  <a:lnTo>
                    <a:pt x="2051" y="2569"/>
                  </a:lnTo>
                  <a:cubicBezTo>
                    <a:pt x="2143" y="2569"/>
                    <a:pt x="2225" y="2528"/>
                    <a:pt x="2307" y="2436"/>
                  </a:cubicBezTo>
                  <a:cubicBezTo>
                    <a:pt x="2307" y="2395"/>
                    <a:pt x="2358" y="2354"/>
                    <a:pt x="2358" y="2272"/>
                  </a:cubicBezTo>
                  <a:lnTo>
                    <a:pt x="2358" y="304"/>
                  </a:lnTo>
                  <a:cubicBezTo>
                    <a:pt x="2358" y="148"/>
                    <a:pt x="2219" y="0"/>
                    <a:pt x="2065" y="0"/>
                  </a:cubicBezTo>
                  <a:cubicBezTo>
                    <a:pt x="2046" y="0"/>
                    <a:pt x="2028" y="2"/>
                    <a:pt x="2010" y="7"/>
                  </a:cubicBezTo>
                  <a:cubicBezTo>
                    <a:pt x="1846" y="48"/>
                    <a:pt x="1753" y="171"/>
                    <a:pt x="1753" y="304"/>
                  </a:cubicBezTo>
                  <a:lnTo>
                    <a:pt x="1753" y="1883"/>
                  </a:lnTo>
                  <a:lnTo>
                    <a:pt x="1241" y="1760"/>
                  </a:lnTo>
                  <a:lnTo>
                    <a:pt x="1077" y="1760"/>
                  </a:lnTo>
                  <a:lnTo>
                    <a:pt x="605" y="1883"/>
                  </a:lnTo>
                  <a:lnTo>
                    <a:pt x="605" y="304"/>
                  </a:lnTo>
                  <a:cubicBezTo>
                    <a:pt x="605" y="148"/>
                    <a:pt x="466" y="0"/>
                    <a:pt x="31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98"/>
            <p:cNvSpPr/>
            <p:nvPr/>
          </p:nvSpPr>
          <p:spPr>
            <a:xfrm>
              <a:off x="2608063" y="1461950"/>
              <a:ext cx="125100" cy="113300"/>
            </a:xfrm>
            <a:custGeom>
              <a:avLst/>
              <a:gdLst/>
              <a:ahLst/>
              <a:cxnLst/>
              <a:rect l="l" t="t" r="r" b="b"/>
              <a:pathLst>
                <a:path w="5004" h="4532" extrusionOk="0">
                  <a:moveTo>
                    <a:pt x="3589" y="554"/>
                  </a:moveTo>
                  <a:cubicBezTo>
                    <a:pt x="4060" y="554"/>
                    <a:pt x="4409" y="944"/>
                    <a:pt x="4409" y="1374"/>
                  </a:cubicBezTo>
                  <a:cubicBezTo>
                    <a:pt x="4409" y="1579"/>
                    <a:pt x="4317" y="1795"/>
                    <a:pt x="4194" y="1928"/>
                  </a:cubicBezTo>
                  <a:lnTo>
                    <a:pt x="2523" y="3763"/>
                  </a:lnTo>
                  <a:lnTo>
                    <a:pt x="862" y="1928"/>
                  </a:lnTo>
                  <a:cubicBezTo>
                    <a:pt x="688" y="1795"/>
                    <a:pt x="606" y="1579"/>
                    <a:pt x="606" y="1374"/>
                  </a:cubicBezTo>
                  <a:cubicBezTo>
                    <a:pt x="606" y="944"/>
                    <a:pt x="985" y="554"/>
                    <a:pt x="1416" y="554"/>
                  </a:cubicBezTo>
                  <a:cubicBezTo>
                    <a:pt x="1631" y="554"/>
                    <a:pt x="1795" y="647"/>
                    <a:pt x="1969" y="811"/>
                  </a:cubicBezTo>
                  <a:lnTo>
                    <a:pt x="2307" y="1159"/>
                  </a:lnTo>
                  <a:cubicBezTo>
                    <a:pt x="2359" y="1200"/>
                    <a:pt x="2441" y="1241"/>
                    <a:pt x="2523" y="1241"/>
                  </a:cubicBezTo>
                  <a:cubicBezTo>
                    <a:pt x="2564" y="1241"/>
                    <a:pt x="2656" y="1200"/>
                    <a:pt x="2697" y="1159"/>
                  </a:cubicBezTo>
                  <a:lnTo>
                    <a:pt x="3035" y="811"/>
                  </a:lnTo>
                  <a:cubicBezTo>
                    <a:pt x="3210" y="647"/>
                    <a:pt x="3384" y="554"/>
                    <a:pt x="3589" y="554"/>
                  </a:cubicBezTo>
                  <a:close/>
                  <a:moveTo>
                    <a:pt x="1416" y="1"/>
                  </a:moveTo>
                  <a:cubicBezTo>
                    <a:pt x="647" y="1"/>
                    <a:pt x="1" y="606"/>
                    <a:pt x="1" y="1374"/>
                  </a:cubicBezTo>
                  <a:cubicBezTo>
                    <a:pt x="1" y="1713"/>
                    <a:pt x="175" y="2051"/>
                    <a:pt x="390" y="2348"/>
                  </a:cubicBezTo>
                  <a:lnTo>
                    <a:pt x="2266" y="4399"/>
                  </a:lnTo>
                  <a:cubicBezTo>
                    <a:pt x="2359" y="4491"/>
                    <a:pt x="2441" y="4532"/>
                    <a:pt x="2523" y="4532"/>
                  </a:cubicBezTo>
                  <a:cubicBezTo>
                    <a:pt x="2564" y="4532"/>
                    <a:pt x="2656" y="4491"/>
                    <a:pt x="2738" y="4399"/>
                  </a:cubicBezTo>
                  <a:lnTo>
                    <a:pt x="4614" y="2348"/>
                  </a:lnTo>
                  <a:cubicBezTo>
                    <a:pt x="4870" y="2051"/>
                    <a:pt x="5004" y="1713"/>
                    <a:pt x="5004" y="1374"/>
                  </a:cubicBezTo>
                  <a:cubicBezTo>
                    <a:pt x="5004" y="606"/>
                    <a:pt x="4358" y="1"/>
                    <a:pt x="3589" y="1"/>
                  </a:cubicBezTo>
                  <a:cubicBezTo>
                    <a:pt x="3251" y="1"/>
                    <a:pt x="2912" y="134"/>
                    <a:pt x="2656" y="390"/>
                  </a:cubicBezTo>
                  <a:lnTo>
                    <a:pt x="2523" y="513"/>
                  </a:lnTo>
                  <a:lnTo>
                    <a:pt x="2400" y="390"/>
                  </a:lnTo>
                  <a:cubicBezTo>
                    <a:pt x="2102" y="134"/>
                    <a:pt x="1754" y="1"/>
                    <a:pt x="1416"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98"/>
            <p:cNvSpPr/>
            <p:nvPr/>
          </p:nvSpPr>
          <p:spPr>
            <a:xfrm>
              <a:off x="2548363" y="1422500"/>
              <a:ext cx="266050" cy="294750"/>
            </a:xfrm>
            <a:custGeom>
              <a:avLst/>
              <a:gdLst/>
              <a:ahLst/>
              <a:cxnLst/>
              <a:rect l="l" t="t" r="r" b="b"/>
              <a:pathLst>
                <a:path w="10642" h="11790" extrusionOk="0">
                  <a:moveTo>
                    <a:pt x="10077" y="5003"/>
                  </a:moveTo>
                  <a:lnTo>
                    <a:pt x="10077" y="6581"/>
                  </a:lnTo>
                  <a:lnTo>
                    <a:pt x="8847" y="6581"/>
                  </a:lnTo>
                  <a:cubicBezTo>
                    <a:pt x="8417" y="6581"/>
                    <a:pt x="8078" y="6233"/>
                    <a:pt x="8027" y="5813"/>
                  </a:cubicBezTo>
                  <a:cubicBezTo>
                    <a:pt x="8027" y="5341"/>
                    <a:pt x="8376" y="5003"/>
                    <a:pt x="8847" y="5003"/>
                  </a:cubicBezTo>
                  <a:close/>
                  <a:moveTo>
                    <a:pt x="8283" y="595"/>
                  </a:moveTo>
                  <a:cubicBezTo>
                    <a:pt x="8796" y="595"/>
                    <a:pt x="9186" y="984"/>
                    <a:pt x="9186" y="1497"/>
                  </a:cubicBezTo>
                  <a:lnTo>
                    <a:pt x="9186" y="4398"/>
                  </a:lnTo>
                  <a:lnTo>
                    <a:pt x="8888" y="4398"/>
                  </a:lnTo>
                  <a:cubicBezTo>
                    <a:pt x="8119" y="4398"/>
                    <a:pt x="7474" y="5003"/>
                    <a:pt x="7474" y="5772"/>
                  </a:cubicBezTo>
                  <a:cubicBezTo>
                    <a:pt x="7433" y="6540"/>
                    <a:pt x="8078" y="7176"/>
                    <a:pt x="8847" y="7176"/>
                  </a:cubicBezTo>
                  <a:lnTo>
                    <a:pt x="9186" y="7176"/>
                  </a:lnTo>
                  <a:lnTo>
                    <a:pt x="9186" y="9442"/>
                  </a:lnTo>
                  <a:lnTo>
                    <a:pt x="595" y="9442"/>
                  </a:lnTo>
                  <a:lnTo>
                    <a:pt x="595" y="595"/>
                  </a:lnTo>
                  <a:close/>
                  <a:moveTo>
                    <a:pt x="9186" y="10036"/>
                  </a:moveTo>
                  <a:lnTo>
                    <a:pt x="9186" y="10251"/>
                  </a:lnTo>
                  <a:cubicBezTo>
                    <a:pt x="9186" y="10764"/>
                    <a:pt x="8796" y="11195"/>
                    <a:pt x="8283" y="11195"/>
                  </a:cubicBezTo>
                  <a:lnTo>
                    <a:pt x="595" y="11195"/>
                  </a:lnTo>
                  <a:lnTo>
                    <a:pt x="595" y="10036"/>
                  </a:lnTo>
                  <a:close/>
                  <a:moveTo>
                    <a:pt x="298" y="0"/>
                  </a:moveTo>
                  <a:cubicBezTo>
                    <a:pt x="133" y="0"/>
                    <a:pt x="0" y="133"/>
                    <a:pt x="0" y="297"/>
                  </a:cubicBezTo>
                  <a:lnTo>
                    <a:pt x="0" y="11492"/>
                  </a:lnTo>
                  <a:cubicBezTo>
                    <a:pt x="0" y="11615"/>
                    <a:pt x="133" y="11789"/>
                    <a:pt x="298" y="11789"/>
                  </a:cubicBezTo>
                  <a:lnTo>
                    <a:pt x="8242" y="11789"/>
                  </a:lnTo>
                  <a:cubicBezTo>
                    <a:pt x="9104" y="11789"/>
                    <a:pt x="9780" y="11102"/>
                    <a:pt x="9780" y="10251"/>
                  </a:cubicBezTo>
                  <a:lnTo>
                    <a:pt x="9780" y="7176"/>
                  </a:lnTo>
                  <a:lnTo>
                    <a:pt x="10334" y="7176"/>
                  </a:lnTo>
                  <a:cubicBezTo>
                    <a:pt x="10508" y="7176"/>
                    <a:pt x="10641" y="7053"/>
                    <a:pt x="10641" y="6879"/>
                  </a:cubicBezTo>
                  <a:lnTo>
                    <a:pt x="10641" y="4695"/>
                  </a:lnTo>
                  <a:cubicBezTo>
                    <a:pt x="10641" y="4531"/>
                    <a:pt x="10508" y="4398"/>
                    <a:pt x="10334" y="4398"/>
                  </a:cubicBezTo>
                  <a:lnTo>
                    <a:pt x="9780" y="4398"/>
                  </a:lnTo>
                  <a:lnTo>
                    <a:pt x="9780" y="1497"/>
                  </a:lnTo>
                  <a:cubicBezTo>
                    <a:pt x="9780" y="687"/>
                    <a:pt x="9104" y="0"/>
                    <a:pt x="8242"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98"/>
            <p:cNvSpPr/>
            <p:nvPr/>
          </p:nvSpPr>
          <p:spPr>
            <a:xfrm>
              <a:off x="2634988" y="1603950"/>
              <a:ext cx="71525" cy="15125"/>
            </a:xfrm>
            <a:custGeom>
              <a:avLst/>
              <a:gdLst/>
              <a:ahLst/>
              <a:cxnLst/>
              <a:rect l="l" t="t" r="r" b="b"/>
              <a:pathLst>
                <a:path w="2861" h="605" extrusionOk="0">
                  <a:moveTo>
                    <a:pt x="339" y="0"/>
                  </a:moveTo>
                  <a:cubicBezTo>
                    <a:pt x="164" y="0"/>
                    <a:pt x="0" y="133"/>
                    <a:pt x="41" y="349"/>
                  </a:cubicBezTo>
                  <a:cubicBezTo>
                    <a:pt x="82" y="472"/>
                    <a:pt x="205" y="605"/>
                    <a:pt x="339" y="605"/>
                  </a:cubicBezTo>
                  <a:lnTo>
                    <a:pt x="2512" y="605"/>
                  </a:lnTo>
                  <a:cubicBezTo>
                    <a:pt x="2686" y="605"/>
                    <a:pt x="2860" y="431"/>
                    <a:pt x="2819" y="256"/>
                  </a:cubicBezTo>
                  <a:cubicBezTo>
                    <a:pt x="2768" y="92"/>
                    <a:pt x="2645" y="0"/>
                    <a:pt x="2512"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2" name="Google Shape;1562;p98"/>
          <p:cNvGrpSpPr/>
          <p:nvPr/>
        </p:nvGrpSpPr>
        <p:grpSpPr>
          <a:xfrm>
            <a:off x="1789238" y="1422500"/>
            <a:ext cx="288350" cy="343950"/>
            <a:chOff x="1789238" y="1422500"/>
            <a:chExt cx="288350" cy="343950"/>
          </a:xfrm>
        </p:grpSpPr>
        <p:sp>
          <p:nvSpPr>
            <p:cNvPr id="1563" name="Google Shape;1563;p98"/>
            <p:cNvSpPr/>
            <p:nvPr/>
          </p:nvSpPr>
          <p:spPr>
            <a:xfrm>
              <a:off x="1899188" y="1560375"/>
              <a:ext cx="69475" cy="69225"/>
            </a:xfrm>
            <a:custGeom>
              <a:avLst/>
              <a:gdLst/>
              <a:ahLst/>
              <a:cxnLst/>
              <a:rect l="l" t="t" r="r" b="b"/>
              <a:pathLst>
                <a:path w="2779" h="2769" extrusionOk="0">
                  <a:moveTo>
                    <a:pt x="1364" y="554"/>
                  </a:moveTo>
                  <a:cubicBezTo>
                    <a:pt x="1794" y="554"/>
                    <a:pt x="2174" y="933"/>
                    <a:pt x="2174" y="1364"/>
                  </a:cubicBezTo>
                  <a:cubicBezTo>
                    <a:pt x="2174" y="1794"/>
                    <a:pt x="1794" y="2174"/>
                    <a:pt x="1364" y="2174"/>
                  </a:cubicBezTo>
                  <a:cubicBezTo>
                    <a:pt x="933" y="2174"/>
                    <a:pt x="554" y="1794"/>
                    <a:pt x="554" y="1364"/>
                  </a:cubicBezTo>
                  <a:cubicBezTo>
                    <a:pt x="554" y="933"/>
                    <a:pt x="933" y="554"/>
                    <a:pt x="1364" y="554"/>
                  </a:cubicBezTo>
                  <a:close/>
                  <a:moveTo>
                    <a:pt x="1364" y="0"/>
                  </a:moveTo>
                  <a:cubicBezTo>
                    <a:pt x="595" y="0"/>
                    <a:pt x="0" y="595"/>
                    <a:pt x="0" y="1364"/>
                  </a:cubicBezTo>
                  <a:cubicBezTo>
                    <a:pt x="0" y="2133"/>
                    <a:pt x="595" y="2768"/>
                    <a:pt x="1364" y="2768"/>
                  </a:cubicBezTo>
                  <a:cubicBezTo>
                    <a:pt x="2133" y="2768"/>
                    <a:pt x="2778" y="2133"/>
                    <a:pt x="2778" y="1364"/>
                  </a:cubicBezTo>
                  <a:cubicBezTo>
                    <a:pt x="2778" y="595"/>
                    <a:pt x="2133" y="0"/>
                    <a:pt x="1364"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98"/>
            <p:cNvSpPr/>
            <p:nvPr/>
          </p:nvSpPr>
          <p:spPr>
            <a:xfrm>
              <a:off x="2008113" y="1429925"/>
              <a:ext cx="61775" cy="63075"/>
            </a:xfrm>
            <a:custGeom>
              <a:avLst/>
              <a:gdLst/>
              <a:ahLst/>
              <a:cxnLst/>
              <a:rect l="l" t="t" r="r" b="b"/>
              <a:pathLst>
                <a:path w="2471" h="2523" extrusionOk="0">
                  <a:moveTo>
                    <a:pt x="0" y="0"/>
                  </a:moveTo>
                  <a:cubicBezTo>
                    <a:pt x="0" y="646"/>
                    <a:pt x="256" y="1282"/>
                    <a:pt x="728" y="1753"/>
                  </a:cubicBezTo>
                  <a:cubicBezTo>
                    <a:pt x="1189" y="2225"/>
                    <a:pt x="1835" y="2522"/>
                    <a:pt x="2471" y="2522"/>
                  </a:cubicBezTo>
                  <a:lnTo>
                    <a:pt x="2471" y="1928"/>
                  </a:lnTo>
                  <a:cubicBezTo>
                    <a:pt x="1446" y="1928"/>
                    <a:pt x="595" y="1066"/>
                    <a:pt x="595"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98"/>
            <p:cNvSpPr/>
            <p:nvPr/>
          </p:nvSpPr>
          <p:spPr>
            <a:xfrm>
              <a:off x="2008113" y="1696975"/>
              <a:ext cx="61775" cy="62050"/>
            </a:xfrm>
            <a:custGeom>
              <a:avLst/>
              <a:gdLst/>
              <a:ahLst/>
              <a:cxnLst/>
              <a:rect l="l" t="t" r="r" b="b"/>
              <a:pathLst>
                <a:path w="2471" h="2482" extrusionOk="0">
                  <a:moveTo>
                    <a:pt x="2471" y="0"/>
                  </a:moveTo>
                  <a:cubicBezTo>
                    <a:pt x="1835" y="0"/>
                    <a:pt x="1189" y="257"/>
                    <a:pt x="728" y="728"/>
                  </a:cubicBezTo>
                  <a:cubicBezTo>
                    <a:pt x="256" y="1200"/>
                    <a:pt x="0" y="1835"/>
                    <a:pt x="0" y="2481"/>
                  </a:cubicBezTo>
                  <a:lnTo>
                    <a:pt x="595" y="2481"/>
                  </a:lnTo>
                  <a:cubicBezTo>
                    <a:pt x="595" y="1456"/>
                    <a:pt x="1446" y="554"/>
                    <a:pt x="2471" y="554"/>
                  </a:cubicBezTo>
                  <a:lnTo>
                    <a:pt x="2471"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98"/>
            <p:cNvSpPr/>
            <p:nvPr/>
          </p:nvSpPr>
          <p:spPr>
            <a:xfrm>
              <a:off x="1796663" y="1429925"/>
              <a:ext cx="63075" cy="63075"/>
            </a:xfrm>
            <a:custGeom>
              <a:avLst/>
              <a:gdLst/>
              <a:ahLst/>
              <a:cxnLst/>
              <a:rect l="l" t="t" r="r" b="b"/>
              <a:pathLst>
                <a:path w="2523" h="2523" extrusionOk="0">
                  <a:moveTo>
                    <a:pt x="1918" y="0"/>
                  </a:moveTo>
                  <a:cubicBezTo>
                    <a:pt x="1918" y="1066"/>
                    <a:pt x="1067" y="1928"/>
                    <a:pt x="1" y="1928"/>
                  </a:cubicBezTo>
                  <a:lnTo>
                    <a:pt x="1" y="2522"/>
                  </a:lnTo>
                  <a:cubicBezTo>
                    <a:pt x="677" y="2522"/>
                    <a:pt x="1323" y="2225"/>
                    <a:pt x="1795" y="1753"/>
                  </a:cubicBezTo>
                  <a:cubicBezTo>
                    <a:pt x="2266" y="1282"/>
                    <a:pt x="2522" y="646"/>
                    <a:pt x="252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98"/>
            <p:cNvSpPr/>
            <p:nvPr/>
          </p:nvSpPr>
          <p:spPr>
            <a:xfrm>
              <a:off x="1796663" y="1696975"/>
              <a:ext cx="63075" cy="62050"/>
            </a:xfrm>
            <a:custGeom>
              <a:avLst/>
              <a:gdLst/>
              <a:ahLst/>
              <a:cxnLst/>
              <a:rect l="l" t="t" r="r" b="b"/>
              <a:pathLst>
                <a:path w="2523" h="2482" extrusionOk="0">
                  <a:moveTo>
                    <a:pt x="1" y="0"/>
                  </a:moveTo>
                  <a:lnTo>
                    <a:pt x="1" y="554"/>
                  </a:lnTo>
                  <a:cubicBezTo>
                    <a:pt x="1067" y="554"/>
                    <a:pt x="1918" y="1456"/>
                    <a:pt x="1918" y="2481"/>
                  </a:cubicBezTo>
                  <a:lnTo>
                    <a:pt x="2522" y="2481"/>
                  </a:lnTo>
                  <a:cubicBezTo>
                    <a:pt x="2522" y="1835"/>
                    <a:pt x="2266" y="1200"/>
                    <a:pt x="1795" y="728"/>
                  </a:cubicBezTo>
                  <a:cubicBezTo>
                    <a:pt x="1323" y="257"/>
                    <a:pt x="677" y="0"/>
                    <a:pt x="1"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98"/>
            <p:cNvSpPr/>
            <p:nvPr/>
          </p:nvSpPr>
          <p:spPr>
            <a:xfrm>
              <a:off x="1789238" y="1422500"/>
              <a:ext cx="288350" cy="343950"/>
            </a:xfrm>
            <a:custGeom>
              <a:avLst/>
              <a:gdLst/>
              <a:ahLst/>
              <a:cxnLst/>
              <a:rect l="l" t="t" r="r" b="b"/>
              <a:pathLst>
                <a:path w="11534" h="13758" extrusionOk="0">
                  <a:moveTo>
                    <a:pt x="10416" y="595"/>
                  </a:moveTo>
                  <a:cubicBezTo>
                    <a:pt x="10713" y="595"/>
                    <a:pt x="10928" y="810"/>
                    <a:pt x="10928" y="1107"/>
                  </a:cubicBezTo>
                  <a:lnTo>
                    <a:pt x="10928" y="12640"/>
                  </a:lnTo>
                  <a:cubicBezTo>
                    <a:pt x="10928" y="12948"/>
                    <a:pt x="10713" y="13153"/>
                    <a:pt x="10416" y="13153"/>
                  </a:cubicBezTo>
                  <a:lnTo>
                    <a:pt x="1107" y="13153"/>
                  </a:lnTo>
                  <a:cubicBezTo>
                    <a:pt x="810" y="13153"/>
                    <a:pt x="595" y="12948"/>
                    <a:pt x="595" y="12640"/>
                  </a:cubicBezTo>
                  <a:lnTo>
                    <a:pt x="595" y="1107"/>
                  </a:lnTo>
                  <a:cubicBezTo>
                    <a:pt x="595" y="810"/>
                    <a:pt x="810" y="595"/>
                    <a:pt x="1107" y="595"/>
                  </a:cubicBezTo>
                  <a:close/>
                  <a:moveTo>
                    <a:pt x="1107" y="0"/>
                  </a:moveTo>
                  <a:cubicBezTo>
                    <a:pt x="462" y="0"/>
                    <a:pt x="0" y="472"/>
                    <a:pt x="0" y="1107"/>
                  </a:cubicBezTo>
                  <a:lnTo>
                    <a:pt x="0" y="12640"/>
                  </a:lnTo>
                  <a:cubicBezTo>
                    <a:pt x="0" y="13286"/>
                    <a:pt x="462" y="13757"/>
                    <a:pt x="1107" y="13757"/>
                  </a:cubicBezTo>
                  <a:lnTo>
                    <a:pt x="10416" y="13757"/>
                  </a:lnTo>
                  <a:cubicBezTo>
                    <a:pt x="11021" y="13757"/>
                    <a:pt x="11533" y="13286"/>
                    <a:pt x="11533" y="12640"/>
                  </a:cubicBezTo>
                  <a:lnTo>
                    <a:pt x="11533" y="1107"/>
                  </a:lnTo>
                  <a:cubicBezTo>
                    <a:pt x="11533" y="472"/>
                    <a:pt x="11021" y="0"/>
                    <a:pt x="1041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98"/>
            <p:cNvSpPr/>
            <p:nvPr/>
          </p:nvSpPr>
          <p:spPr>
            <a:xfrm>
              <a:off x="1832813" y="1520650"/>
              <a:ext cx="201975" cy="200950"/>
            </a:xfrm>
            <a:custGeom>
              <a:avLst/>
              <a:gdLst/>
              <a:ahLst/>
              <a:cxnLst/>
              <a:rect l="l" t="t" r="r" b="b"/>
              <a:pathLst>
                <a:path w="8079" h="8038" extrusionOk="0">
                  <a:moveTo>
                    <a:pt x="7268" y="605"/>
                  </a:moveTo>
                  <a:lnTo>
                    <a:pt x="6366" y="2440"/>
                  </a:lnTo>
                  <a:cubicBezTo>
                    <a:pt x="5731" y="1887"/>
                    <a:pt x="4870" y="1538"/>
                    <a:pt x="4019" y="1538"/>
                  </a:cubicBezTo>
                  <a:cubicBezTo>
                    <a:pt x="3168" y="1538"/>
                    <a:pt x="2307" y="1887"/>
                    <a:pt x="1712" y="2440"/>
                  </a:cubicBezTo>
                  <a:lnTo>
                    <a:pt x="769" y="605"/>
                  </a:lnTo>
                  <a:close/>
                  <a:moveTo>
                    <a:pt x="4019" y="2143"/>
                  </a:moveTo>
                  <a:cubicBezTo>
                    <a:pt x="5085" y="2143"/>
                    <a:pt x="6069" y="2737"/>
                    <a:pt x="6541" y="3588"/>
                  </a:cubicBezTo>
                  <a:cubicBezTo>
                    <a:pt x="6069" y="4490"/>
                    <a:pt x="5085" y="5085"/>
                    <a:pt x="4019" y="5085"/>
                  </a:cubicBezTo>
                  <a:cubicBezTo>
                    <a:pt x="2994" y="5085"/>
                    <a:pt x="2009" y="4490"/>
                    <a:pt x="1497" y="3588"/>
                  </a:cubicBezTo>
                  <a:cubicBezTo>
                    <a:pt x="2009" y="2737"/>
                    <a:pt x="2994" y="2143"/>
                    <a:pt x="4019" y="2143"/>
                  </a:cubicBezTo>
                  <a:close/>
                  <a:moveTo>
                    <a:pt x="3250" y="5557"/>
                  </a:moveTo>
                  <a:lnTo>
                    <a:pt x="3250" y="5557"/>
                  </a:lnTo>
                  <a:cubicBezTo>
                    <a:pt x="3506" y="5639"/>
                    <a:pt x="3762" y="5639"/>
                    <a:pt x="4019" y="5639"/>
                  </a:cubicBezTo>
                  <a:cubicBezTo>
                    <a:pt x="4275" y="5639"/>
                    <a:pt x="4531" y="5639"/>
                    <a:pt x="4788" y="5557"/>
                  </a:cubicBezTo>
                  <a:lnTo>
                    <a:pt x="4788" y="5557"/>
                  </a:lnTo>
                  <a:lnTo>
                    <a:pt x="4019" y="7094"/>
                  </a:lnTo>
                  <a:cubicBezTo>
                    <a:pt x="3680" y="6366"/>
                    <a:pt x="3424" y="5895"/>
                    <a:pt x="3250" y="5557"/>
                  </a:cubicBezTo>
                  <a:close/>
                  <a:moveTo>
                    <a:pt x="308" y="0"/>
                  </a:moveTo>
                  <a:cubicBezTo>
                    <a:pt x="256" y="0"/>
                    <a:pt x="174" y="52"/>
                    <a:pt x="133" y="93"/>
                  </a:cubicBezTo>
                  <a:cubicBezTo>
                    <a:pt x="0" y="175"/>
                    <a:pt x="0" y="349"/>
                    <a:pt x="51" y="472"/>
                  </a:cubicBezTo>
                  <a:lnTo>
                    <a:pt x="1282" y="2912"/>
                  </a:lnTo>
                  <a:cubicBezTo>
                    <a:pt x="1158" y="3035"/>
                    <a:pt x="1076" y="3168"/>
                    <a:pt x="984" y="3291"/>
                  </a:cubicBezTo>
                  <a:lnTo>
                    <a:pt x="513" y="3291"/>
                  </a:lnTo>
                  <a:cubicBezTo>
                    <a:pt x="390" y="3291"/>
                    <a:pt x="256" y="3424"/>
                    <a:pt x="215" y="3547"/>
                  </a:cubicBezTo>
                  <a:cubicBezTo>
                    <a:pt x="215" y="3722"/>
                    <a:pt x="349" y="3896"/>
                    <a:pt x="513" y="3896"/>
                  </a:cubicBezTo>
                  <a:lnTo>
                    <a:pt x="984" y="3896"/>
                  </a:lnTo>
                  <a:cubicBezTo>
                    <a:pt x="1333" y="4490"/>
                    <a:pt x="1845" y="4962"/>
                    <a:pt x="2440" y="5259"/>
                  </a:cubicBezTo>
                  <a:cubicBezTo>
                    <a:pt x="2481" y="5300"/>
                    <a:pt x="2522" y="5434"/>
                    <a:pt x="2614" y="5598"/>
                  </a:cubicBezTo>
                  <a:cubicBezTo>
                    <a:pt x="2778" y="5946"/>
                    <a:pt x="3127" y="6623"/>
                    <a:pt x="3762" y="7904"/>
                  </a:cubicBezTo>
                  <a:cubicBezTo>
                    <a:pt x="3803" y="7996"/>
                    <a:pt x="3937" y="8037"/>
                    <a:pt x="4019" y="8037"/>
                  </a:cubicBezTo>
                  <a:cubicBezTo>
                    <a:pt x="4152" y="8037"/>
                    <a:pt x="4234" y="7996"/>
                    <a:pt x="4275" y="7904"/>
                  </a:cubicBezTo>
                  <a:lnTo>
                    <a:pt x="5597" y="5259"/>
                  </a:lnTo>
                  <a:cubicBezTo>
                    <a:pt x="6202" y="4962"/>
                    <a:pt x="6715" y="4490"/>
                    <a:pt x="7053" y="3896"/>
                  </a:cubicBezTo>
                  <a:lnTo>
                    <a:pt x="7525" y="3896"/>
                  </a:lnTo>
                  <a:cubicBezTo>
                    <a:pt x="7648" y="3896"/>
                    <a:pt x="7781" y="3804"/>
                    <a:pt x="7822" y="3640"/>
                  </a:cubicBezTo>
                  <a:cubicBezTo>
                    <a:pt x="7863" y="3465"/>
                    <a:pt x="7689" y="3291"/>
                    <a:pt x="7525" y="3291"/>
                  </a:cubicBezTo>
                  <a:lnTo>
                    <a:pt x="7053" y="3291"/>
                  </a:lnTo>
                  <a:cubicBezTo>
                    <a:pt x="6971" y="3168"/>
                    <a:pt x="6879" y="3035"/>
                    <a:pt x="6797" y="2912"/>
                  </a:cubicBezTo>
                  <a:lnTo>
                    <a:pt x="7996" y="472"/>
                  </a:lnTo>
                  <a:cubicBezTo>
                    <a:pt x="8078" y="349"/>
                    <a:pt x="8037" y="175"/>
                    <a:pt x="7945" y="93"/>
                  </a:cubicBezTo>
                  <a:cubicBezTo>
                    <a:pt x="7863" y="52"/>
                    <a:pt x="7822" y="0"/>
                    <a:pt x="774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98"/>
            <p:cNvSpPr/>
            <p:nvPr/>
          </p:nvSpPr>
          <p:spPr>
            <a:xfrm>
              <a:off x="1882013" y="1472725"/>
              <a:ext cx="103550" cy="13850"/>
            </a:xfrm>
            <a:custGeom>
              <a:avLst/>
              <a:gdLst/>
              <a:ahLst/>
              <a:cxnLst/>
              <a:rect l="l" t="t" r="r" b="b"/>
              <a:pathLst>
                <a:path w="4142" h="554" extrusionOk="0">
                  <a:moveTo>
                    <a:pt x="298" y="0"/>
                  </a:moveTo>
                  <a:cubicBezTo>
                    <a:pt x="134" y="0"/>
                    <a:pt x="0" y="123"/>
                    <a:pt x="0" y="339"/>
                  </a:cubicBezTo>
                  <a:cubicBezTo>
                    <a:pt x="41" y="472"/>
                    <a:pt x="175" y="554"/>
                    <a:pt x="298" y="554"/>
                  </a:cubicBezTo>
                  <a:lnTo>
                    <a:pt x="3804" y="554"/>
                  </a:lnTo>
                  <a:cubicBezTo>
                    <a:pt x="3978" y="554"/>
                    <a:pt x="4142" y="431"/>
                    <a:pt x="4101" y="216"/>
                  </a:cubicBezTo>
                  <a:cubicBezTo>
                    <a:pt x="4060" y="82"/>
                    <a:pt x="3927" y="0"/>
                    <a:pt x="3804"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1" name="Google Shape;1571;p98"/>
          <p:cNvGrpSpPr/>
          <p:nvPr/>
        </p:nvGrpSpPr>
        <p:grpSpPr>
          <a:xfrm>
            <a:off x="4772663" y="1422500"/>
            <a:ext cx="288350" cy="343950"/>
            <a:chOff x="4772663" y="1422500"/>
            <a:chExt cx="288350" cy="343950"/>
          </a:xfrm>
        </p:grpSpPr>
        <p:sp>
          <p:nvSpPr>
            <p:cNvPr id="1572" name="Google Shape;1572;p98"/>
            <p:cNvSpPr/>
            <p:nvPr/>
          </p:nvSpPr>
          <p:spPr>
            <a:xfrm>
              <a:off x="4975663" y="1679800"/>
              <a:ext cx="77925" cy="79225"/>
            </a:xfrm>
            <a:custGeom>
              <a:avLst/>
              <a:gdLst/>
              <a:ahLst/>
              <a:cxnLst/>
              <a:rect l="l" t="t" r="r" b="b"/>
              <a:pathLst>
                <a:path w="3117" h="3169" extrusionOk="0">
                  <a:moveTo>
                    <a:pt x="2266" y="0"/>
                  </a:moveTo>
                  <a:cubicBezTo>
                    <a:pt x="1712" y="0"/>
                    <a:pt x="1282" y="431"/>
                    <a:pt x="1282" y="944"/>
                  </a:cubicBezTo>
                  <a:cubicBezTo>
                    <a:pt x="1282" y="1159"/>
                    <a:pt x="1148" y="1323"/>
                    <a:pt x="943" y="1323"/>
                  </a:cubicBezTo>
                  <a:cubicBezTo>
                    <a:pt x="431" y="1323"/>
                    <a:pt x="0" y="1753"/>
                    <a:pt x="0" y="2266"/>
                  </a:cubicBezTo>
                  <a:lnTo>
                    <a:pt x="0" y="3168"/>
                  </a:lnTo>
                  <a:lnTo>
                    <a:pt x="554" y="3168"/>
                  </a:lnTo>
                  <a:lnTo>
                    <a:pt x="554" y="2266"/>
                  </a:lnTo>
                  <a:cubicBezTo>
                    <a:pt x="554" y="2092"/>
                    <a:pt x="728" y="1928"/>
                    <a:pt x="943" y="1928"/>
                  </a:cubicBezTo>
                  <a:cubicBezTo>
                    <a:pt x="1456" y="1928"/>
                    <a:pt x="1876" y="1497"/>
                    <a:pt x="1876" y="944"/>
                  </a:cubicBezTo>
                  <a:cubicBezTo>
                    <a:pt x="1876" y="769"/>
                    <a:pt x="2050" y="605"/>
                    <a:pt x="2266" y="605"/>
                  </a:cubicBezTo>
                  <a:lnTo>
                    <a:pt x="3117" y="605"/>
                  </a:lnTo>
                  <a:lnTo>
                    <a:pt x="3117"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98"/>
            <p:cNvSpPr/>
            <p:nvPr/>
          </p:nvSpPr>
          <p:spPr>
            <a:xfrm>
              <a:off x="4780113" y="1679800"/>
              <a:ext cx="79200" cy="79225"/>
            </a:xfrm>
            <a:custGeom>
              <a:avLst/>
              <a:gdLst/>
              <a:ahLst/>
              <a:cxnLst/>
              <a:rect l="l" t="t" r="r" b="b"/>
              <a:pathLst>
                <a:path w="3168" h="3169" extrusionOk="0">
                  <a:moveTo>
                    <a:pt x="0" y="0"/>
                  </a:moveTo>
                  <a:lnTo>
                    <a:pt x="0" y="605"/>
                  </a:lnTo>
                  <a:lnTo>
                    <a:pt x="902" y="605"/>
                  </a:lnTo>
                  <a:cubicBezTo>
                    <a:pt x="1077" y="605"/>
                    <a:pt x="1241" y="769"/>
                    <a:pt x="1241" y="944"/>
                  </a:cubicBezTo>
                  <a:cubicBezTo>
                    <a:pt x="1241" y="1497"/>
                    <a:pt x="1671" y="1928"/>
                    <a:pt x="2184" y="1928"/>
                  </a:cubicBezTo>
                  <a:cubicBezTo>
                    <a:pt x="2399" y="1928"/>
                    <a:pt x="2563" y="2092"/>
                    <a:pt x="2563" y="2266"/>
                  </a:cubicBezTo>
                  <a:lnTo>
                    <a:pt x="2563" y="3168"/>
                  </a:lnTo>
                  <a:lnTo>
                    <a:pt x="3168" y="3168"/>
                  </a:lnTo>
                  <a:lnTo>
                    <a:pt x="3168" y="2266"/>
                  </a:lnTo>
                  <a:cubicBezTo>
                    <a:pt x="3168" y="1753"/>
                    <a:pt x="2737" y="1323"/>
                    <a:pt x="2184" y="1323"/>
                  </a:cubicBezTo>
                  <a:cubicBezTo>
                    <a:pt x="2009" y="1323"/>
                    <a:pt x="1845" y="1159"/>
                    <a:pt x="1845" y="944"/>
                  </a:cubicBezTo>
                  <a:cubicBezTo>
                    <a:pt x="1845" y="431"/>
                    <a:pt x="1415" y="0"/>
                    <a:pt x="90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98"/>
            <p:cNvSpPr/>
            <p:nvPr/>
          </p:nvSpPr>
          <p:spPr>
            <a:xfrm>
              <a:off x="4975663" y="1429925"/>
              <a:ext cx="77925" cy="79200"/>
            </a:xfrm>
            <a:custGeom>
              <a:avLst/>
              <a:gdLst/>
              <a:ahLst/>
              <a:cxnLst/>
              <a:rect l="l" t="t" r="r" b="b"/>
              <a:pathLst>
                <a:path w="3117" h="3168" extrusionOk="0">
                  <a:moveTo>
                    <a:pt x="0" y="0"/>
                  </a:moveTo>
                  <a:lnTo>
                    <a:pt x="0" y="902"/>
                  </a:lnTo>
                  <a:cubicBezTo>
                    <a:pt x="0" y="1415"/>
                    <a:pt x="431" y="1835"/>
                    <a:pt x="943" y="1835"/>
                  </a:cubicBezTo>
                  <a:cubicBezTo>
                    <a:pt x="1148" y="1835"/>
                    <a:pt x="1323" y="2010"/>
                    <a:pt x="1323" y="2225"/>
                  </a:cubicBezTo>
                  <a:cubicBezTo>
                    <a:pt x="1323" y="2737"/>
                    <a:pt x="2266" y="3168"/>
                    <a:pt x="2266" y="3168"/>
                  </a:cubicBezTo>
                  <a:lnTo>
                    <a:pt x="3117" y="3168"/>
                  </a:lnTo>
                  <a:lnTo>
                    <a:pt x="3117" y="2563"/>
                  </a:lnTo>
                  <a:lnTo>
                    <a:pt x="2266" y="2563"/>
                  </a:lnTo>
                  <a:cubicBezTo>
                    <a:pt x="2050" y="2563"/>
                    <a:pt x="1876" y="2399"/>
                    <a:pt x="1876" y="2225"/>
                  </a:cubicBezTo>
                  <a:cubicBezTo>
                    <a:pt x="1876" y="1712"/>
                    <a:pt x="1456" y="1282"/>
                    <a:pt x="943" y="1282"/>
                  </a:cubicBezTo>
                  <a:cubicBezTo>
                    <a:pt x="728" y="1282"/>
                    <a:pt x="554" y="1118"/>
                    <a:pt x="554" y="902"/>
                  </a:cubicBezTo>
                  <a:lnTo>
                    <a:pt x="5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98"/>
            <p:cNvSpPr/>
            <p:nvPr/>
          </p:nvSpPr>
          <p:spPr>
            <a:xfrm>
              <a:off x="4780113" y="1429925"/>
              <a:ext cx="79200" cy="79200"/>
            </a:xfrm>
            <a:custGeom>
              <a:avLst/>
              <a:gdLst/>
              <a:ahLst/>
              <a:cxnLst/>
              <a:rect l="l" t="t" r="r" b="b"/>
              <a:pathLst>
                <a:path w="3168" h="3168" extrusionOk="0">
                  <a:moveTo>
                    <a:pt x="2563" y="0"/>
                  </a:moveTo>
                  <a:lnTo>
                    <a:pt x="2563" y="902"/>
                  </a:lnTo>
                  <a:cubicBezTo>
                    <a:pt x="2563" y="1118"/>
                    <a:pt x="2399" y="1282"/>
                    <a:pt x="2184" y="1282"/>
                  </a:cubicBezTo>
                  <a:cubicBezTo>
                    <a:pt x="1671" y="1282"/>
                    <a:pt x="1241" y="1712"/>
                    <a:pt x="1241" y="2225"/>
                  </a:cubicBezTo>
                  <a:cubicBezTo>
                    <a:pt x="1241" y="2399"/>
                    <a:pt x="1077" y="2563"/>
                    <a:pt x="902" y="2563"/>
                  </a:cubicBezTo>
                  <a:lnTo>
                    <a:pt x="0" y="2563"/>
                  </a:lnTo>
                  <a:lnTo>
                    <a:pt x="0" y="3168"/>
                  </a:lnTo>
                  <a:lnTo>
                    <a:pt x="902" y="3168"/>
                  </a:lnTo>
                  <a:cubicBezTo>
                    <a:pt x="1415" y="3168"/>
                    <a:pt x="1845" y="2737"/>
                    <a:pt x="1845" y="2225"/>
                  </a:cubicBezTo>
                  <a:cubicBezTo>
                    <a:pt x="1845" y="2010"/>
                    <a:pt x="2009" y="1835"/>
                    <a:pt x="2184" y="1835"/>
                  </a:cubicBezTo>
                  <a:cubicBezTo>
                    <a:pt x="2737" y="1835"/>
                    <a:pt x="3168" y="1415"/>
                    <a:pt x="3168" y="902"/>
                  </a:cubicBezTo>
                  <a:lnTo>
                    <a:pt x="3168"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98"/>
            <p:cNvSpPr/>
            <p:nvPr/>
          </p:nvSpPr>
          <p:spPr>
            <a:xfrm>
              <a:off x="4772663" y="1422500"/>
              <a:ext cx="288350" cy="343950"/>
            </a:xfrm>
            <a:custGeom>
              <a:avLst/>
              <a:gdLst/>
              <a:ahLst/>
              <a:cxnLst/>
              <a:rect l="l" t="t" r="r" b="b"/>
              <a:pathLst>
                <a:path w="11534" h="13758" extrusionOk="0">
                  <a:moveTo>
                    <a:pt x="5772" y="3250"/>
                  </a:moveTo>
                  <a:cubicBezTo>
                    <a:pt x="6500" y="3250"/>
                    <a:pt x="7177" y="3465"/>
                    <a:pt x="7731" y="3803"/>
                  </a:cubicBezTo>
                  <a:lnTo>
                    <a:pt x="5772" y="5208"/>
                  </a:lnTo>
                  <a:lnTo>
                    <a:pt x="3845" y="3803"/>
                  </a:lnTo>
                  <a:cubicBezTo>
                    <a:pt x="4399" y="3465"/>
                    <a:pt x="5086" y="3250"/>
                    <a:pt x="5772" y="3250"/>
                  </a:cubicBezTo>
                  <a:close/>
                  <a:moveTo>
                    <a:pt x="3978" y="4613"/>
                  </a:moveTo>
                  <a:lnTo>
                    <a:pt x="5260" y="5556"/>
                  </a:lnTo>
                  <a:lnTo>
                    <a:pt x="4491" y="6110"/>
                  </a:lnTo>
                  <a:lnTo>
                    <a:pt x="3978" y="4613"/>
                  </a:lnTo>
                  <a:close/>
                  <a:moveTo>
                    <a:pt x="7608" y="4613"/>
                  </a:moveTo>
                  <a:lnTo>
                    <a:pt x="7095" y="6110"/>
                  </a:lnTo>
                  <a:lnTo>
                    <a:pt x="6285" y="5556"/>
                  </a:lnTo>
                  <a:lnTo>
                    <a:pt x="7608" y="4613"/>
                  </a:lnTo>
                  <a:close/>
                  <a:moveTo>
                    <a:pt x="10427" y="595"/>
                  </a:moveTo>
                  <a:cubicBezTo>
                    <a:pt x="10724" y="595"/>
                    <a:pt x="10939" y="810"/>
                    <a:pt x="10939" y="1107"/>
                  </a:cubicBezTo>
                  <a:lnTo>
                    <a:pt x="10939" y="6581"/>
                  </a:lnTo>
                  <a:lnTo>
                    <a:pt x="9996" y="6581"/>
                  </a:lnTo>
                  <a:cubicBezTo>
                    <a:pt x="9832" y="4398"/>
                    <a:pt x="7987" y="2645"/>
                    <a:pt x="5772" y="2645"/>
                  </a:cubicBezTo>
                  <a:cubicBezTo>
                    <a:pt x="3548" y="2645"/>
                    <a:pt x="1713" y="4398"/>
                    <a:pt x="1539" y="6581"/>
                  </a:cubicBezTo>
                  <a:lnTo>
                    <a:pt x="606" y="6581"/>
                  </a:lnTo>
                  <a:lnTo>
                    <a:pt x="606" y="1107"/>
                  </a:lnTo>
                  <a:cubicBezTo>
                    <a:pt x="606" y="810"/>
                    <a:pt x="811" y="595"/>
                    <a:pt x="1118" y="595"/>
                  </a:cubicBezTo>
                  <a:close/>
                  <a:moveTo>
                    <a:pt x="3251" y="4275"/>
                  </a:moveTo>
                  <a:lnTo>
                    <a:pt x="3978" y="6489"/>
                  </a:lnTo>
                  <a:lnTo>
                    <a:pt x="2225" y="7730"/>
                  </a:lnTo>
                  <a:cubicBezTo>
                    <a:pt x="2184" y="7432"/>
                    <a:pt x="2143" y="7176"/>
                    <a:pt x="2143" y="6879"/>
                  </a:cubicBezTo>
                  <a:cubicBezTo>
                    <a:pt x="2143" y="5854"/>
                    <a:pt x="2564" y="4951"/>
                    <a:pt x="3251" y="4275"/>
                  </a:cubicBezTo>
                  <a:close/>
                  <a:moveTo>
                    <a:pt x="8335" y="4275"/>
                  </a:moveTo>
                  <a:cubicBezTo>
                    <a:pt x="9012" y="4951"/>
                    <a:pt x="9443" y="5854"/>
                    <a:pt x="9443" y="6879"/>
                  </a:cubicBezTo>
                  <a:cubicBezTo>
                    <a:pt x="9443" y="7176"/>
                    <a:pt x="9402" y="7432"/>
                    <a:pt x="9320" y="7730"/>
                  </a:cubicBezTo>
                  <a:lnTo>
                    <a:pt x="7608" y="6489"/>
                  </a:lnTo>
                  <a:lnTo>
                    <a:pt x="8335" y="4275"/>
                  </a:lnTo>
                  <a:close/>
                  <a:moveTo>
                    <a:pt x="4194" y="7053"/>
                  </a:moveTo>
                  <a:lnTo>
                    <a:pt x="4491" y="7904"/>
                  </a:lnTo>
                  <a:lnTo>
                    <a:pt x="2994" y="7904"/>
                  </a:lnTo>
                  <a:lnTo>
                    <a:pt x="4194" y="7053"/>
                  </a:lnTo>
                  <a:close/>
                  <a:moveTo>
                    <a:pt x="5772" y="5936"/>
                  </a:moveTo>
                  <a:lnTo>
                    <a:pt x="6880" y="6704"/>
                  </a:lnTo>
                  <a:lnTo>
                    <a:pt x="6500" y="7904"/>
                  </a:lnTo>
                  <a:lnTo>
                    <a:pt x="5086" y="7904"/>
                  </a:lnTo>
                  <a:lnTo>
                    <a:pt x="4706" y="6704"/>
                  </a:lnTo>
                  <a:lnTo>
                    <a:pt x="5772" y="5936"/>
                  </a:lnTo>
                  <a:close/>
                  <a:moveTo>
                    <a:pt x="7392" y="7053"/>
                  </a:moveTo>
                  <a:lnTo>
                    <a:pt x="8592" y="7904"/>
                  </a:lnTo>
                  <a:lnTo>
                    <a:pt x="7095" y="7904"/>
                  </a:lnTo>
                  <a:lnTo>
                    <a:pt x="7392" y="7053"/>
                  </a:lnTo>
                  <a:close/>
                  <a:moveTo>
                    <a:pt x="6285" y="8498"/>
                  </a:moveTo>
                  <a:lnTo>
                    <a:pt x="5772" y="9913"/>
                  </a:lnTo>
                  <a:lnTo>
                    <a:pt x="5301" y="8498"/>
                  </a:lnTo>
                  <a:close/>
                  <a:moveTo>
                    <a:pt x="4655" y="8498"/>
                  </a:moveTo>
                  <a:lnTo>
                    <a:pt x="5342" y="10508"/>
                  </a:lnTo>
                  <a:cubicBezTo>
                    <a:pt x="4101" y="10385"/>
                    <a:pt x="3035" y="9565"/>
                    <a:pt x="2523" y="8498"/>
                  </a:cubicBezTo>
                  <a:close/>
                  <a:moveTo>
                    <a:pt x="9063" y="8498"/>
                  </a:moveTo>
                  <a:cubicBezTo>
                    <a:pt x="8499" y="9565"/>
                    <a:pt x="7474" y="10385"/>
                    <a:pt x="6193" y="10508"/>
                  </a:cubicBezTo>
                  <a:lnTo>
                    <a:pt x="6880" y="8498"/>
                  </a:lnTo>
                  <a:close/>
                  <a:moveTo>
                    <a:pt x="1580" y="7176"/>
                  </a:moveTo>
                  <a:cubicBezTo>
                    <a:pt x="1580" y="7566"/>
                    <a:pt x="1672" y="7904"/>
                    <a:pt x="1754" y="8242"/>
                  </a:cubicBezTo>
                  <a:cubicBezTo>
                    <a:pt x="1795" y="8242"/>
                    <a:pt x="1795" y="8283"/>
                    <a:pt x="1795" y="8283"/>
                  </a:cubicBezTo>
                  <a:lnTo>
                    <a:pt x="1795" y="8334"/>
                  </a:lnTo>
                  <a:cubicBezTo>
                    <a:pt x="2400" y="9954"/>
                    <a:pt x="3978" y="11102"/>
                    <a:pt x="5772" y="11102"/>
                  </a:cubicBezTo>
                  <a:cubicBezTo>
                    <a:pt x="7608" y="11102"/>
                    <a:pt x="9145" y="9954"/>
                    <a:pt x="9740" y="8334"/>
                  </a:cubicBezTo>
                  <a:cubicBezTo>
                    <a:pt x="9781" y="8334"/>
                    <a:pt x="9781" y="8283"/>
                    <a:pt x="9781" y="8283"/>
                  </a:cubicBezTo>
                  <a:lnTo>
                    <a:pt x="9781" y="8242"/>
                  </a:lnTo>
                  <a:cubicBezTo>
                    <a:pt x="9914" y="7904"/>
                    <a:pt x="9996" y="7217"/>
                    <a:pt x="9996" y="7217"/>
                  </a:cubicBezTo>
                  <a:lnTo>
                    <a:pt x="10939" y="7217"/>
                  </a:lnTo>
                  <a:lnTo>
                    <a:pt x="10939" y="12640"/>
                  </a:lnTo>
                  <a:cubicBezTo>
                    <a:pt x="10939" y="12948"/>
                    <a:pt x="10724" y="13153"/>
                    <a:pt x="10427" y="13153"/>
                  </a:cubicBezTo>
                  <a:lnTo>
                    <a:pt x="1118" y="13153"/>
                  </a:lnTo>
                  <a:cubicBezTo>
                    <a:pt x="811" y="13153"/>
                    <a:pt x="606" y="12948"/>
                    <a:pt x="606" y="12640"/>
                  </a:cubicBezTo>
                  <a:lnTo>
                    <a:pt x="606" y="7176"/>
                  </a:lnTo>
                  <a:close/>
                  <a:moveTo>
                    <a:pt x="1118" y="0"/>
                  </a:moveTo>
                  <a:cubicBezTo>
                    <a:pt x="513" y="0"/>
                    <a:pt x="1" y="472"/>
                    <a:pt x="1" y="1107"/>
                  </a:cubicBezTo>
                  <a:lnTo>
                    <a:pt x="1" y="12640"/>
                  </a:lnTo>
                  <a:cubicBezTo>
                    <a:pt x="1" y="13286"/>
                    <a:pt x="513" y="13757"/>
                    <a:pt x="1118" y="13757"/>
                  </a:cubicBezTo>
                  <a:lnTo>
                    <a:pt x="10427" y="13757"/>
                  </a:lnTo>
                  <a:cubicBezTo>
                    <a:pt x="11062" y="13757"/>
                    <a:pt x="11534" y="13286"/>
                    <a:pt x="11534" y="12640"/>
                  </a:cubicBezTo>
                  <a:lnTo>
                    <a:pt x="11534" y="1107"/>
                  </a:lnTo>
                  <a:cubicBezTo>
                    <a:pt x="11534" y="513"/>
                    <a:pt x="11062" y="0"/>
                    <a:pt x="10427"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7" name="Google Shape;1577;p98"/>
          <p:cNvGrpSpPr/>
          <p:nvPr/>
        </p:nvGrpSpPr>
        <p:grpSpPr>
          <a:xfrm>
            <a:off x="3271338" y="1422500"/>
            <a:ext cx="336275" cy="343950"/>
            <a:chOff x="3271338" y="1422500"/>
            <a:chExt cx="336275" cy="343950"/>
          </a:xfrm>
        </p:grpSpPr>
        <p:sp>
          <p:nvSpPr>
            <p:cNvPr id="1578" name="Google Shape;1578;p98"/>
            <p:cNvSpPr/>
            <p:nvPr/>
          </p:nvSpPr>
          <p:spPr>
            <a:xfrm>
              <a:off x="3355663" y="1618025"/>
              <a:ext cx="169950" cy="141000"/>
            </a:xfrm>
            <a:custGeom>
              <a:avLst/>
              <a:gdLst/>
              <a:ahLst/>
              <a:cxnLst/>
              <a:rect l="l" t="t" r="r" b="b"/>
              <a:pathLst>
                <a:path w="6798" h="5640" extrusionOk="0">
                  <a:moveTo>
                    <a:pt x="298" y="1"/>
                  </a:moveTo>
                  <a:cubicBezTo>
                    <a:pt x="175" y="1"/>
                    <a:pt x="0" y="124"/>
                    <a:pt x="0" y="257"/>
                  </a:cubicBezTo>
                  <a:lnTo>
                    <a:pt x="0" y="5639"/>
                  </a:lnTo>
                  <a:lnTo>
                    <a:pt x="595" y="5639"/>
                  </a:lnTo>
                  <a:lnTo>
                    <a:pt x="595" y="554"/>
                  </a:lnTo>
                  <a:lnTo>
                    <a:pt x="3117" y="554"/>
                  </a:lnTo>
                  <a:lnTo>
                    <a:pt x="3117" y="5639"/>
                  </a:lnTo>
                  <a:lnTo>
                    <a:pt x="3722" y="5639"/>
                  </a:lnTo>
                  <a:lnTo>
                    <a:pt x="3722" y="554"/>
                  </a:lnTo>
                  <a:lnTo>
                    <a:pt x="6192" y="554"/>
                  </a:lnTo>
                  <a:lnTo>
                    <a:pt x="6192" y="5639"/>
                  </a:lnTo>
                  <a:lnTo>
                    <a:pt x="6797" y="5639"/>
                  </a:lnTo>
                  <a:lnTo>
                    <a:pt x="6797" y="257"/>
                  </a:lnTo>
                  <a:cubicBezTo>
                    <a:pt x="6797" y="124"/>
                    <a:pt x="6664" y="1"/>
                    <a:pt x="649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98"/>
            <p:cNvSpPr/>
            <p:nvPr/>
          </p:nvSpPr>
          <p:spPr>
            <a:xfrm>
              <a:off x="3271338" y="1422500"/>
              <a:ext cx="336275" cy="343950"/>
            </a:xfrm>
            <a:custGeom>
              <a:avLst/>
              <a:gdLst/>
              <a:ahLst/>
              <a:cxnLst/>
              <a:rect l="l" t="t" r="r" b="b"/>
              <a:pathLst>
                <a:path w="13451" h="13758" extrusionOk="0">
                  <a:moveTo>
                    <a:pt x="4101" y="1835"/>
                  </a:moveTo>
                  <a:lnTo>
                    <a:pt x="4101" y="3803"/>
                  </a:lnTo>
                  <a:lnTo>
                    <a:pt x="852" y="3803"/>
                  </a:lnTo>
                  <a:lnTo>
                    <a:pt x="1456" y="1835"/>
                  </a:lnTo>
                  <a:close/>
                  <a:moveTo>
                    <a:pt x="6193" y="595"/>
                  </a:moveTo>
                  <a:cubicBezTo>
                    <a:pt x="6367" y="595"/>
                    <a:pt x="6490" y="728"/>
                    <a:pt x="6490" y="902"/>
                  </a:cubicBezTo>
                  <a:lnTo>
                    <a:pt x="6490" y="3803"/>
                  </a:lnTo>
                  <a:lnTo>
                    <a:pt x="4696" y="3803"/>
                  </a:lnTo>
                  <a:lnTo>
                    <a:pt x="4696" y="595"/>
                  </a:lnTo>
                  <a:close/>
                  <a:moveTo>
                    <a:pt x="8930" y="595"/>
                  </a:moveTo>
                  <a:lnTo>
                    <a:pt x="8930" y="3803"/>
                  </a:lnTo>
                  <a:lnTo>
                    <a:pt x="7095" y="3803"/>
                  </a:lnTo>
                  <a:lnTo>
                    <a:pt x="7095" y="902"/>
                  </a:lnTo>
                  <a:cubicBezTo>
                    <a:pt x="7095" y="728"/>
                    <a:pt x="7259" y="595"/>
                    <a:pt x="7433" y="595"/>
                  </a:cubicBezTo>
                  <a:close/>
                  <a:moveTo>
                    <a:pt x="12169" y="1835"/>
                  </a:moveTo>
                  <a:lnTo>
                    <a:pt x="12774" y="3803"/>
                  </a:lnTo>
                  <a:lnTo>
                    <a:pt x="9565" y="3803"/>
                  </a:lnTo>
                  <a:lnTo>
                    <a:pt x="9565" y="1835"/>
                  </a:lnTo>
                  <a:close/>
                  <a:moveTo>
                    <a:pt x="10765" y="4398"/>
                  </a:moveTo>
                  <a:lnTo>
                    <a:pt x="10765" y="5259"/>
                  </a:lnTo>
                  <a:cubicBezTo>
                    <a:pt x="10765" y="5638"/>
                    <a:pt x="10426" y="5977"/>
                    <a:pt x="9996" y="5977"/>
                  </a:cubicBezTo>
                  <a:cubicBezTo>
                    <a:pt x="9781" y="5977"/>
                    <a:pt x="9606" y="5895"/>
                    <a:pt x="9442" y="5772"/>
                  </a:cubicBezTo>
                  <a:cubicBezTo>
                    <a:pt x="9309" y="5638"/>
                    <a:pt x="9227" y="5464"/>
                    <a:pt x="9227" y="5300"/>
                  </a:cubicBezTo>
                  <a:lnTo>
                    <a:pt x="9227" y="5259"/>
                  </a:lnTo>
                  <a:lnTo>
                    <a:pt x="9227" y="4398"/>
                  </a:lnTo>
                  <a:close/>
                  <a:moveTo>
                    <a:pt x="8632" y="4398"/>
                  </a:moveTo>
                  <a:lnTo>
                    <a:pt x="8632" y="5208"/>
                  </a:lnTo>
                  <a:lnTo>
                    <a:pt x="8632" y="5300"/>
                  </a:lnTo>
                  <a:cubicBezTo>
                    <a:pt x="8585" y="5690"/>
                    <a:pt x="8291" y="5982"/>
                    <a:pt x="7905" y="5982"/>
                  </a:cubicBezTo>
                  <a:cubicBezTo>
                    <a:pt x="7875" y="5982"/>
                    <a:pt x="7844" y="5980"/>
                    <a:pt x="7812" y="5977"/>
                  </a:cubicBezTo>
                  <a:cubicBezTo>
                    <a:pt x="7433" y="5977"/>
                    <a:pt x="7136" y="5638"/>
                    <a:pt x="7136" y="5208"/>
                  </a:cubicBezTo>
                  <a:lnTo>
                    <a:pt x="7136" y="4398"/>
                  </a:lnTo>
                  <a:close/>
                  <a:moveTo>
                    <a:pt x="2307" y="4398"/>
                  </a:moveTo>
                  <a:lnTo>
                    <a:pt x="2307" y="5259"/>
                  </a:lnTo>
                  <a:cubicBezTo>
                    <a:pt x="2307" y="5637"/>
                    <a:pt x="1959" y="5990"/>
                    <a:pt x="1546" y="5990"/>
                  </a:cubicBezTo>
                  <a:cubicBezTo>
                    <a:pt x="1499" y="5990"/>
                    <a:pt x="1453" y="5986"/>
                    <a:pt x="1405" y="5977"/>
                  </a:cubicBezTo>
                  <a:cubicBezTo>
                    <a:pt x="1067" y="5936"/>
                    <a:pt x="770" y="5597"/>
                    <a:pt x="770" y="5208"/>
                  </a:cubicBezTo>
                  <a:lnTo>
                    <a:pt x="770" y="4398"/>
                  </a:lnTo>
                  <a:close/>
                  <a:moveTo>
                    <a:pt x="4399" y="4398"/>
                  </a:moveTo>
                  <a:lnTo>
                    <a:pt x="4399" y="5208"/>
                  </a:lnTo>
                  <a:cubicBezTo>
                    <a:pt x="4399" y="5597"/>
                    <a:pt x="4142" y="5936"/>
                    <a:pt x="3804" y="5977"/>
                  </a:cubicBezTo>
                  <a:cubicBezTo>
                    <a:pt x="3752" y="5986"/>
                    <a:pt x="3702" y="5990"/>
                    <a:pt x="3652" y="5990"/>
                  </a:cubicBezTo>
                  <a:cubicBezTo>
                    <a:pt x="3209" y="5990"/>
                    <a:pt x="2861" y="5637"/>
                    <a:pt x="2861" y="5259"/>
                  </a:cubicBezTo>
                  <a:lnTo>
                    <a:pt x="2861" y="4398"/>
                  </a:lnTo>
                  <a:close/>
                  <a:moveTo>
                    <a:pt x="6490" y="4398"/>
                  </a:moveTo>
                  <a:lnTo>
                    <a:pt x="6490" y="4613"/>
                  </a:lnTo>
                  <a:lnTo>
                    <a:pt x="6531" y="4613"/>
                  </a:lnTo>
                  <a:lnTo>
                    <a:pt x="6531" y="5208"/>
                  </a:lnTo>
                  <a:cubicBezTo>
                    <a:pt x="6531" y="5597"/>
                    <a:pt x="6275" y="5936"/>
                    <a:pt x="5895" y="5977"/>
                  </a:cubicBezTo>
                  <a:cubicBezTo>
                    <a:pt x="5848" y="5986"/>
                    <a:pt x="5801" y="5990"/>
                    <a:pt x="5755" y="5990"/>
                  </a:cubicBezTo>
                  <a:cubicBezTo>
                    <a:pt x="5342" y="5990"/>
                    <a:pt x="4993" y="5637"/>
                    <a:pt x="4993" y="5259"/>
                  </a:cubicBezTo>
                  <a:lnTo>
                    <a:pt x="4993" y="4398"/>
                  </a:lnTo>
                  <a:close/>
                  <a:moveTo>
                    <a:pt x="12856" y="4398"/>
                  </a:moveTo>
                  <a:lnTo>
                    <a:pt x="12856" y="5259"/>
                  </a:lnTo>
                  <a:cubicBezTo>
                    <a:pt x="12856" y="5637"/>
                    <a:pt x="12508" y="5990"/>
                    <a:pt x="12102" y="5990"/>
                  </a:cubicBezTo>
                  <a:cubicBezTo>
                    <a:pt x="12057" y="5990"/>
                    <a:pt x="12011" y="5986"/>
                    <a:pt x="11964" y="5977"/>
                  </a:cubicBezTo>
                  <a:cubicBezTo>
                    <a:pt x="11575" y="5936"/>
                    <a:pt x="11318" y="5597"/>
                    <a:pt x="11318" y="5208"/>
                  </a:cubicBezTo>
                  <a:lnTo>
                    <a:pt x="11318" y="4398"/>
                  </a:lnTo>
                  <a:close/>
                  <a:moveTo>
                    <a:pt x="11062" y="6069"/>
                  </a:moveTo>
                  <a:cubicBezTo>
                    <a:pt x="11318" y="6407"/>
                    <a:pt x="11657" y="6581"/>
                    <a:pt x="12087" y="6581"/>
                  </a:cubicBezTo>
                  <a:lnTo>
                    <a:pt x="12261" y="6581"/>
                  </a:lnTo>
                  <a:lnTo>
                    <a:pt x="12261" y="10251"/>
                  </a:lnTo>
                  <a:lnTo>
                    <a:pt x="10170" y="10251"/>
                  </a:lnTo>
                  <a:lnTo>
                    <a:pt x="10170" y="10846"/>
                  </a:lnTo>
                  <a:lnTo>
                    <a:pt x="12261" y="10846"/>
                  </a:lnTo>
                  <a:lnTo>
                    <a:pt x="12261" y="13153"/>
                  </a:lnTo>
                  <a:lnTo>
                    <a:pt x="1364" y="13153"/>
                  </a:lnTo>
                  <a:lnTo>
                    <a:pt x="1364" y="10846"/>
                  </a:lnTo>
                  <a:lnTo>
                    <a:pt x="3373" y="10846"/>
                  </a:lnTo>
                  <a:lnTo>
                    <a:pt x="3373" y="10251"/>
                  </a:lnTo>
                  <a:lnTo>
                    <a:pt x="1364" y="10251"/>
                  </a:lnTo>
                  <a:lnTo>
                    <a:pt x="1364" y="6581"/>
                  </a:lnTo>
                  <a:lnTo>
                    <a:pt x="1538" y="6581"/>
                  </a:lnTo>
                  <a:cubicBezTo>
                    <a:pt x="1969" y="6581"/>
                    <a:pt x="2348" y="6407"/>
                    <a:pt x="2605" y="6069"/>
                  </a:cubicBezTo>
                  <a:cubicBezTo>
                    <a:pt x="2861" y="6407"/>
                    <a:pt x="3250" y="6581"/>
                    <a:pt x="3671" y="6581"/>
                  </a:cubicBezTo>
                  <a:cubicBezTo>
                    <a:pt x="4101" y="6581"/>
                    <a:pt x="4481" y="6407"/>
                    <a:pt x="4696" y="6069"/>
                  </a:cubicBezTo>
                  <a:cubicBezTo>
                    <a:pt x="4952" y="6407"/>
                    <a:pt x="5342" y="6581"/>
                    <a:pt x="5762" y="6581"/>
                  </a:cubicBezTo>
                  <a:cubicBezTo>
                    <a:pt x="6193" y="6581"/>
                    <a:pt x="6582" y="6407"/>
                    <a:pt x="6838" y="6069"/>
                  </a:cubicBezTo>
                  <a:cubicBezTo>
                    <a:pt x="7095" y="6407"/>
                    <a:pt x="7474" y="6581"/>
                    <a:pt x="7905" y="6581"/>
                  </a:cubicBezTo>
                  <a:cubicBezTo>
                    <a:pt x="8284" y="6581"/>
                    <a:pt x="8673" y="6407"/>
                    <a:pt x="8930" y="6069"/>
                  </a:cubicBezTo>
                  <a:cubicBezTo>
                    <a:pt x="8971" y="6110"/>
                    <a:pt x="9012" y="6151"/>
                    <a:pt x="9012" y="6192"/>
                  </a:cubicBezTo>
                  <a:cubicBezTo>
                    <a:pt x="9268" y="6448"/>
                    <a:pt x="9606" y="6581"/>
                    <a:pt x="9996" y="6581"/>
                  </a:cubicBezTo>
                  <a:cubicBezTo>
                    <a:pt x="10426" y="6581"/>
                    <a:pt x="10806" y="6407"/>
                    <a:pt x="11062" y="6069"/>
                  </a:cubicBezTo>
                  <a:close/>
                  <a:moveTo>
                    <a:pt x="4399" y="0"/>
                  </a:moveTo>
                  <a:cubicBezTo>
                    <a:pt x="4224" y="0"/>
                    <a:pt x="4101" y="133"/>
                    <a:pt x="4101" y="297"/>
                  </a:cubicBezTo>
                  <a:lnTo>
                    <a:pt x="4101" y="1281"/>
                  </a:lnTo>
                  <a:lnTo>
                    <a:pt x="1282" y="1281"/>
                  </a:lnTo>
                  <a:cubicBezTo>
                    <a:pt x="1149" y="1281"/>
                    <a:pt x="1026" y="1363"/>
                    <a:pt x="985" y="1497"/>
                  </a:cubicBezTo>
                  <a:lnTo>
                    <a:pt x="216" y="4019"/>
                  </a:lnTo>
                  <a:lnTo>
                    <a:pt x="216" y="4060"/>
                  </a:lnTo>
                  <a:lnTo>
                    <a:pt x="175" y="4101"/>
                  </a:lnTo>
                  <a:lnTo>
                    <a:pt x="175" y="5259"/>
                  </a:lnTo>
                  <a:cubicBezTo>
                    <a:pt x="175" y="5720"/>
                    <a:pt x="431" y="6110"/>
                    <a:pt x="770" y="6366"/>
                  </a:cubicBezTo>
                  <a:lnTo>
                    <a:pt x="811" y="13153"/>
                  </a:lnTo>
                  <a:lnTo>
                    <a:pt x="298" y="13153"/>
                  </a:lnTo>
                  <a:cubicBezTo>
                    <a:pt x="298" y="13153"/>
                    <a:pt x="1" y="13327"/>
                    <a:pt x="1" y="13460"/>
                  </a:cubicBezTo>
                  <a:cubicBezTo>
                    <a:pt x="1" y="13624"/>
                    <a:pt x="175" y="13757"/>
                    <a:pt x="298" y="13757"/>
                  </a:cubicBezTo>
                  <a:lnTo>
                    <a:pt x="13153" y="13757"/>
                  </a:lnTo>
                  <a:cubicBezTo>
                    <a:pt x="13287" y="13757"/>
                    <a:pt x="13410" y="13624"/>
                    <a:pt x="13410" y="13460"/>
                  </a:cubicBezTo>
                  <a:cubicBezTo>
                    <a:pt x="13410" y="13327"/>
                    <a:pt x="13287" y="13153"/>
                    <a:pt x="13153" y="13153"/>
                  </a:cubicBezTo>
                  <a:lnTo>
                    <a:pt x="12856" y="13153"/>
                  </a:lnTo>
                  <a:lnTo>
                    <a:pt x="12856" y="6366"/>
                  </a:lnTo>
                  <a:cubicBezTo>
                    <a:pt x="13194" y="6110"/>
                    <a:pt x="13451" y="5720"/>
                    <a:pt x="13451" y="5259"/>
                  </a:cubicBezTo>
                  <a:lnTo>
                    <a:pt x="13451" y="4101"/>
                  </a:lnTo>
                  <a:lnTo>
                    <a:pt x="13451" y="4060"/>
                  </a:lnTo>
                  <a:lnTo>
                    <a:pt x="13451" y="4019"/>
                  </a:lnTo>
                  <a:lnTo>
                    <a:pt x="12682" y="1497"/>
                  </a:lnTo>
                  <a:cubicBezTo>
                    <a:pt x="12641" y="1363"/>
                    <a:pt x="12518" y="1281"/>
                    <a:pt x="12384" y="1281"/>
                  </a:cubicBezTo>
                  <a:lnTo>
                    <a:pt x="9565" y="1281"/>
                  </a:lnTo>
                  <a:lnTo>
                    <a:pt x="9565" y="297"/>
                  </a:lnTo>
                  <a:cubicBezTo>
                    <a:pt x="9565" y="133"/>
                    <a:pt x="9401" y="0"/>
                    <a:pt x="9268" y="0"/>
                  </a:cubicBezTo>
                  <a:lnTo>
                    <a:pt x="7433" y="0"/>
                  </a:lnTo>
                  <a:cubicBezTo>
                    <a:pt x="7177" y="0"/>
                    <a:pt x="6961" y="82"/>
                    <a:pt x="6838" y="215"/>
                  </a:cubicBezTo>
                  <a:cubicBezTo>
                    <a:pt x="6664" y="82"/>
                    <a:pt x="6449" y="0"/>
                    <a:pt x="619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583"/>
        <p:cNvGrpSpPr/>
        <p:nvPr/>
      </p:nvGrpSpPr>
      <p:grpSpPr>
        <a:xfrm>
          <a:off x="0" y="0"/>
          <a:ext cx="0" cy="0"/>
          <a:chOff x="0" y="0"/>
          <a:chExt cx="0" cy="0"/>
        </a:xfrm>
      </p:grpSpPr>
      <p:sp>
        <p:nvSpPr>
          <p:cNvPr id="1584" name="Google Shape;1584;p99"/>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Alternative resources</a:t>
            </a:r>
            <a:endParaRPr/>
          </a:p>
        </p:txBody>
      </p:sp>
      <p:sp>
        <p:nvSpPr>
          <p:cNvPr id="1585" name="Google Shape;1585;p99"/>
          <p:cNvSpPr txBox="1">
            <a:spLocks noGrp="1"/>
          </p:cNvSpPr>
          <p:nvPr>
            <p:ph type="subTitle" idx="1"/>
          </p:nvPr>
        </p:nvSpPr>
        <p:spPr>
          <a:xfrm>
            <a:off x="713250" y="1017725"/>
            <a:ext cx="7717500" cy="88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an assortment of alternative resources whose style fits that of this template:</a:t>
            </a:r>
            <a:endParaRPr/>
          </a:p>
          <a:p>
            <a:pPr marL="457200" lvl="0" indent="-304800" algn="l" rtl="0">
              <a:spcBef>
                <a:spcPts val="1000"/>
              </a:spcBef>
              <a:spcAft>
                <a:spcPts val="0"/>
              </a:spcAft>
              <a:buSzPts val="1200"/>
              <a:buFont typeface="Inter"/>
              <a:buChar char="●"/>
            </a:pPr>
            <a:r>
              <a:rPr lang="en" u="sng">
                <a:hlinkClick r:id="rId3"/>
              </a:rPr>
              <a:t>Flat design geometric background</a:t>
            </a:r>
            <a:endParaRPr/>
          </a:p>
        </p:txBody>
      </p:sp>
      <p:grpSp>
        <p:nvGrpSpPr>
          <p:cNvPr id="1586" name="Google Shape;1586;p99"/>
          <p:cNvGrpSpPr/>
          <p:nvPr/>
        </p:nvGrpSpPr>
        <p:grpSpPr>
          <a:xfrm>
            <a:off x="5091543" y="2422716"/>
            <a:ext cx="1280500" cy="633456"/>
            <a:chOff x="5253650" y="2399000"/>
            <a:chExt cx="1366450" cy="675975"/>
          </a:xfrm>
        </p:grpSpPr>
        <p:sp>
          <p:nvSpPr>
            <p:cNvPr id="1587" name="Google Shape;1587;p99"/>
            <p:cNvSpPr/>
            <p:nvPr/>
          </p:nvSpPr>
          <p:spPr>
            <a:xfrm>
              <a:off x="6494425" y="2948075"/>
              <a:ext cx="125675" cy="126900"/>
            </a:xfrm>
            <a:custGeom>
              <a:avLst/>
              <a:gdLst/>
              <a:ahLst/>
              <a:cxnLst/>
              <a:rect l="l" t="t" r="r" b="b"/>
              <a:pathLst>
                <a:path w="5027" h="5076" extrusionOk="0">
                  <a:moveTo>
                    <a:pt x="2514" y="1"/>
                  </a:moveTo>
                  <a:cubicBezTo>
                    <a:pt x="1122" y="1"/>
                    <a:pt x="1" y="1134"/>
                    <a:pt x="1" y="2563"/>
                  </a:cubicBezTo>
                  <a:cubicBezTo>
                    <a:pt x="1" y="3955"/>
                    <a:pt x="1122" y="5076"/>
                    <a:pt x="2514" y="5076"/>
                  </a:cubicBezTo>
                  <a:cubicBezTo>
                    <a:pt x="3893" y="5076"/>
                    <a:pt x="5027" y="3955"/>
                    <a:pt x="5027" y="2563"/>
                  </a:cubicBezTo>
                  <a:cubicBezTo>
                    <a:pt x="5027" y="1134"/>
                    <a:pt x="3893" y="1"/>
                    <a:pt x="2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99"/>
            <p:cNvSpPr/>
            <p:nvPr/>
          </p:nvSpPr>
          <p:spPr>
            <a:xfrm>
              <a:off x="6245300" y="2948075"/>
              <a:ext cx="127200" cy="126900"/>
            </a:xfrm>
            <a:custGeom>
              <a:avLst/>
              <a:gdLst/>
              <a:ahLst/>
              <a:cxnLst/>
              <a:rect l="l" t="t" r="r" b="b"/>
              <a:pathLst>
                <a:path w="5088" h="5076" extrusionOk="0">
                  <a:moveTo>
                    <a:pt x="2525" y="1"/>
                  </a:moveTo>
                  <a:cubicBezTo>
                    <a:pt x="1133" y="1"/>
                    <a:pt x="0" y="1134"/>
                    <a:pt x="0" y="2563"/>
                  </a:cubicBezTo>
                  <a:cubicBezTo>
                    <a:pt x="0" y="3955"/>
                    <a:pt x="1133" y="5076"/>
                    <a:pt x="2525" y="5076"/>
                  </a:cubicBezTo>
                  <a:cubicBezTo>
                    <a:pt x="3954" y="5076"/>
                    <a:pt x="5088" y="3955"/>
                    <a:pt x="5088" y="2563"/>
                  </a:cubicBezTo>
                  <a:cubicBezTo>
                    <a:pt x="5088" y="1134"/>
                    <a:pt x="3954" y="1"/>
                    <a:pt x="25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99"/>
            <p:cNvSpPr/>
            <p:nvPr/>
          </p:nvSpPr>
          <p:spPr>
            <a:xfrm>
              <a:off x="5997700" y="2948075"/>
              <a:ext cx="125975" cy="126900"/>
            </a:xfrm>
            <a:custGeom>
              <a:avLst/>
              <a:gdLst/>
              <a:ahLst/>
              <a:cxnLst/>
              <a:rect l="l" t="t" r="r" b="b"/>
              <a:pathLst>
                <a:path w="5039" h="5076" extrusionOk="0">
                  <a:moveTo>
                    <a:pt x="2513" y="1"/>
                  </a:moveTo>
                  <a:cubicBezTo>
                    <a:pt x="1133" y="1"/>
                    <a:pt x="0" y="1134"/>
                    <a:pt x="0" y="2563"/>
                  </a:cubicBezTo>
                  <a:cubicBezTo>
                    <a:pt x="0" y="3955"/>
                    <a:pt x="1133" y="5076"/>
                    <a:pt x="2513" y="5076"/>
                  </a:cubicBezTo>
                  <a:cubicBezTo>
                    <a:pt x="3905" y="5076"/>
                    <a:pt x="5038" y="3955"/>
                    <a:pt x="5038" y="2563"/>
                  </a:cubicBezTo>
                  <a:cubicBezTo>
                    <a:pt x="5038" y="1134"/>
                    <a:pt x="3905" y="1"/>
                    <a:pt x="2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99"/>
            <p:cNvSpPr/>
            <p:nvPr/>
          </p:nvSpPr>
          <p:spPr>
            <a:xfrm>
              <a:off x="5750100" y="2948075"/>
              <a:ext cx="125650" cy="126900"/>
            </a:xfrm>
            <a:custGeom>
              <a:avLst/>
              <a:gdLst/>
              <a:ahLst/>
              <a:cxnLst/>
              <a:rect l="l" t="t" r="r" b="b"/>
              <a:pathLst>
                <a:path w="5026" h="5076" extrusionOk="0">
                  <a:moveTo>
                    <a:pt x="2513" y="1"/>
                  </a:moveTo>
                  <a:cubicBezTo>
                    <a:pt x="1133" y="1"/>
                    <a:pt x="0" y="1134"/>
                    <a:pt x="0" y="2563"/>
                  </a:cubicBezTo>
                  <a:cubicBezTo>
                    <a:pt x="0" y="3955"/>
                    <a:pt x="1133" y="5076"/>
                    <a:pt x="2513" y="5076"/>
                  </a:cubicBezTo>
                  <a:cubicBezTo>
                    <a:pt x="3905" y="5076"/>
                    <a:pt x="5026" y="3955"/>
                    <a:pt x="5026" y="2563"/>
                  </a:cubicBezTo>
                  <a:cubicBezTo>
                    <a:pt x="5026" y="1134"/>
                    <a:pt x="3905" y="1"/>
                    <a:pt x="2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99"/>
            <p:cNvSpPr/>
            <p:nvPr/>
          </p:nvSpPr>
          <p:spPr>
            <a:xfrm>
              <a:off x="5502500" y="2948075"/>
              <a:ext cx="125650" cy="126900"/>
            </a:xfrm>
            <a:custGeom>
              <a:avLst/>
              <a:gdLst/>
              <a:ahLst/>
              <a:cxnLst/>
              <a:rect l="l" t="t" r="r" b="b"/>
              <a:pathLst>
                <a:path w="5026" h="5076" extrusionOk="0">
                  <a:moveTo>
                    <a:pt x="2513" y="1"/>
                  </a:moveTo>
                  <a:cubicBezTo>
                    <a:pt x="1133" y="1"/>
                    <a:pt x="0" y="1134"/>
                    <a:pt x="0" y="2563"/>
                  </a:cubicBezTo>
                  <a:cubicBezTo>
                    <a:pt x="0" y="3955"/>
                    <a:pt x="1133" y="5076"/>
                    <a:pt x="2513" y="5076"/>
                  </a:cubicBezTo>
                  <a:cubicBezTo>
                    <a:pt x="3905" y="5076"/>
                    <a:pt x="5026" y="3955"/>
                    <a:pt x="5026" y="2563"/>
                  </a:cubicBezTo>
                  <a:cubicBezTo>
                    <a:pt x="5026" y="1134"/>
                    <a:pt x="3905" y="1"/>
                    <a:pt x="2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99"/>
            <p:cNvSpPr/>
            <p:nvPr/>
          </p:nvSpPr>
          <p:spPr>
            <a:xfrm>
              <a:off x="5253650" y="2948075"/>
              <a:ext cx="126900" cy="126900"/>
            </a:xfrm>
            <a:custGeom>
              <a:avLst/>
              <a:gdLst/>
              <a:ahLst/>
              <a:cxnLst/>
              <a:rect l="l" t="t" r="r" b="b"/>
              <a:pathLst>
                <a:path w="5076" h="5076" extrusionOk="0">
                  <a:moveTo>
                    <a:pt x="2514" y="1"/>
                  </a:moveTo>
                  <a:cubicBezTo>
                    <a:pt x="1122" y="1"/>
                    <a:pt x="1" y="1134"/>
                    <a:pt x="1" y="2563"/>
                  </a:cubicBezTo>
                  <a:cubicBezTo>
                    <a:pt x="1" y="3955"/>
                    <a:pt x="1122" y="5076"/>
                    <a:pt x="2514" y="5076"/>
                  </a:cubicBezTo>
                  <a:cubicBezTo>
                    <a:pt x="3943" y="5076"/>
                    <a:pt x="5076" y="3955"/>
                    <a:pt x="5076" y="2563"/>
                  </a:cubicBezTo>
                  <a:cubicBezTo>
                    <a:pt x="5076" y="1134"/>
                    <a:pt x="3943" y="1"/>
                    <a:pt x="2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99"/>
            <p:cNvSpPr/>
            <p:nvPr/>
          </p:nvSpPr>
          <p:spPr>
            <a:xfrm>
              <a:off x="6494425" y="2673375"/>
              <a:ext cx="125675" cy="127225"/>
            </a:xfrm>
            <a:custGeom>
              <a:avLst/>
              <a:gdLst/>
              <a:ahLst/>
              <a:cxnLst/>
              <a:rect l="l" t="t" r="r" b="b"/>
              <a:pathLst>
                <a:path w="5027" h="5089" extrusionOk="0">
                  <a:moveTo>
                    <a:pt x="2514" y="1"/>
                  </a:moveTo>
                  <a:cubicBezTo>
                    <a:pt x="1122" y="1"/>
                    <a:pt x="1" y="1134"/>
                    <a:pt x="1" y="2575"/>
                  </a:cubicBezTo>
                  <a:cubicBezTo>
                    <a:pt x="1" y="3955"/>
                    <a:pt x="1122" y="5088"/>
                    <a:pt x="2514" y="5088"/>
                  </a:cubicBezTo>
                  <a:cubicBezTo>
                    <a:pt x="3893" y="5088"/>
                    <a:pt x="5027" y="3955"/>
                    <a:pt x="5027" y="2575"/>
                  </a:cubicBezTo>
                  <a:cubicBezTo>
                    <a:pt x="5027" y="1134"/>
                    <a:pt x="3893" y="1"/>
                    <a:pt x="2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99"/>
            <p:cNvSpPr/>
            <p:nvPr/>
          </p:nvSpPr>
          <p:spPr>
            <a:xfrm>
              <a:off x="6245300" y="2673375"/>
              <a:ext cx="127200" cy="127225"/>
            </a:xfrm>
            <a:custGeom>
              <a:avLst/>
              <a:gdLst/>
              <a:ahLst/>
              <a:cxnLst/>
              <a:rect l="l" t="t" r="r" b="b"/>
              <a:pathLst>
                <a:path w="5088" h="5089" extrusionOk="0">
                  <a:moveTo>
                    <a:pt x="2525" y="1"/>
                  </a:moveTo>
                  <a:cubicBezTo>
                    <a:pt x="1133" y="1"/>
                    <a:pt x="0" y="1134"/>
                    <a:pt x="0" y="2575"/>
                  </a:cubicBezTo>
                  <a:cubicBezTo>
                    <a:pt x="0" y="3955"/>
                    <a:pt x="1133" y="5088"/>
                    <a:pt x="2525" y="5088"/>
                  </a:cubicBezTo>
                  <a:cubicBezTo>
                    <a:pt x="3954" y="5088"/>
                    <a:pt x="5088" y="3955"/>
                    <a:pt x="5088" y="2575"/>
                  </a:cubicBezTo>
                  <a:cubicBezTo>
                    <a:pt x="5088" y="1134"/>
                    <a:pt x="3954" y="1"/>
                    <a:pt x="25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99"/>
            <p:cNvSpPr/>
            <p:nvPr/>
          </p:nvSpPr>
          <p:spPr>
            <a:xfrm>
              <a:off x="5997700" y="2673375"/>
              <a:ext cx="125975" cy="127225"/>
            </a:xfrm>
            <a:custGeom>
              <a:avLst/>
              <a:gdLst/>
              <a:ahLst/>
              <a:cxnLst/>
              <a:rect l="l" t="t" r="r" b="b"/>
              <a:pathLst>
                <a:path w="5039" h="5089" extrusionOk="0">
                  <a:moveTo>
                    <a:pt x="2513" y="1"/>
                  </a:moveTo>
                  <a:cubicBezTo>
                    <a:pt x="1133" y="1"/>
                    <a:pt x="0" y="1134"/>
                    <a:pt x="0" y="2575"/>
                  </a:cubicBezTo>
                  <a:cubicBezTo>
                    <a:pt x="0" y="3955"/>
                    <a:pt x="1133" y="5088"/>
                    <a:pt x="2513" y="5088"/>
                  </a:cubicBezTo>
                  <a:cubicBezTo>
                    <a:pt x="3905" y="5088"/>
                    <a:pt x="5038" y="3955"/>
                    <a:pt x="5038" y="2575"/>
                  </a:cubicBezTo>
                  <a:cubicBezTo>
                    <a:pt x="5038" y="1134"/>
                    <a:pt x="3905" y="1"/>
                    <a:pt x="2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99"/>
            <p:cNvSpPr/>
            <p:nvPr/>
          </p:nvSpPr>
          <p:spPr>
            <a:xfrm>
              <a:off x="5750100" y="2673375"/>
              <a:ext cx="125650" cy="127225"/>
            </a:xfrm>
            <a:custGeom>
              <a:avLst/>
              <a:gdLst/>
              <a:ahLst/>
              <a:cxnLst/>
              <a:rect l="l" t="t" r="r" b="b"/>
              <a:pathLst>
                <a:path w="5026" h="5089" extrusionOk="0">
                  <a:moveTo>
                    <a:pt x="2513" y="1"/>
                  </a:moveTo>
                  <a:cubicBezTo>
                    <a:pt x="1133" y="1"/>
                    <a:pt x="0" y="1134"/>
                    <a:pt x="0" y="2575"/>
                  </a:cubicBezTo>
                  <a:cubicBezTo>
                    <a:pt x="0" y="3955"/>
                    <a:pt x="1133" y="5088"/>
                    <a:pt x="2513" y="5088"/>
                  </a:cubicBezTo>
                  <a:cubicBezTo>
                    <a:pt x="3905" y="5088"/>
                    <a:pt x="5026" y="3955"/>
                    <a:pt x="5026" y="2575"/>
                  </a:cubicBezTo>
                  <a:cubicBezTo>
                    <a:pt x="5026" y="1134"/>
                    <a:pt x="3905" y="1"/>
                    <a:pt x="2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99"/>
            <p:cNvSpPr/>
            <p:nvPr/>
          </p:nvSpPr>
          <p:spPr>
            <a:xfrm>
              <a:off x="5502500" y="2673375"/>
              <a:ext cx="125650" cy="127225"/>
            </a:xfrm>
            <a:custGeom>
              <a:avLst/>
              <a:gdLst/>
              <a:ahLst/>
              <a:cxnLst/>
              <a:rect l="l" t="t" r="r" b="b"/>
              <a:pathLst>
                <a:path w="5026" h="5089" extrusionOk="0">
                  <a:moveTo>
                    <a:pt x="2513" y="1"/>
                  </a:moveTo>
                  <a:cubicBezTo>
                    <a:pt x="1133" y="1"/>
                    <a:pt x="0" y="1134"/>
                    <a:pt x="0" y="2575"/>
                  </a:cubicBezTo>
                  <a:cubicBezTo>
                    <a:pt x="0" y="3955"/>
                    <a:pt x="1133" y="5088"/>
                    <a:pt x="2513" y="5088"/>
                  </a:cubicBezTo>
                  <a:cubicBezTo>
                    <a:pt x="3905" y="5088"/>
                    <a:pt x="5026" y="3955"/>
                    <a:pt x="5026" y="2575"/>
                  </a:cubicBezTo>
                  <a:cubicBezTo>
                    <a:pt x="5026" y="1134"/>
                    <a:pt x="3905" y="1"/>
                    <a:pt x="2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99"/>
            <p:cNvSpPr/>
            <p:nvPr/>
          </p:nvSpPr>
          <p:spPr>
            <a:xfrm>
              <a:off x="5253650" y="2673375"/>
              <a:ext cx="126900" cy="127225"/>
            </a:xfrm>
            <a:custGeom>
              <a:avLst/>
              <a:gdLst/>
              <a:ahLst/>
              <a:cxnLst/>
              <a:rect l="l" t="t" r="r" b="b"/>
              <a:pathLst>
                <a:path w="5076" h="5089" extrusionOk="0">
                  <a:moveTo>
                    <a:pt x="2514" y="1"/>
                  </a:moveTo>
                  <a:cubicBezTo>
                    <a:pt x="1122" y="1"/>
                    <a:pt x="1" y="1134"/>
                    <a:pt x="1" y="2575"/>
                  </a:cubicBezTo>
                  <a:cubicBezTo>
                    <a:pt x="1" y="3955"/>
                    <a:pt x="1122" y="5088"/>
                    <a:pt x="2514" y="5088"/>
                  </a:cubicBezTo>
                  <a:cubicBezTo>
                    <a:pt x="3943" y="5088"/>
                    <a:pt x="5076" y="3955"/>
                    <a:pt x="5076" y="2575"/>
                  </a:cubicBezTo>
                  <a:cubicBezTo>
                    <a:pt x="5076" y="1134"/>
                    <a:pt x="3943" y="1"/>
                    <a:pt x="2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99"/>
            <p:cNvSpPr/>
            <p:nvPr/>
          </p:nvSpPr>
          <p:spPr>
            <a:xfrm>
              <a:off x="6494425" y="2399000"/>
              <a:ext cx="125675" cy="126900"/>
            </a:xfrm>
            <a:custGeom>
              <a:avLst/>
              <a:gdLst/>
              <a:ahLst/>
              <a:cxnLst/>
              <a:rect l="l" t="t" r="r" b="b"/>
              <a:pathLst>
                <a:path w="5027" h="5076" extrusionOk="0">
                  <a:moveTo>
                    <a:pt x="2514" y="0"/>
                  </a:moveTo>
                  <a:cubicBezTo>
                    <a:pt x="1122" y="0"/>
                    <a:pt x="1" y="1121"/>
                    <a:pt x="1" y="2513"/>
                  </a:cubicBezTo>
                  <a:cubicBezTo>
                    <a:pt x="1" y="3942"/>
                    <a:pt x="1122" y="5075"/>
                    <a:pt x="2514" y="5075"/>
                  </a:cubicBezTo>
                  <a:cubicBezTo>
                    <a:pt x="3893" y="5075"/>
                    <a:pt x="5027" y="3942"/>
                    <a:pt x="5027" y="2513"/>
                  </a:cubicBezTo>
                  <a:cubicBezTo>
                    <a:pt x="5027" y="1121"/>
                    <a:pt x="3893" y="0"/>
                    <a:pt x="25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99"/>
            <p:cNvSpPr/>
            <p:nvPr/>
          </p:nvSpPr>
          <p:spPr>
            <a:xfrm>
              <a:off x="6245300" y="2399000"/>
              <a:ext cx="127200" cy="126900"/>
            </a:xfrm>
            <a:custGeom>
              <a:avLst/>
              <a:gdLst/>
              <a:ahLst/>
              <a:cxnLst/>
              <a:rect l="l" t="t" r="r" b="b"/>
              <a:pathLst>
                <a:path w="5088" h="5076" extrusionOk="0">
                  <a:moveTo>
                    <a:pt x="2525" y="0"/>
                  </a:moveTo>
                  <a:cubicBezTo>
                    <a:pt x="1133" y="0"/>
                    <a:pt x="0" y="1121"/>
                    <a:pt x="0" y="2513"/>
                  </a:cubicBezTo>
                  <a:cubicBezTo>
                    <a:pt x="0" y="3942"/>
                    <a:pt x="1133" y="5075"/>
                    <a:pt x="2525" y="5075"/>
                  </a:cubicBezTo>
                  <a:cubicBezTo>
                    <a:pt x="3954" y="5075"/>
                    <a:pt x="5088" y="3942"/>
                    <a:pt x="5088" y="2513"/>
                  </a:cubicBezTo>
                  <a:cubicBezTo>
                    <a:pt x="5088" y="1121"/>
                    <a:pt x="3954" y="0"/>
                    <a:pt x="2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99"/>
            <p:cNvSpPr/>
            <p:nvPr/>
          </p:nvSpPr>
          <p:spPr>
            <a:xfrm>
              <a:off x="5997700" y="2399000"/>
              <a:ext cx="125975" cy="126900"/>
            </a:xfrm>
            <a:custGeom>
              <a:avLst/>
              <a:gdLst/>
              <a:ahLst/>
              <a:cxnLst/>
              <a:rect l="l" t="t" r="r" b="b"/>
              <a:pathLst>
                <a:path w="5039" h="5076" extrusionOk="0">
                  <a:moveTo>
                    <a:pt x="2513" y="0"/>
                  </a:moveTo>
                  <a:cubicBezTo>
                    <a:pt x="1133" y="0"/>
                    <a:pt x="0" y="1121"/>
                    <a:pt x="0" y="2513"/>
                  </a:cubicBezTo>
                  <a:cubicBezTo>
                    <a:pt x="0" y="3942"/>
                    <a:pt x="1133" y="5075"/>
                    <a:pt x="2513" y="5075"/>
                  </a:cubicBezTo>
                  <a:cubicBezTo>
                    <a:pt x="3905" y="5075"/>
                    <a:pt x="5038" y="3942"/>
                    <a:pt x="5038" y="2513"/>
                  </a:cubicBezTo>
                  <a:cubicBezTo>
                    <a:pt x="5038" y="1121"/>
                    <a:pt x="3905" y="0"/>
                    <a:pt x="2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99"/>
            <p:cNvSpPr/>
            <p:nvPr/>
          </p:nvSpPr>
          <p:spPr>
            <a:xfrm>
              <a:off x="5750100" y="2399000"/>
              <a:ext cx="125650" cy="126900"/>
            </a:xfrm>
            <a:custGeom>
              <a:avLst/>
              <a:gdLst/>
              <a:ahLst/>
              <a:cxnLst/>
              <a:rect l="l" t="t" r="r" b="b"/>
              <a:pathLst>
                <a:path w="5026" h="5076" extrusionOk="0">
                  <a:moveTo>
                    <a:pt x="2513" y="0"/>
                  </a:moveTo>
                  <a:cubicBezTo>
                    <a:pt x="1133" y="0"/>
                    <a:pt x="0" y="1121"/>
                    <a:pt x="0" y="2513"/>
                  </a:cubicBezTo>
                  <a:cubicBezTo>
                    <a:pt x="0" y="3942"/>
                    <a:pt x="1133" y="5075"/>
                    <a:pt x="2513" y="5075"/>
                  </a:cubicBezTo>
                  <a:cubicBezTo>
                    <a:pt x="3905" y="5075"/>
                    <a:pt x="5026" y="3942"/>
                    <a:pt x="5026" y="2513"/>
                  </a:cubicBezTo>
                  <a:cubicBezTo>
                    <a:pt x="5026" y="1121"/>
                    <a:pt x="3905" y="0"/>
                    <a:pt x="2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99"/>
            <p:cNvSpPr/>
            <p:nvPr/>
          </p:nvSpPr>
          <p:spPr>
            <a:xfrm>
              <a:off x="5502500" y="2399000"/>
              <a:ext cx="125650" cy="126900"/>
            </a:xfrm>
            <a:custGeom>
              <a:avLst/>
              <a:gdLst/>
              <a:ahLst/>
              <a:cxnLst/>
              <a:rect l="l" t="t" r="r" b="b"/>
              <a:pathLst>
                <a:path w="5026" h="5076" extrusionOk="0">
                  <a:moveTo>
                    <a:pt x="2513" y="0"/>
                  </a:moveTo>
                  <a:cubicBezTo>
                    <a:pt x="1133" y="0"/>
                    <a:pt x="0" y="1121"/>
                    <a:pt x="0" y="2513"/>
                  </a:cubicBezTo>
                  <a:cubicBezTo>
                    <a:pt x="0" y="3942"/>
                    <a:pt x="1133" y="5075"/>
                    <a:pt x="2513" y="5075"/>
                  </a:cubicBezTo>
                  <a:cubicBezTo>
                    <a:pt x="3905" y="5075"/>
                    <a:pt x="5026" y="3942"/>
                    <a:pt x="5026" y="2513"/>
                  </a:cubicBezTo>
                  <a:cubicBezTo>
                    <a:pt x="5026" y="1121"/>
                    <a:pt x="3905" y="0"/>
                    <a:pt x="2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99"/>
            <p:cNvSpPr/>
            <p:nvPr/>
          </p:nvSpPr>
          <p:spPr>
            <a:xfrm>
              <a:off x="5253650" y="2399000"/>
              <a:ext cx="126900" cy="126900"/>
            </a:xfrm>
            <a:custGeom>
              <a:avLst/>
              <a:gdLst/>
              <a:ahLst/>
              <a:cxnLst/>
              <a:rect l="l" t="t" r="r" b="b"/>
              <a:pathLst>
                <a:path w="5076" h="5076" extrusionOk="0">
                  <a:moveTo>
                    <a:pt x="2514" y="0"/>
                  </a:moveTo>
                  <a:cubicBezTo>
                    <a:pt x="1122" y="0"/>
                    <a:pt x="1" y="1121"/>
                    <a:pt x="1" y="2513"/>
                  </a:cubicBezTo>
                  <a:cubicBezTo>
                    <a:pt x="1" y="3942"/>
                    <a:pt x="1122" y="5075"/>
                    <a:pt x="2514" y="5075"/>
                  </a:cubicBezTo>
                  <a:cubicBezTo>
                    <a:pt x="3943" y="5075"/>
                    <a:pt x="5076" y="3942"/>
                    <a:pt x="5076" y="2513"/>
                  </a:cubicBezTo>
                  <a:cubicBezTo>
                    <a:pt x="5076" y="1121"/>
                    <a:pt x="3943" y="0"/>
                    <a:pt x="25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5" name="Google Shape;1605;p99"/>
          <p:cNvGrpSpPr/>
          <p:nvPr/>
        </p:nvGrpSpPr>
        <p:grpSpPr>
          <a:xfrm>
            <a:off x="2543656" y="3531144"/>
            <a:ext cx="691453" cy="690500"/>
            <a:chOff x="2490338" y="3507038"/>
            <a:chExt cx="889100" cy="887875"/>
          </a:xfrm>
        </p:grpSpPr>
        <p:sp>
          <p:nvSpPr>
            <p:cNvPr id="1606" name="Google Shape;1606;p99"/>
            <p:cNvSpPr/>
            <p:nvPr/>
          </p:nvSpPr>
          <p:spPr>
            <a:xfrm>
              <a:off x="2816775" y="3507038"/>
              <a:ext cx="236225" cy="887875"/>
            </a:xfrm>
            <a:custGeom>
              <a:avLst/>
              <a:gdLst/>
              <a:ahLst/>
              <a:cxnLst/>
              <a:rect l="l" t="t" r="r" b="b"/>
              <a:pathLst>
                <a:path w="9449" h="35515" extrusionOk="0">
                  <a:moveTo>
                    <a:pt x="0" y="0"/>
                  </a:moveTo>
                  <a:lnTo>
                    <a:pt x="0" y="35514"/>
                  </a:lnTo>
                  <a:lnTo>
                    <a:pt x="9449" y="35514"/>
                  </a:lnTo>
                  <a:lnTo>
                    <a:pt x="94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99"/>
            <p:cNvSpPr/>
            <p:nvPr/>
          </p:nvSpPr>
          <p:spPr>
            <a:xfrm>
              <a:off x="2490338" y="3832863"/>
              <a:ext cx="889100" cy="236225"/>
            </a:xfrm>
            <a:custGeom>
              <a:avLst/>
              <a:gdLst/>
              <a:ahLst/>
              <a:cxnLst/>
              <a:rect l="l" t="t" r="r" b="b"/>
              <a:pathLst>
                <a:path w="35564" h="9449" extrusionOk="0">
                  <a:moveTo>
                    <a:pt x="0" y="0"/>
                  </a:moveTo>
                  <a:lnTo>
                    <a:pt x="0" y="9448"/>
                  </a:lnTo>
                  <a:lnTo>
                    <a:pt x="35564" y="9448"/>
                  </a:lnTo>
                  <a:lnTo>
                    <a:pt x="355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8" name="Google Shape;1608;p99"/>
          <p:cNvGrpSpPr/>
          <p:nvPr/>
        </p:nvGrpSpPr>
        <p:grpSpPr>
          <a:xfrm>
            <a:off x="3631224" y="2267439"/>
            <a:ext cx="1156686" cy="944011"/>
            <a:chOff x="3783150" y="2233300"/>
            <a:chExt cx="1234325" cy="1007375"/>
          </a:xfrm>
        </p:grpSpPr>
        <p:sp>
          <p:nvSpPr>
            <p:cNvPr id="1609" name="Google Shape;1609;p99"/>
            <p:cNvSpPr/>
            <p:nvPr/>
          </p:nvSpPr>
          <p:spPr>
            <a:xfrm>
              <a:off x="4379675" y="2504000"/>
              <a:ext cx="637800" cy="736675"/>
            </a:xfrm>
            <a:custGeom>
              <a:avLst/>
              <a:gdLst/>
              <a:ahLst/>
              <a:cxnLst/>
              <a:rect l="l" t="t" r="r" b="b"/>
              <a:pathLst>
                <a:path w="25512" h="29467" extrusionOk="0">
                  <a:moveTo>
                    <a:pt x="0" y="1"/>
                  </a:moveTo>
                  <a:lnTo>
                    <a:pt x="7293" y="14733"/>
                  </a:lnTo>
                  <a:lnTo>
                    <a:pt x="0" y="29466"/>
                  </a:lnTo>
                  <a:lnTo>
                    <a:pt x="16987" y="29466"/>
                  </a:lnTo>
                  <a:lnTo>
                    <a:pt x="25512" y="14733"/>
                  </a:lnTo>
                  <a:lnTo>
                    <a:pt x="169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99"/>
            <p:cNvSpPr/>
            <p:nvPr/>
          </p:nvSpPr>
          <p:spPr>
            <a:xfrm>
              <a:off x="3783150" y="2233300"/>
              <a:ext cx="639050" cy="736675"/>
            </a:xfrm>
            <a:custGeom>
              <a:avLst/>
              <a:gdLst/>
              <a:ahLst/>
              <a:cxnLst/>
              <a:rect l="l" t="t" r="r" b="b"/>
              <a:pathLst>
                <a:path w="25562" h="29467" extrusionOk="0">
                  <a:moveTo>
                    <a:pt x="8512" y="1"/>
                  </a:moveTo>
                  <a:lnTo>
                    <a:pt x="0" y="14734"/>
                  </a:lnTo>
                  <a:lnTo>
                    <a:pt x="8512" y="29466"/>
                  </a:lnTo>
                  <a:lnTo>
                    <a:pt x="25561" y="29466"/>
                  </a:lnTo>
                  <a:lnTo>
                    <a:pt x="18269" y="14734"/>
                  </a:lnTo>
                  <a:lnTo>
                    <a:pt x="25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1" name="Google Shape;1611;p99"/>
          <p:cNvGrpSpPr/>
          <p:nvPr/>
        </p:nvGrpSpPr>
        <p:grpSpPr>
          <a:xfrm>
            <a:off x="5945316" y="3632290"/>
            <a:ext cx="532762" cy="490032"/>
            <a:chOff x="6233900" y="3702575"/>
            <a:chExt cx="541425" cy="498000"/>
          </a:xfrm>
        </p:grpSpPr>
        <p:sp>
          <p:nvSpPr>
            <p:cNvPr id="1612" name="Google Shape;1612;p99"/>
            <p:cNvSpPr/>
            <p:nvPr/>
          </p:nvSpPr>
          <p:spPr>
            <a:xfrm>
              <a:off x="6673975" y="3702575"/>
              <a:ext cx="101350" cy="100125"/>
            </a:xfrm>
            <a:custGeom>
              <a:avLst/>
              <a:gdLst/>
              <a:ahLst/>
              <a:cxnLst/>
              <a:rect l="l" t="t" r="r" b="b"/>
              <a:pathLst>
                <a:path w="4054" h="4005" extrusionOk="0">
                  <a:moveTo>
                    <a:pt x="2008" y="1"/>
                  </a:moveTo>
                  <a:cubicBezTo>
                    <a:pt x="924" y="1"/>
                    <a:pt x="0" y="875"/>
                    <a:pt x="0" y="1996"/>
                  </a:cubicBezTo>
                  <a:cubicBezTo>
                    <a:pt x="0" y="3130"/>
                    <a:pt x="924" y="4004"/>
                    <a:pt x="2008" y="4004"/>
                  </a:cubicBezTo>
                  <a:cubicBezTo>
                    <a:pt x="3129" y="4004"/>
                    <a:pt x="4053" y="3130"/>
                    <a:pt x="4053" y="1996"/>
                  </a:cubicBezTo>
                  <a:cubicBezTo>
                    <a:pt x="4053" y="875"/>
                    <a:pt x="3129"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99"/>
            <p:cNvSpPr/>
            <p:nvPr/>
          </p:nvSpPr>
          <p:spPr>
            <a:xfrm>
              <a:off x="6673975" y="3900300"/>
              <a:ext cx="101350" cy="101325"/>
            </a:xfrm>
            <a:custGeom>
              <a:avLst/>
              <a:gdLst/>
              <a:ahLst/>
              <a:cxnLst/>
              <a:rect l="l" t="t" r="r" b="b"/>
              <a:pathLst>
                <a:path w="4054" h="4053" extrusionOk="0">
                  <a:moveTo>
                    <a:pt x="2008" y="0"/>
                  </a:moveTo>
                  <a:cubicBezTo>
                    <a:pt x="924" y="0"/>
                    <a:pt x="0" y="924"/>
                    <a:pt x="0" y="2045"/>
                  </a:cubicBezTo>
                  <a:cubicBezTo>
                    <a:pt x="0" y="3129"/>
                    <a:pt x="924" y="4053"/>
                    <a:pt x="2008" y="4053"/>
                  </a:cubicBezTo>
                  <a:cubicBezTo>
                    <a:pt x="3129" y="4053"/>
                    <a:pt x="4053" y="3129"/>
                    <a:pt x="4053" y="2045"/>
                  </a:cubicBezTo>
                  <a:cubicBezTo>
                    <a:pt x="4053" y="924"/>
                    <a:pt x="3129" y="0"/>
                    <a:pt x="2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99"/>
            <p:cNvSpPr/>
            <p:nvPr/>
          </p:nvSpPr>
          <p:spPr>
            <a:xfrm>
              <a:off x="6673975" y="4098925"/>
              <a:ext cx="101350" cy="101650"/>
            </a:xfrm>
            <a:custGeom>
              <a:avLst/>
              <a:gdLst/>
              <a:ahLst/>
              <a:cxnLst/>
              <a:rect l="l" t="t" r="r" b="b"/>
              <a:pathLst>
                <a:path w="4054" h="4066" extrusionOk="0">
                  <a:moveTo>
                    <a:pt x="2008" y="1"/>
                  </a:moveTo>
                  <a:cubicBezTo>
                    <a:pt x="924" y="1"/>
                    <a:pt x="0" y="924"/>
                    <a:pt x="0" y="2008"/>
                  </a:cubicBezTo>
                  <a:cubicBezTo>
                    <a:pt x="0" y="3142"/>
                    <a:pt x="924" y="4066"/>
                    <a:pt x="2008" y="4066"/>
                  </a:cubicBezTo>
                  <a:cubicBezTo>
                    <a:pt x="3129" y="4066"/>
                    <a:pt x="4053" y="3142"/>
                    <a:pt x="4053" y="2008"/>
                  </a:cubicBezTo>
                  <a:cubicBezTo>
                    <a:pt x="4053" y="924"/>
                    <a:pt x="3129"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99"/>
            <p:cNvSpPr/>
            <p:nvPr/>
          </p:nvSpPr>
          <p:spPr>
            <a:xfrm>
              <a:off x="6453175" y="3702575"/>
              <a:ext cx="101650" cy="100125"/>
            </a:xfrm>
            <a:custGeom>
              <a:avLst/>
              <a:gdLst/>
              <a:ahLst/>
              <a:cxnLst/>
              <a:rect l="l" t="t" r="r" b="b"/>
              <a:pathLst>
                <a:path w="4066" h="4005" extrusionOk="0">
                  <a:moveTo>
                    <a:pt x="2057" y="1"/>
                  </a:moveTo>
                  <a:cubicBezTo>
                    <a:pt x="924" y="1"/>
                    <a:pt x="0" y="875"/>
                    <a:pt x="0" y="1996"/>
                  </a:cubicBezTo>
                  <a:cubicBezTo>
                    <a:pt x="0" y="3130"/>
                    <a:pt x="924" y="4004"/>
                    <a:pt x="2057" y="4004"/>
                  </a:cubicBezTo>
                  <a:cubicBezTo>
                    <a:pt x="3190" y="4004"/>
                    <a:pt x="4065" y="3130"/>
                    <a:pt x="4065" y="1996"/>
                  </a:cubicBezTo>
                  <a:cubicBezTo>
                    <a:pt x="4065" y="875"/>
                    <a:pt x="3190" y="1"/>
                    <a:pt x="20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99"/>
            <p:cNvSpPr/>
            <p:nvPr/>
          </p:nvSpPr>
          <p:spPr>
            <a:xfrm>
              <a:off x="6453175" y="3900300"/>
              <a:ext cx="101650" cy="101325"/>
            </a:xfrm>
            <a:custGeom>
              <a:avLst/>
              <a:gdLst/>
              <a:ahLst/>
              <a:cxnLst/>
              <a:rect l="l" t="t" r="r" b="b"/>
              <a:pathLst>
                <a:path w="4066" h="4053" extrusionOk="0">
                  <a:moveTo>
                    <a:pt x="2057" y="0"/>
                  </a:moveTo>
                  <a:cubicBezTo>
                    <a:pt x="924" y="0"/>
                    <a:pt x="0" y="924"/>
                    <a:pt x="0" y="2045"/>
                  </a:cubicBezTo>
                  <a:cubicBezTo>
                    <a:pt x="0" y="3129"/>
                    <a:pt x="924" y="4053"/>
                    <a:pt x="2057" y="4053"/>
                  </a:cubicBezTo>
                  <a:cubicBezTo>
                    <a:pt x="3190" y="4053"/>
                    <a:pt x="4065" y="3129"/>
                    <a:pt x="4065" y="2045"/>
                  </a:cubicBezTo>
                  <a:cubicBezTo>
                    <a:pt x="4065" y="924"/>
                    <a:pt x="3190" y="0"/>
                    <a:pt x="20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99"/>
            <p:cNvSpPr/>
            <p:nvPr/>
          </p:nvSpPr>
          <p:spPr>
            <a:xfrm>
              <a:off x="6453175" y="4098925"/>
              <a:ext cx="101650" cy="101650"/>
            </a:xfrm>
            <a:custGeom>
              <a:avLst/>
              <a:gdLst/>
              <a:ahLst/>
              <a:cxnLst/>
              <a:rect l="l" t="t" r="r" b="b"/>
              <a:pathLst>
                <a:path w="4066" h="4066" extrusionOk="0">
                  <a:moveTo>
                    <a:pt x="2057" y="1"/>
                  </a:moveTo>
                  <a:cubicBezTo>
                    <a:pt x="924" y="1"/>
                    <a:pt x="0" y="924"/>
                    <a:pt x="0" y="2008"/>
                  </a:cubicBezTo>
                  <a:cubicBezTo>
                    <a:pt x="0" y="3142"/>
                    <a:pt x="924" y="4066"/>
                    <a:pt x="2057" y="4066"/>
                  </a:cubicBezTo>
                  <a:cubicBezTo>
                    <a:pt x="3190" y="4066"/>
                    <a:pt x="4065" y="3142"/>
                    <a:pt x="4065" y="2008"/>
                  </a:cubicBezTo>
                  <a:cubicBezTo>
                    <a:pt x="4065" y="924"/>
                    <a:pt x="3190" y="1"/>
                    <a:pt x="20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99"/>
            <p:cNvSpPr/>
            <p:nvPr/>
          </p:nvSpPr>
          <p:spPr>
            <a:xfrm>
              <a:off x="6233900" y="3702575"/>
              <a:ext cx="101350" cy="100125"/>
            </a:xfrm>
            <a:custGeom>
              <a:avLst/>
              <a:gdLst/>
              <a:ahLst/>
              <a:cxnLst/>
              <a:rect l="l" t="t" r="r" b="b"/>
              <a:pathLst>
                <a:path w="4054" h="4005" extrusionOk="0">
                  <a:moveTo>
                    <a:pt x="1996" y="1"/>
                  </a:moveTo>
                  <a:cubicBezTo>
                    <a:pt x="924" y="1"/>
                    <a:pt x="0" y="875"/>
                    <a:pt x="0" y="1996"/>
                  </a:cubicBezTo>
                  <a:cubicBezTo>
                    <a:pt x="0" y="3130"/>
                    <a:pt x="924" y="4004"/>
                    <a:pt x="1996" y="4004"/>
                  </a:cubicBezTo>
                  <a:cubicBezTo>
                    <a:pt x="3129" y="4004"/>
                    <a:pt x="4053" y="3130"/>
                    <a:pt x="4053" y="1996"/>
                  </a:cubicBezTo>
                  <a:cubicBezTo>
                    <a:pt x="4053" y="875"/>
                    <a:pt x="3129" y="1"/>
                    <a:pt x="19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99"/>
            <p:cNvSpPr/>
            <p:nvPr/>
          </p:nvSpPr>
          <p:spPr>
            <a:xfrm>
              <a:off x="6233900" y="3900300"/>
              <a:ext cx="101350" cy="101325"/>
            </a:xfrm>
            <a:custGeom>
              <a:avLst/>
              <a:gdLst/>
              <a:ahLst/>
              <a:cxnLst/>
              <a:rect l="l" t="t" r="r" b="b"/>
              <a:pathLst>
                <a:path w="4054" h="4053" extrusionOk="0">
                  <a:moveTo>
                    <a:pt x="1996" y="0"/>
                  </a:moveTo>
                  <a:cubicBezTo>
                    <a:pt x="924" y="0"/>
                    <a:pt x="0" y="924"/>
                    <a:pt x="0" y="2045"/>
                  </a:cubicBezTo>
                  <a:cubicBezTo>
                    <a:pt x="0" y="3129"/>
                    <a:pt x="924" y="4053"/>
                    <a:pt x="1996" y="4053"/>
                  </a:cubicBezTo>
                  <a:cubicBezTo>
                    <a:pt x="3129" y="4053"/>
                    <a:pt x="4053" y="3129"/>
                    <a:pt x="4053" y="2045"/>
                  </a:cubicBezTo>
                  <a:cubicBezTo>
                    <a:pt x="4053" y="924"/>
                    <a:pt x="3129" y="0"/>
                    <a:pt x="19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99"/>
            <p:cNvSpPr/>
            <p:nvPr/>
          </p:nvSpPr>
          <p:spPr>
            <a:xfrm>
              <a:off x="6233900" y="4098925"/>
              <a:ext cx="101350" cy="101650"/>
            </a:xfrm>
            <a:custGeom>
              <a:avLst/>
              <a:gdLst/>
              <a:ahLst/>
              <a:cxnLst/>
              <a:rect l="l" t="t" r="r" b="b"/>
              <a:pathLst>
                <a:path w="4054" h="4066" extrusionOk="0">
                  <a:moveTo>
                    <a:pt x="1996" y="1"/>
                  </a:moveTo>
                  <a:cubicBezTo>
                    <a:pt x="924" y="1"/>
                    <a:pt x="0" y="924"/>
                    <a:pt x="0" y="2008"/>
                  </a:cubicBezTo>
                  <a:cubicBezTo>
                    <a:pt x="0" y="3142"/>
                    <a:pt x="924" y="4066"/>
                    <a:pt x="1996" y="4066"/>
                  </a:cubicBezTo>
                  <a:cubicBezTo>
                    <a:pt x="3129" y="4066"/>
                    <a:pt x="4053" y="3142"/>
                    <a:pt x="4053" y="2008"/>
                  </a:cubicBezTo>
                  <a:cubicBezTo>
                    <a:pt x="4053" y="924"/>
                    <a:pt x="3129" y="1"/>
                    <a:pt x="19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1" name="Google Shape;1621;p99"/>
          <p:cNvGrpSpPr/>
          <p:nvPr/>
        </p:nvGrpSpPr>
        <p:grpSpPr>
          <a:xfrm>
            <a:off x="6828517" y="3337982"/>
            <a:ext cx="1016144" cy="1016144"/>
            <a:chOff x="7050000" y="3408800"/>
            <a:chExt cx="1084350" cy="1084350"/>
          </a:xfrm>
        </p:grpSpPr>
        <p:sp>
          <p:nvSpPr>
            <p:cNvPr id="1622" name="Google Shape;1622;p99"/>
            <p:cNvSpPr/>
            <p:nvPr/>
          </p:nvSpPr>
          <p:spPr>
            <a:xfrm>
              <a:off x="7377050" y="3735850"/>
              <a:ext cx="431150" cy="431150"/>
            </a:xfrm>
            <a:custGeom>
              <a:avLst/>
              <a:gdLst/>
              <a:ahLst/>
              <a:cxnLst/>
              <a:rect l="l" t="t" r="r" b="b"/>
              <a:pathLst>
                <a:path w="17246" h="17246" extrusionOk="0">
                  <a:moveTo>
                    <a:pt x="8623" y="0"/>
                  </a:moveTo>
                  <a:cubicBezTo>
                    <a:pt x="3856" y="0"/>
                    <a:pt x="0" y="3856"/>
                    <a:pt x="0" y="8623"/>
                  </a:cubicBezTo>
                  <a:cubicBezTo>
                    <a:pt x="0" y="13403"/>
                    <a:pt x="3856" y="17246"/>
                    <a:pt x="8623" y="17246"/>
                  </a:cubicBezTo>
                  <a:cubicBezTo>
                    <a:pt x="13353" y="17246"/>
                    <a:pt x="17246" y="13403"/>
                    <a:pt x="17246" y="8623"/>
                  </a:cubicBezTo>
                  <a:cubicBezTo>
                    <a:pt x="17246" y="3856"/>
                    <a:pt x="13353" y="0"/>
                    <a:pt x="86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99"/>
            <p:cNvSpPr/>
            <p:nvPr/>
          </p:nvSpPr>
          <p:spPr>
            <a:xfrm>
              <a:off x="7228300" y="3587100"/>
              <a:ext cx="727725" cy="727425"/>
            </a:xfrm>
            <a:custGeom>
              <a:avLst/>
              <a:gdLst/>
              <a:ahLst/>
              <a:cxnLst/>
              <a:rect l="l" t="t" r="r" b="b"/>
              <a:pathLst>
                <a:path w="29109" h="29097" extrusionOk="0">
                  <a:moveTo>
                    <a:pt x="14573" y="1232"/>
                  </a:moveTo>
                  <a:cubicBezTo>
                    <a:pt x="21915" y="1232"/>
                    <a:pt x="27877" y="7231"/>
                    <a:pt x="27877" y="14573"/>
                  </a:cubicBezTo>
                  <a:cubicBezTo>
                    <a:pt x="27877" y="21915"/>
                    <a:pt x="21915" y="27865"/>
                    <a:pt x="14573" y="27865"/>
                  </a:cubicBezTo>
                  <a:cubicBezTo>
                    <a:pt x="7244" y="27865"/>
                    <a:pt x="1232" y="21915"/>
                    <a:pt x="1232" y="14573"/>
                  </a:cubicBezTo>
                  <a:cubicBezTo>
                    <a:pt x="1232" y="7231"/>
                    <a:pt x="7244" y="1232"/>
                    <a:pt x="14573" y="1232"/>
                  </a:cubicBezTo>
                  <a:close/>
                  <a:moveTo>
                    <a:pt x="14573" y="0"/>
                  </a:moveTo>
                  <a:cubicBezTo>
                    <a:pt x="6517" y="0"/>
                    <a:pt x="0" y="6517"/>
                    <a:pt x="0" y="14573"/>
                  </a:cubicBezTo>
                  <a:cubicBezTo>
                    <a:pt x="0" y="22580"/>
                    <a:pt x="6517" y="29096"/>
                    <a:pt x="14573" y="29096"/>
                  </a:cubicBezTo>
                  <a:cubicBezTo>
                    <a:pt x="22580" y="29096"/>
                    <a:pt x="29109" y="22580"/>
                    <a:pt x="29109" y="14573"/>
                  </a:cubicBezTo>
                  <a:cubicBezTo>
                    <a:pt x="29109" y="6517"/>
                    <a:pt x="22580" y="0"/>
                    <a:pt x="145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99"/>
            <p:cNvSpPr/>
            <p:nvPr/>
          </p:nvSpPr>
          <p:spPr>
            <a:xfrm>
              <a:off x="7050000" y="3408800"/>
              <a:ext cx="1084350" cy="1084350"/>
            </a:xfrm>
            <a:custGeom>
              <a:avLst/>
              <a:gdLst/>
              <a:ahLst/>
              <a:cxnLst/>
              <a:rect l="l" t="t" r="r" b="b"/>
              <a:pathLst>
                <a:path w="43374" h="43374" extrusionOk="0">
                  <a:moveTo>
                    <a:pt x="21705" y="1232"/>
                  </a:moveTo>
                  <a:cubicBezTo>
                    <a:pt x="32952" y="1232"/>
                    <a:pt x="42141" y="10421"/>
                    <a:pt x="42141" y="21705"/>
                  </a:cubicBezTo>
                  <a:cubicBezTo>
                    <a:pt x="42141" y="33001"/>
                    <a:pt x="32952" y="42141"/>
                    <a:pt x="21705" y="42141"/>
                  </a:cubicBezTo>
                  <a:cubicBezTo>
                    <a:pt x="10421" y="42141"/>
                    <a:pt x="1232" y="33001"/>
                    <a:pt x="1232" y="21705"/>
                  </a:cubicBezTo>
                  <a:cubicBezTo>
                    <a:pt x="1232" y="10421"/>
                    <a:pt x="10421" y="1232"/>
                    <a:pt x="21705" y="1232"/>
                  </a:cubicBezTo>
                  <a:close/>
                  <a:moveTo>
                    <a:pt x="21705" y="0"/>
                  </a:moveTo>
                  <a:cubicBezTo>
                    <a:pt x="9756" y="0"/>
                    <a:pt x="0" y="9744"/>
                    <a:pt x="0" y="21705"/>
                  </a:cubicBezTo>
                  <a:cubicBezTo>
                    <a:pt x="0" y="33666"/>
                    <a:pt x="9756" y="43373"/>
                    <a:pt x="21705" y="43373"/>
                  </a:cubicBezTo>
                  <a:cubicBezTo>
                    <a:pt x="33666" y="43373"/>
                    <a:pt x="43373" y="33666"/>
                    <a:pt x="43373" y="21705"/>
                  </a:cubicBezTo>
                  <a:cubicBezTo>
                    <a:pt x="43373" y="9744"/>
                    <a:pt x="33666" y="0"/>
                    <a:pt x="217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5" name="Google Shape;1625;p99"/>
          <p:cNvGrpSpPr/>
          <p:nvPr/>
        </p:nvGrpSpPr>
        <p:grpSpPr>
          <a:xfrm>
            <a:off x="6609468" y="2376822"/>
            <a:ext cx="1235192" cy="725245"/>
            <a:chOff x="6961300" y="2350025"/>
            <a:chExt cx="1318100" cy="773925"/>
          </a:xfrm>
        </p:grpSpPr>
        <p:sp>
          <p:nvSpPr>
            <p:cNvPr id="1626" name="Google Shape;1626;p99"/>
            <p:cNvSpPr/>
            <p:nvPr/>
          </p:nvSpPr>
          <p:spPr>
            <a:xfrm>
              <a:off x="7615700" y="2350025"/>
              <a:ext cx="663700" cy="773925"/>
            </a:xfrm>
            <a:custGeom>
              <a:avLst/>
              <a:gdLst/>
              <a:ahLst/>
              <a:cxnLst/>
              <a:rect l="l" t="t" r="r" b="b"/>
              <a:pathLst>
                <a:path w="26548" h="30957" extrusionOk="0">
                  <a:moveTo>
                    <a:pt x="15818" y="1"/>
                  </a:moveTo>
                  <a:lnTo>
                    <a:pt x="1" y="15817"/>
                  </a:lnTo>
                  <a:lnTo>
                    <a:pt x="15202" y="30957"/>
                  </a:lnTo>
                  <a:lnTo>
                    <a:pt x="25870" y="30957"/>
                  </a:lnTo>
                  <a:lnTo>
                    <a:pt x="10730" y="15817"/>
                  </a:lnTo>
                  <a:lnTo>
                    <a:pt x="265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99"/>
            <p:cNvSpPr/>
            <p:nvPr/>
          </p:nvSpPr>
          <p:spPr>
            <a:xfrm>
              <a:off x="6961300" y="2350025"/>
              <a:ext cx="662125" cy="773925"/>
            </a:xfrm>
            <a:custGeom>
              <a:avLst/>
              <a:gdLst/>
              <a:ahLst/>
              <a:cxnLst/>
              <a:rect l="l" t="t" r="r" b="b"/>
              <a:pathLst>
                <a:path w="26485" h="30957" extrusionOk="0">
                  <a:moveTo>
                    <a:pt x="15817" y="1"/>
                  </a:moveTo>
                  <a:lnTo>
                    <a:pt x="0" y="15817"/>
                  </a:lnTo>
                  <a:lnTo>
                    <a:pt x="15152" y="30957"/>
                  </a:lnTo>
                  <a:lnTo>
                    <a:pt x="25869" y="30957"/>
                  </a:lnTo>
                  <a:lnTo>
                    <a:pt x="10730" y="15817"/>
                  </a:lnTo>
                  <a:lnTo>
                    <a:pt x="264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8" name="Google Shape;1628;p99"/>
          <p:cNvSpPr/>
          <p:nvPr/>
        </p:nvSpPr>
        <p:spPr>
          <a:xfrm>
            <a:off x="2343273" y="2246975"/>
            <a:ext cx="986134" cy="984962"/>
          </a:xfrm>
          <a:custGeom>
            <a:avLst/>
            <a:gdLst/>
            <a:ahLst/>
            <a:cxnLst/>
            <a:rect l="l" t="t" r="r" b="b"/>
            <a:pathLst>
              <a:path w="42093" h="42043" extrusionOk="0">
                <a:moveTo>
                  <a:pt x="21040" y="0"/>
                </a:moveTo>
                <a:cubicBezTo>
                  <a:pt x="9449" y="0"/>
                  <a:pt x="0" y="9399"/>
                  <a:pt x="0" y="21052"/>
                </a:cubicBezTo>
                <a:cubicBezTo>
                  <a:pt x="0" y="32644"/>
                  <a:pt x="9449" y="42043"/>
                  <a:pt x="21040" y="42043"/>
                </a:cubicBezTo>
                <a:cubicBezTo>
                  <a:pt x="32644" y="42043"/>
                  <a:pt x="42092" y="32644"/>
                  <a:pt x="42092" y="21052"/>
                </a:cubicBezTo>
                <a:cubicBezTo>
                  <a:pt x="42092" y="9399"/>
                  <a:pt x="32644" y="0"/>
                  <a:pt x="2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99"/>
          <p:cNvSpPr/>
          <p:nvPr/>
        </p:nvSpPr>
        <p:spPr>
          <a:xfrm>
            <a:off x="1069399" y="2221124"/>
            <a:ext cx="1034953" cy="1036661"/>
          </a:xfrm>
          <a:custGeom>
            <a:avLst/>
            <a:gdLst/>
            <a:ahLst/>
            <a:cxnLst/>
            <a:rect l="l" t="t" r="r" b="b"/>
            <a:pathLst>
              <a:path w="36956" h="37017" extrusionOk="0">
                <a:moveTo>
                  <a:pt x="18478" y="0"/>
                </a:moveTo>
                <a:lnTo>
                  <a:pt x="0" y="18539"/>
                </a:lnTo>
                <a:lnTo>
                  <a:pt x="18478" y="37017"/>
                </a:lnTo>
                <a:lnTo>
                  <a:pt x="36955" y="18539"/>
                </a:lnTo>
                <a:lnTo>
                  <a:pt x="184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99"/>
          <p:cNvSpPr/>
          <p:nvPr/>
        </p:nvSpPr>
        <p:spPr>
          <a:xfrm>
            <a:off x="1241139" y="3531360"/>
            <a:ext cx="691486" cy="691463"/>
          </a:xfrm>
          <a:custGeom>
            <a:avLst/>
            <a:gdLst/>
            <a:ahLst/>
            <a:cxnLst/>
            <a:rect l="l" t="t" r="r" b="b"/>
            <a:pathLst>
              <a:path w="29516" h="29515" extrusionOk="0">
                <a:moveTo>
                  <a:pt x="0" y="0"/>
                </a:moveTo>
                <a:lnTo>
                  <a:pt x="0" y="29515"/>
                </a:lnTo>
                <a:lnTo>
                  <a:pt x="29515" y="29515"/>
                </a:lnTo>
                <a:lnTo>
                  <a:pt x="295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99"/>
          <p:cNvSpPr/>
          <p:nvPr/>
        </p:nvSpPr>
        <p:spPr>
          <a:xfrm>
            <a:off x="3846186" y="3531161"/>
            <a:ext cx="798325" cy="691436"/>
          </a:xfrm>
          <a:custGeom>
            <a:avLst/>
            <a:gdLst/>
            <a:ahLst/>
            <a:cxnLst/>
            <a:rect l="l" t="t" r="r" b="b"/>
            <a:pathLst>
              <a:path w="40294" h="34899" extrusionOk="0">
                <a:moveTo>
                  <a:pt x="10064" y="0"/>
                </a:moveTo>
                <a:lnTo>
                  <a:pt x="0" y="17443"/>
                </a:lnTo>
                <a:lnTo>
                  <a:pt x="10064" y="34898"/>
                </a:lnTo>
                <a:lnTo>
                  <a:pt x="30242" y="34898"/>
                </a:lnTo>
                <a:lnTo>
                  <a:pt x="40294" y="17443"/>
                </a:lnTo>
                <a:lnTo>
                  <a:pt x="302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99"/>
          <p:cNvSpPr/>
          <p:nvPr/>
        </p:nvSpPr>
        <p:spPr>
          <a:xfrm>
            <a:off x="4926181" y="3557704"/>
            <a:ext cx="737287" cy="638813"/>
          </a:xfrm>
          <a:custGeom>
            <a:avLst/>
            <a:gdLst/>
            <a:ahLst/>
            <a:cxnLst/>
            <a:rect l="l" t="t" r="r" b="b"/>
            <a:pathLst>
              <a:path w="29971" h="25968" extrusionOk="0">
                <a:moveTo>
                  <a:pt x="14992" y="0"/>
                </a:moveTo>
                <a:lnTo>
                  <a:pt x="0" y="25968"/>
                </a:lnTo>
                <a:lnTo>
                  <a:pt x="29971" y="25968"/>
                </a:lnTo>
                <a:lnTo>
                  <a:pt x="149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sp>
        <p:nvSpPr>
          <p:cNvPr id="1637" name="Google Shape;1637;p100"/>
          <p:cNvSpPr txBox="1">
            <a:spLocks noGrp="1"/>
          </p:cNvSpPr>
          <p:nvPr>
            <p:ph type="title"/>
          </p:nvPr>
        </p:nvSpPr>
        <p:spPr>
          <a:xfrm>
            <a:off x="72232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Resources</a:t>
            </a:r>
            <a:endParaRPr/>
          </a:p>
        </p:txBody>
      </p:sp>
      <p:sp>
        <p:nvSpPr>
          <p:cNvPr id="1638" name="Google Shape;1638;p100"/>
          <p:cNvSpPr txBox="1">
            <a:spLocks noGrp="1"/>
          </p:cNvSpPr>
          <p:nvPr>
            <p:ph type="subTitle" idx="1"/>
          </p:nvPr>
        </p:nvSpPr>
        <p:spPr>
          <a:xfrm>
            <a:off x="713175" y="1421525"/>
            <a:ext cx="5945400" cy="260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Did you like the resources in this template? Get them at these websites:</a:t>
            </a:r>
            <a:endParaRPr/>
          </a:p>
          <a:p>
            <a:pPr marL="0" lvl="0" indent="0" algn="l" rtl="0">
              <a:spcBef>
                <a:spcPts val="1000"/>
              </a:spcBef>
              <a:spcAft>
                <a:spcPts val="0"/>
              </a:spcAft>
              <a:buNone/>
            </a:pPr>
            <a:r>
              <a:rPr lang="en" b="1"/>
              <a:t>Icons</a:t>
            </a:r>
            <a:endParaRPr b="1"/>
          </a:p>
          <a:p>
            <a:pPr marL="241300" lvl="0" indent="-203200" algn="l" rtl="0">
              <a:spcBef>
                <a:spcPts val="300"/>
              </a:spcBef>
              <a:spcAft>
                <a:spcPts val="0"/>
              </a:spcAft>
              <a:buSzPts val="1200"/>
              <a:buFont typeface="Inter"/>
              <a:buChar char="●"/>
            </a:pPr>
            <a:r>
              <a:rPr lang="en" u="sng">
                <a:hlinkClick r:id="rId3"/>
              </a:rPr>
              <a:t>Icon Pack: Books | Outline</a:t>
            </a:r>
            <a:endParaRPr u="sng"/>
          </a:p>
          <a:p>
            <a:pPr marL="0" lvl="0" indent="0" algn="l" rtl="0">
              <a:spcBef>
                <a:spcPts val="1000"/>
              </a:spcBef>
              <a:spcAft>
                <a:spcPts val="0"/>
              </a:spcAft>
              <a:buNone/>
            </a:pPr>
            <a:r>
              <a:rPr lang="en" b="1"/>
              <a:t>Photos</a:t>
            </a:r>
            <a:endParaRPr b="1"/>
          </a:p>
          <a:p>
            <a:pPr marL="241300" lvl="0" indent="-203200" algn="l" rtl="0">
              <a:spcBef>
                <a:spcPts val="300"/>
              </a:spcBef>
              <a:spcAft>
                <a:spcPts val="0"/>
              </a:spcAft>
              <a:buSzPts val="1200"/>
              <a:buFont typeface="Inter"/>
              <a:buChar char="●"/>
            </a:pPr>
            <a:r>
              <a:rPr lang="en" u="sng">
                <a:hlinkClick r:id="rId4"/>
              </a:rPr>
              <a:t>Medium shot people at traveling agency</a:t>
            </a:r>
            <a:endParaRPr u="sng"/>
          </a:p>
          <a:p>
            <a:pPr marL="241300" lvl="0" indent="-203200" algn="l" rtl="0">
              <a:spcBef>
                <a:spcPts val="300"/>
              </a:spcBef>
              <a:spcAft>
                <a:spcPts val="0"/>
              </a:spcAft>
              <a:buSzPts val="1200"/>
              <a:buFont typeface="Inter"/>
              <a:buChar char="●"/>
            </a:pPr>
            <a:r>
              <a:rPr lang="en" u="sng">
                <a:hlinkClick r:id="rId5"/>
              </a:rPr>
              <a:t>Close up hand signing document</a:t>
            </a:r>
            <a:endParaRPr u="sng"/>
          </a:p>
        </p:txBody>
      </p:sp>
    </p:spTree>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71</Slides>
  <Notes>71</Notes>
  <HiddenSlides>0</HiddenSlide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Elegant Black &amp; White Thesis Defense by Slidesgo</vt:lpstr>
      <vt:lpstr>QUALITY ANALYSIS OF BOREWELL WATER</vt:lpstr>
      <vt:lpstr>Suggestions &amp; Our Current Situation</vt:lpstr>
      <vt:lpstr>Previous Work (Sem 4) </vt:lpstr>
      <vt:lpstr>Introduction</vt:lpstr>
      <vt:lpstr>Problem Statement</vt:lpstr>
      <vt:lpstr>Literature Survey &amp; Gaps</vt:lpstr>
      <vt:lpstr>Literature Survey</vt:lpstr>
      <vt:lpstr>Comparative analysis of the research papers</vt:lpstr>
      <vt:lpstr>Comparative analysis of the research papers</vt:lpstr>
      <vt:lpstr>Comparative analysis of the research papers</vt:lpstr>
      <vt:lpstr>Proposed solution</vt:lpstr>
      <vt:lpstr>Proposed System Architecture</vt:lpstr>
      <vt:lpstr>Database Design </vt:lpstr>
      <vt:lpstr>Proposed solution</vt:lpstr>
      <vt:lpstr>Different Methods</vt:lpstr>
      <vt:lpstr>Formulas</vt:lpstr>
      <vt:lpstr>Results</vt:lpstr>
      <vt:lpstr>Discussion</vt:lpstr>
      <vt:lpstr>Project Timeline</vt:lpstr>
      <vt:lpstr>Conclusion &amp; Future Work</vt:lpstr>
      <vt:lpstr>Our Publication</vt:lpstr>
      <vt:lpstr>Our Participation</vt:lpstr>
      <vt:lpstr>References</vt:lpstr>
      <vt:lpstr>References</vt:lpstr>
      <vt:lpstr>Thank You!</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Research Paper Content</vt:lpstr>
      <vt:lpstr>Contents of this template</vt:lpstr>
      <vt:lpstr>Statement</vt:lpstr>
      <vt:lpstr>Purpose statement</vt:lpstr>
      <vt:lpstr>—Someone Famous</vt:lpstr>
      <vt:lpstr>98,300,000</vt:lpstr>
      <vt:lpstr>9h 55m 23s</vt:lpstr>
      <vt:lpstr>A picture always reinforces the concept</vt:lpstr>
      <vt:lpstr>A picture is worth a thousand words</vt:lpstr>
      <vt:lpstr>Current situation &amp; problems statement</vt:lpstr>
      <vt:lpstr>Hypotheses</vt:lpstr>
      <vt:lpstr>Study objectives</vt:lpstr>
      <vt:lpstr>Reviewing concepts is a good idea</vt:lpstr>
      <vt:lpstr>Literature review</vt:lpstr>
      <vt:lpstr>Theoretical framework</vt:lpstr>
      <vt:lpstr>Schedule</vt:lpstr>
      <vt:lpstr>Methodology</vt:lpstr>
      <vt:lpstr>Analysis &amp; development</vt:lpstr>
      <vt:lpstr>Analysis &amp; development</vt:lpstr>
      <vt:lpstr>Analysis of the results</vt:lpstr>
      <vt:lpstr>This is a map</vt:lpstr>
      <vt:lpstr>Discussion</vt:lpstr>
      <vt:lpstr>Conclusions</vt:lpstr>
      <vt:lpstr>Bibliographical references</vt:lpstr>
      <vt:lpstr>Mockups</vt:lpstr>
      <vt:lpstr>Thanks!</vt:lpstr>
      <vt:lpstr>Icon pack</vt:lpstr>
      <vt:lpstr>Alternative resources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9</cp:revision>
  <dcterms:modified xsi:type="dcterms:W3CDTF">2026-01-10T14:09:32Z</dcterms:modified>
</cp:coreProperties>
</file>